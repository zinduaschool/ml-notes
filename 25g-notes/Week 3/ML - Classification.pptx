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notesSlides/notesSlide4.xml" ContentType="application/vnd.openxmlformats-officedocument.presentationml.notesSlide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notesSlides/notesSlide5.xml" ContentType="application/vnd.openxmlformats-officedocument.presentationml.notesSlide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notesSlides/notesSlide6.xml" ContentType="application/vnd.openxmlformats-officedocument.presentationml.notesSlide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notesSlides/notesSlide7.xml" ContentType="application/vnd.openxmlformats-officedocument.presentationml.notesSlide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35"/>
  </p:notesMasterIdLst>
  <p:sldIdLst>
    <p:sldId id="256" r:id="rId3"/>
    <p:sldId id="281" r:id="rId4"/>
    <p:sldId id="291" r:id="rId5"/>
    <p:sldId id="338" r:id="rId6"/>
    <p:sldId id="337" r:id="rId7"/>
    <p:sldId id="341" r:id="rId8"/>
    <p:sldId id="340" r:id="rId9"/>
    <p:sldId id="316" r:id="rId10"/>
    <p:sldId id="282" r:id="rId11"/>
    <p:sldId id="294" r:id="rId12"/>
    <p:sldId id="332" r:id="rId13"/>
    <p:sldId id="333" r:id="rId14"/>
    <p:sldId id="319" r:id="rId15"/>
    <p:sldId id="334" r:id="rId16"/>
    <p:sldId id="335" r:id="rId17"/>
    <p:sldId id="336" r:id="rId18"/>
    <p:sldId id="339" r:id="rId19"/>
    <p:sldId id="329" r:id="rId20"/>
    <p:sldId id="330" r:id="rId21"/>
    <p:sldId id="331" r:id="rId22"/>
    <p:sldId id="322" r:id="rId23"/>
    <p:sldId id="323" r:id="rId24"/>
    <p:sldId id="324" r:id="rId25"/>
    <p:sldId id="325" r:id="rId26"/>
    <p:sldId id="326" r:id="rId27"/>
    <p:sldId id="327" r:id="rId28"/>
    <p:sldId id="298" r:id="rId29"/>
    <p:sldId id="320" r:id="rId30"/>
    <p:sldId id="321" r:id="rId31"/>
    <p:sldId id="299" r:id="rId32"/>
    <p:sldId id="328" r:id="rId33"/>
    <p:sldId id="284" r:id="rId34"/>
  </p:sldIdLst>
  <p:sldSz cx="9144000" cy="5143500" type="screen16x9"/>
  <p:notesSz cx="6858000" cy="9144000"/>
  <p:embeddedFontLst>
    <p:embeddedFont>
      <p:font typeface="Aptos Narrow" panose="020B0004020202020204" pitchFamily="34" charset="0"/>
      <p:regular r:id="rId36"/>
      <p:bold r:id="rId37"/>
      <p:italic r:id="rId38"/>
      <p:boldItalic r:id="rId39"/>
    </p:embeddedFont>
    <p:embeddedFont>
      <p:font typeface="Lato" panose="020F0502020204030203" pitchFamily="34" charset="0"/>
      <p:regular r:id="rId40"/>
      <p:bold r:id="rId41"/>
      <p:italic r:id="rId42"/>
      <p:boldItalic r:id="rId43"/>
    </p:embeddedFont>
    <p:embeddedFont>
      <p:font typeface="Raleway" pitchFamily="2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B903CD-9A70-439A-80ED-7C8A4BEA0F56}" v="190" dt="2025-08-18T17:47:34.5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61" autoAdjust="0"/>
  </p:normalViewPr>
  <p:slideViewPr>
    <p:cSldViewPr snapToGrid="0">
      <p:cViewPr>
        <p:scale>
          <a:sx n="66" d="100"/>
          <a:sy n="66" d="100"/>
        </p:scale>
        <p:origin x="1280" y="2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4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microsoft.com/office/2015/10/relationships/revisionInfo" Target="revisionInfo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9.fntdata"/><Relationship Id="rId52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8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1.fntdata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Aloo" userId="81d139e4-1a74-45bd-a04a-64f94c7d37c9" providerId="ADAL" clId="{9627AA60-679E-4260-9463-79512AB817D8}"/>
    <pc:docChg chg="modSld">
      <pc:chgData name="Christopher Aloo" userId="81d139e4-1a74-45bd-a04a-64f94c7d37c9" providerId="ADAL" clId="{9627AA60-679E-4260-9463-79512AB817D8}" dt="2025-02-22T08:36:52.103" v="0"/>
      <pc:docMkLst>
        <pc:docMk/>
      </pc:docMkLst>
      <pc:sldChg chg="addSp">
        <pc:chgData name="Christopher Aloo" userId="81d139e4-1a74-45bd-a04a-64f94c7d37c9" providerId="ADAL" clId="{9627AA60-679E-4260-9463-79512AB817D8}" dt="2025-02-22T08:36:52.103" v="0"/>
        <pc:sldMkLst>
          <pc:docMk/>
          <pc:sldMk cId="555297024" sldId="291"/>
        </pc:sldMkLst>
      </pc:sldChg>
    </pc:docChg>
  </pc:docChgLst>
  <pc:docChgLst>
    <pc:chgData name="Christopher Aloo" userId="81d139e4-1a74-45bd-a04a-64f94c7d37c9" providerId="ADAL" clId="{EF24F87A-B9F9-4619-BD96-3E29206E29C6}"/>
    <pc:docChg chg="custSel addSld modSld sldOrd">
      <pc:chgData name="Christopher Aloo" userId="81d139e4-1a74-45bd-a04a-64f94c7d37c9" providerId="ADAL" clId="{EF24F87A-B9F9-4619-BD96-3E29206E29C6}" dt="2025-08-16T10:04:23.431" v="105"/>
      <pc:docMkLst>
        <pc:docMk/>
      </pc:docMkLst>
      <pc:sldChg chg="addSp">
        <pc:chgData name="Christopher Aloo" userId="81d139e4-1a74-45bd-a04a-64f94c7d37c9" providerId="ADAL" clId="{EF24F87A-B9F9-4619-BD96-3E29206E29C6}" dt="2025-08-16T10:04:23.431" v="105"/>
        <pc:sldMkLst>
          <pc:docMk/>
          <pc:sldMk cId="1250749228" sldId="270"/>
        </pc:sldMkLst>
      </pc:sldChg>
      <pc:sldChg chg="addSp modSp mod">
        <pc:chgData name="Christopher Aloo" userId="81d139e4-1a74-45bd-a04a-64f94c7d37c9" providerId="ADAL" clId="{EF24F87A-B9F9-4619-BD96-3E29206E29C6}" dt="2025-08-16T10:04:23.431" v="105"/>
        <pc:sldMkLst>
          <pc:docMk/>
          <pc:sldMk cId="555297024" sldId="291"/>
        </pc:sldMkLst>
      </pc:sldChg>
      <pc:sldChg chg="addSp">
        <pc:chgData name="Christopher Aloo" userId="81d139e4-1a74-45bd-a04a-64f94c7d37c9" providerId="ADAL" clId="{EF24F87A-B9F9-4619-BD96-3E29206E29C6}" dt="2025-08-16T10:04:23.431" v="105"/>
        <pc:sldMkLst>
          <pc:docMk/>
          <pc:sldMk cId="305523129" sldId="293"/>
        </pc:sldMkLst>
      </pc:sldChg>
      <pc:sldChg chg="addSp">
        <pc:chgData name="Christopher Aloo" userId="81d139e4-1a74-45bd-a04a-64f94c7d37c9" providerId="ADAL" clId="{EF24F87A-B9F9-4619-BD96-3E29206E29C6}" dt="2025-08-16T10:04:23.431" v="105"/>
        <pc:sldMkLst>
          <pc:docMk/>
          <pc:sldMk cId="381314288" sldId="294"/>
        </pc:sldMkLst>
      </pc:sldChg>
      <pc:sldChg chg="addSp">
        <pc:chgData name="Christopher Aloo" userId="81d139e4-1a74-45bd-a04a-64f94c7d37c9" providerId="ADAL" clId="{EF24F87A-B9F9-4619-BD96-3E29206E29C6}" dt="2025-08-16T10:04:23.431" v="105"/>
        <pc:sldMkLst>
          <pc:docMk/>
          <pc:sldMk cId="3121508983" sldId="295"/>
        </pc:sldMkLst>
      </pc:sldChg>
      <pc:sldChg chg="addSp">
        <pc:chgData name="Christopher Aloo" userId="81d139e4-1a74-45bd-a04a-64f94c7d37c9" providerId="ADAL" clId="{EF24F87A-B9F9-4619-BD96-3E29206E29C6}" dt="2025-08-16T10:04:23.431" v="105"/>
        <pc:sldMkLst>
          <pc:docMk/>
          <pc:sldMk cId="2056522040" sldId="296"/>
        </pc:sldMkLst>
      </pc:sldChg>
      <pc:sldChg chg="addSp">
        <pc:chgData name="Christopher Aloo" userId="81d139e4-1a74-45bd-a04a-64f94c7d37c9" providerId="ADAL" clId="{EF24F87A-B9F9-4619-BD96-3E29206E29C6}" dt="2025-08-16T10:04:23.431" v="105"/>
        <pc:sldMkLst>
          <pc:docMk/>
          <pc:sldMk cId="548998681" sldId="300"/>
        </pc:sldMkLst>
      </pc:sldChg>
      <pc:sldChg chg="addSp">
        <pc:chgData name="Christopher Aloo" userId="81d139e4-1a74-45bd-a04a-64f94c7d37c9" providerId="ADAL" clId="{EF24F87A-B9F9-4619-BD96-3E29206E29C6}" dt="2025-08-16T10:04:23.431" v="105"/>
        <pc:sldMkLst>
          <pc:docMk/>
          <pc:sldMk cId="2679145969" sldId="305"/>
        </pc:sldMkLst>
      </pc:sldChg>
      <pc:sldChg chg="addSp">
        <pc:chgData name="Christopher Aloo" userId="81d139e4-1a74-45bd-a04a-64f94c7d37c9" providerId="ADAL" clId="{EF24F87A-B9F9-4619-BD96-3E29206E29C6}" dt="2025-08-16T10:04:23.431" v="105"/>
        <pc:sldMkLst>
          <pc:docMk/>
          <pc:sldMk cId="1875087664" sldId="307"/>
        </pc:sldMkLst>
      </pc:sldChg>
      <pc:sldChg chg="addSp">
        <pc:chgData name="Christopher Aloo" userId="81d139e4-1a74-45bd-a04a-64f94c7d37c9" providerId="ADAL" clId="{EF24F87A-B9F9-4619-BD96-3E29206E29C6}" dt="2025-08-16T10:04:23.431" v="105"/>
        <pc:sldMkLst>
          <pc:docMk/>
          <pc:sldMk cId="3522907835" sldId="311"/>
        </pc:sldMkLst>
      </pc:sldChg>
      <pc:sldChg chg="addSp">
        <pc:chgData name="Christopher Aloo" userId="81d139e4-1a74-45bd-a04a-64f94c7d37c9" providerId="ADAL" clId="{EF24F87A-B9F9-4619-BD96-3E29206E29C6}" dt="2025-08-16T10:04:23.431" v="105"/>
        <pc:sldMkLst>
          <pc:docMk/>
          <pc:sldMk cId="811530729" sldId="313"/>
        </pc:sldMkLst>
      </pc:sldChg>
      <pc:sldChg chg="addSp">
        <pc:chgData name="Christopher Aloo" userId="81d139e4-1a74-45bd-a04a-64f94c7d37c9" providerId="ADAL" clId="{EF24F87A-B9F9-4619-BD96-3E29206E29C6}" dt="2025-08-16T10:04:23.431" v="105"/>
        <pc:sldMkLst>
          <pc:docMk/>
          <pc:sldMk cId="3330064731" sldId="315"/>
        </pc:sldMkLst>
      </pc:sldChg>
      <pc:sldChg chg="addSp delSp modSp add mod ord">
        <pc:chgData name="Christopher Aloo" userId="81d139e4-1a74-45bd-a04a-64f94c7d37c9" providerId="ADAL" clId="{EF24F87A-B9F9-4619-BD96-3E29206E29C6}" dt="2025-08-16T10:04:23.431" v="105"/>
        <pc:sldMkLst>
          <pc:docMk/>
          <pc:sldMk cId="352427442" sldId="316"/>
        </pc:sldMkLst>
        <pc:graphicFrameChg chg="add mod modGraphic">
          <ac:chgData name="Christopher Aloo" userId="81d139e4-1a74-45bd-a04a-64f94c7d37c9" providerId="ADAL" clId="{EF24F87A-B9F9-4619-BD96-3E29206E29C6}" dt="2025-08-16T08:45:03.350" v="98" actId="1076"/>
          <ac:graphicFrameMkLst>
            <pc:docMk/>
            <pc:sldMk cId="352427442" sldId="316"/>
            <ac:graphicFrameMk id="29" creationId="{0B84017E-0A10-D389-09B6-CA24E8716F26}"/>
          </ac:graphicFrameMkLst>
        </pc:graphicFrameChg>
      </pc:sldChg>
      <pc:sldChg chg="addSp delSp add mod">
        <pc:chgData name="Christopher Aloo" userId="81d139e4-1a74-45bd-a04a-64f94c7d37c9" providerId="ADAL" clId="{EF24F87A-B9F9-4619-BD96-3E29206E29C6}" dt="2025-08-16T10:04:23.431" v="105"/>
        <pc:sldMkLst>
          <pc:docMk/>
          <pc:sldMk cId="2654229067" sldId="317"/>
        </pc:sldMkLst>
      </pc:sldChg>
      <pc:sldChg chg="addSp add ord">
        <pc:chgData name="Christopher Aloo" userId="81d139e4-1a74-45bd-a04a-64f94c7d37c9" providerId="ADAL" clId="{EF24F87A-B9F9-4619-BD96-3E29206E29C6}" dt="2025-08-16T10:04:23.431" v="105"/>
        <pc:sldMkLst>
          <pc:docMk/>
          <pc:sldMk cId="597391997" sldId="318"/>
        </pc:sldMkLst>
      </pc:sldChg>
    </pc:docChg>
  </pc:docChgLst>
  <pc:docChgLst>
    <pc:chgData name="Christopher Aloo" userId="81d139e4-1a74-45bd-a04a-64f94c7d37c9" providerId="ADAL" clId="{E7987F6F-D4EF-420F-86A8-4A23E89472B3}"/>
    <pc:docChg chg="custSel addSld delSld modSld sldOrd">
      <pc:chgData name="Christopher Aloo" userId="81d139e4-1a74-45bd-a04a-64f94c7d37c9" providerId="ADAL" clId="{E7987F6F-D4EF-420F-86A8-4A23E89472B3}" dt="2025-07-10T18:16:51.702" v="1350" actId="47"/>
      <pc:docMkLst>
        <pc:docMk/>
      </pc:docMkLst>
      <pc:sldChg chg="addSp delSp modSp mod">
        <pc:chgData name="Christopher Aloo" userId="81d139e4-1a74-45bd-a04a-64f94c7d37c9" providerId="ADAL" clId="{E7987F6F-D4EF-420F-86A8-4A23E89472B3}" dt="2025-07-09T18:41:36.250" v="228"/>
        <pc:sldMkLst>
          <pc:docMk/>
          <pc:sldMk cId="305523129" sldId="293"/>
        </pc:sldMkLst>
      </pc:sldChg>
      <pc:sldChg chg="addSp delSp modSp mod">
        <pc:chgData name="Christopher Aloo" userId="81d139e4-1a74-45bd-a04a-64f94c7d37c9" providerId="ADAL" clId="{E7987F6F-D4EF-420F-86A8-4A23E89472B3}" dt="2025-07-09T18:42:28.545" v="250" actId="9405"/>
        <pc:sldMkLst>
          <pc:docMk/>
          <pc:sldMk cId="381314288" sldId="294"/>
        </pc:sldMkLst>
      </pc:sldChg>
      <pc:sldChg chg="addSp delSp modSp mod">
        <pc:chgData name="Christopher Aloo" userId="81d139e4-1a74-45bd-a04a-64f94c7d37c9" providerId="ADAL" clId="{E7987F6F-D4EF-420F-86A8-4A23E89472B3}" dt="2025-07-10T18:03:43.448" v="1348"/>
        <pc:sldMkLst>
          <pc:docMk/>
          <pc:sldMk cId="548998681" sldId="300"/>
        </pc:sldMkLst>
      </pc:sldChg>
      <pc:sldChg chg="addSp delSp modSp mod">
        <pc:chgData name="Christopher Aloo" userId="81d139e4-1a74-45bd-a04a-64f94c7d37c9" providerId="ADAL" clId="{E7987F6F-D4EF-420F-86A8-4A23E89472B3}" dt="2025-07-10T17:39:25.269" v="436"/>
        <pc:sldMkLst>
          <pc:docMk/>
          <pc:sldMk cId="786571099" sldId="303"/>
        </pc:sldMkLst>
      </pc:sldChg>
      <pc:sldChg chg="addSp delSp modSp add mod">
        <pc:chgData name="Christopher Aloo" userId="81d139e4-1a74-45bd-a04a-64f94c7d37c9" providerId="ADAL" clId="{E7987F6F-D4EF-420F-86A8-4A23E89472B3}" dt="2025-07-09T18:26:02.963" v="128"/>
        <pc:sldMkLst>
          <pc:docMk/>
          <pc:sldMk cId="2679145969" sldId="305"/>
        </pc:sldMkLst>
      </pc:sldChg>
      <pc:sldChg chg="add">
        <pc:chgData name="Christopher Aloo" userId="81d139e4-1a74-45bd-a04a-64f94c7d37c9" providerId="ADAL" clId="{E7987F6F-D4EF-420F-86A8-4A23E89472B3}" dt="2025-07-10T17:34:17.031" v="251" actId="2890"/>
        <pc:sldMkLst>
          <pc:docMk/>
          <pc:sldMk cId="1701052150" sldId="306"/>
        </pc:sldMkLst>
      </pc:sldChg>
      <pc:sldChg chg="addSp delSp modSp new mod">
        <pc:chgData name="Christopher Aloo" userId="81d139e4-1a74-45bd-a04a-64f94c7d37c9" providerId="ADAL" clId="{E7987F6F-D4EF-420F-86A8-4A23E89472B3}" dt="2025-07-10T17:43:06.619" v="600"/>
        <pc:sldMkLst>
          <pc:docMk/>
          <pc:sldMk cId="1875087664" sldId="307"/>
        </pc:sldMkLst>
      </pc:sldChg>
      <pc:sldChg chg="addSp delSp modSp new mod">
        <pc:chgData name="Christopher Aloo" userId="81d139e4-1a74-45bd-a04a-64f94c7d37c9" providerId="ADAL" clId="{E7987F6F-D4EF-420F-86A8-4A23E89472B3}" dt="2025-07-10T17:47:10.991" v="767"/>
        <pc:sldMkLst>
          <pc:docMk/>
          <pc:sldMk cId="3893798214" sldId="308"/>
        </pc:sldMkLst>
      </pc:sldChg>
      <pc:sldChg chg="addSp delSp modSp new mod">
        <pc:chgData name="Christopher Aloo" userId="81d139e4-1a74-45bd-a04a-64f94c7d37c9" providerId="ADAL" clId="{E7987F6F-D4EF-420F-86A8-4A23E89472B3}" dt="2025-07-10T17:49:22.388" v="857"/>
        <pc:sldMkLst>
          <pc:docMk/>
          <pc:sldMk cId="901039197" sldId="309"/>
        </pc:sldMkLst>
      </pc:sldChg>
      <pc:sldChg chg="addSp delSp modSp new mod">
        <pc:chgData name="Christopher Aloo" userId="81d139e4-1a74-45bd-a04a-64f94c7d37c9" providerId="ADAL" clId="{E7987F6F-D4EF-420F-86A8-4A23E89472B3}" dt="2025-07-10T17:50:08.723" v="922"/>
        <pc:sldMkLst>
          <pc:docMk/>
          <pc:sldMk cId="3309296668" sldId="310"/>
        </pc:sldMkLst>
      </pc:sldChg>
      <pc:sldChg chg="addSp delSp modSp new mod">
        <pc:chgData name="Christopher Aloo" userId="81d139e4-1a74-45bd-a04a-64f94c7d37c9" providerId="ADAL" clId="{E7987F6F-D4EF-420F-86A8-4A23E89472B3}" dt="2025-07-10T17:51:50.536" v="1016"/>
        <pc:sldMkLst>
          <pc:docMk/>
          <pc:sldMk cId="3522907835" sldId="311"/>
        </pc:sldMkLst>
      </pc:sldChg>
      <pc:sldChg chg="modSp new del mod ord">
        <pc:chgData name="Christopher Aloo" userId="81d139e4-1a74-45bd-a04a-64f94c7d37c9" providerId="ADAL" clId="{E7987F6F-D4EF-420F-86A8-4A23E89472B3}" dt="2025-07-10T18:16:46.462" v="1349" actId="47"/>
        <pc:sldMkLst>
          <pc:docMk/>
          <pc:sldMk cId="169618300" sldId="312"/>
        </pc:sldMkLst>
      </pc:sldChg>
      <pc:sldChg chg="addSp delSp modSp new mod">
        <pc:chgData name="Christopher Aloo" userId="81d139e4-1a74-45bd-a04a-64f94c7d37c9" providerId="ADAL" clId="{E7987F6F-D4EF-420F-86A8-4A23E89472B3}" dt="2025-07-10T17:57:22.969" v="1183"/>
        <pc:sldMkLst>
          <pc:docMk/>
          <pc:sldMk cId="811530729" sldId="313"/>
        </pc:sldMkLst>
      </pc:sldChg>
      <pc:sldChg chg="addSp delSp modSp new del mod">
        <pc:chgData name="Christopher Aloo" userId="81d139e4-1a74-45bd-a04a-64f94c7d37c9" providerId="ADAL" clId="{E7987F6F-D4EF-420F-86A8-4A23E89472B3}" dt="2025-07-10T18:16:51.702" v="1350" actId="47"/>
        <pc:sldMkLst>
          <pc:docMk/>
          <pc:sldMk cId="1478756609" sldId="314"/>
        </pc:sldMkLst>
      </pc:sldChg>
      <pc:sldChg chg="addSp delSp modSp new mod">
        <pc:chgData name="Christopher Aloo" userId="81d139e4-1a74-45bd-a04a-64f94c7d37c9" providerId="ADAL" clId="{E7987F6F-D4EF-420F-86A8-4A23E89472B3}" dt="2025-07-10T18:00:08.372" v="1301"/>
        <pc:sldMkLst>
          <pc:docMk/>
          <pc:sldMk cId="3330064731" sldId="315"/>
        </pc:sldMkLst>
      </pc:sldChg>
      <pc:sldMasterChg chg="delSldLayout">
        <pc:chgData name="Christopher Aloo" userId="81d139e4-1a74-45bd-a04a-64f94c7d37c9" providerId="ADAL" clId="{E7987F6F-D4EF-420F-86A8-4A23E89472B3}" dt="2025-07-10T18:16:46.462" v="1349" actId="47"/>
        <pc:sldMasterMkLst>
          <pc:docMk/>
          <pc:sldMasterMk cId="0" sldId="2147483659"/>
        </pc:sldMasterMkLst>
        <pc:sldLayoutChg chg="del">
          <pc:chgData name="Christopher Aloo" userId="81d139e4-1a74-45bd-a04a-64f94c7d37c9" providerId="ADAL" clId="{E7987F6F-D4EF-420F-86A8-4A23E89472B3}" dt="2025-07-10T18:16:46.462" v="1349" actId="47"/>
          <pc:sldLayoutMkLst>
            <pc:docMk/>
            <pc:sldMasterMk cId="0" sldId="2147483659"/>
            <pc:sldLayoutMk cId="0" sldId="2147483657"/>
          </pc:sldLayoutMkLst>
        </pc:sldLayoutChg>
      </pc:sldMasterChg>
    </pc:docChg>
  </pc:docChgLst>
  <pc:docChgLst>
    <pc:chgData name="Christopher Aloo" userId="81d139e4-1a74-45bd-a04a-64f94c7d37c9" providerId="ADAL" clId="{EBB903CD-9A70-439A-80ED-7C8A4BEA0F56}"/>
    <pc:docChg chg="undo custSel addSld delSld modSld sldOrd">
      <pc:chgData name="Christopher Aloo" userId="81d139e4-1a74-45bd-a04a-64f94c7d37c9" providerId="ADAL" clId="{EBB903CD-9A70-439A-80ED-7C8A4BEA0F56}" dt="2025-08-18T17:48:10.371" v="1287" actId="207"/>
      <pc:docMkLst>
        <pc:docMk/>
      </pc:docMkLst>
      <pc:sldChg chg="modSp mod">
        <pc:chgData name="Christopher Aloo" userId="81d139e4-1a74-45bd-a04a-64f94c7d37c9" providerId="ADAL" clId="{EBB903CD-9A70-439A-80ED-7C8A4BEA0F56}" dt="2025-08-18T17:04:06.324" v="19" actId="20577"/>
        <pc:sldMkLst>
          <pc:docMk/>
          <pc:sldMk cId="0" sldId="256"/>
        </pc:sldMkLst>
        <pc:spChg chg="mod">
          <ac:chgData name="Christopher Aloo" userId="81d139e4-1a74-45bd-a04a-64f94c7d37c9" providerId="ADAL" clId="{EBB903CD-9A70-439A-80ED-7C8A4BEA0F56}" dt="2025-08-18T17:04:06.324" v="19" actId="20577"/>
          <ac:spMkLst>
            <pc:docMk/>
            <pc:sldMk cId="0" sldId="256"/>
            <ac:spMk id="2" creationId="{583644C7-D4DF-543E-6801-D112434A16B3}"/>
          </ac:spMkLst>
        </pc:spChg>
      </pc:sldChg>
      <pc:sldChg chg="del">
        <pc:chgData name="Christopher Aloo" userId="81d139e4-1a74-45bd-a04a-64f94c7d37c9" providerId="ADAL" clId="{EBB903CD-9A70-439A-80ED-7C8A4BEA0F56}" dt="2025-08-18T17:04:19.099" v="34" actId="47"/>
        <pc:sldMkLst>
          <pc:docMk/>
          <pc:sldMk cId="1250749228" sldId="270"/>
        </pc:sldMkLst>
      </pc:sldChg>
      <pc:sldChg chg="modSp mod">
        <pc:chgData name="Christopher Aloo" userId="81d139e4-1a74-45bd-a04a-64f94c7d37c9" providerId="ADAL" clId="{EBB903CD-9A70-439A-80ED-7C8A4BEA0F56}" dt="2025-08-18T17:04:14.807" v="33" actId="20577"/>
        <pc:sldMkLst>
          <pc:docMk/>
          <pc:sldMk cId="2434392186" sldId="281"/>
        </pc:sldMkLst>
        <pc:spChg chg="mod">
          <ac:chgData name="Christopher Aloo" userId="81d139e4-1a74-45bd-a04a-64f94c7d37c9" providerId="ADAL" clId="{EBB903CD-9A70-439A-80ED-7C8A4BEA0F56}" dt="2025-08-18T17:04:14.807" v="33" actId="20577"/>
          <ac:spMkLst>
            <pc:docMk/>
            <pc:sldMk cId="2434392186" sldId="281"/>
            <ac:spMk id="67" creationId="{BEF3944A-EAD5-EE28-C376-A58B05C4B247}"/>
          </ac:spMkLst>
        </pc:spChg>
      </pc:sldChg>
      <pc:sldChg chg="modSp mod">
        <pc:chgData name="Christopher Aloo" userId="81d139e4-1a74-45bd-a04a-64f94c7d37c9" providerId="ADAL" clId="{EBB903CD-9A70-439A-80ED-7C8A4BEA0F56}" dt="2025-08-18T17:07:24.778" v="206" actId="20577"/>
        <pc:sldMkLst>
          <pc:docMk/>
          <pc:sldMk cId="2684525786" sldId="282"/>
        </pc:sldMkLst>
        <pc:spChg chg="mod">
          <ac:chgData name="Christopher Aloo" userId="81d139e4-1a74-45bd-a04a-64f94c7d37c9" providerId="ADAL" clId="{EBB903CD-9A70-439A-80ED-7C8A4BEA0F56}" dt="2025-08-18T17:07:24.778" v="206" actId="20577"/>
          <ac:spMkLst>
            <pc:docMk/>
            <pc:sldMk cId="2684525786" sldId="282"/>
            <ac:spMk id="67" creationId="{734BEFDA-A1E4-03EA-A5FE-83A7DD30846F}"/>
          </ac:spMkLst>
        </pc:spChg>
      </pc:sldChg>
      <pc:sldChg chg="addSp delSp modSp mod">
        <pc:chgData name="Christopher Aloo" userId="81d139e4-1a74-45bd-a04a-64f94c7d37c9" providerId="ADAL" clId="{EBB903CD-9A70-439A-80ED-7C8A4BEA0F56}" dt="2025-08-18T17:19:30.281" v="281"/>
        <pc:sldMkLst>
          <pc:docMk/>
          <pc:sldMk cId="555297024" sldId="291"/>
        </pc:sldMkLst>
        <pc:spChg chg="del">
          <ac:chgData name="Christopher Aloo" userId="81d139e4-1a74-45bd-a04a-64f94c7d37c9" providerId="ADAL" clId="{EBB903CD-9A70-439A-80ED-7C8A4BEA0F56}" dt="2025-08-18T17:04:25.621" v="37" actId="478"/>
          <ac:spMkLst>
            <pc:docMk/>
            <pc:sldMk cId="555297024" sldId="291"/>
            <ac:spMk id="4" creationId="{D0CFC9E8-FE70-7630-3094-7E1E916AA37C}"/>
          </ac:spMkLst>
        </pc:spChg>
        <pc:grpChg chg="del mod">
          <ac:chgData name="Christopher Aloo" userId="81d139e4-1a74-45bd-a04a-64f94c7d37c9" providerId="ADAL" clId="{EBB903CD-9A70-439A-80ED-7C8A4BEA0F56}" dt="2025-08-18T17:19:30.281" v="281"/>
          <ac:grpSpMkLst>
            <pc:docMk/>
            <pc:sldMk cId="555297024" sldId="291"/>
            <ac:grpSpMk id="12" creationId="{19B99A39-7FC2-7F1B-18C1-CDAE4B710C6E}"/>
          </ac:grpSpMkLst>
        </pc:grpChg>
        <pc:grpChg chg="del mod">
          <ac:chgData name="Christopher Aloo" userId="81d139e4-1a74-45bd-a04a-64f94c7d37c9" providerId="ADAL" clId="{EBB903CD-9A70-439A-80ED-7C8A4BEA0F56}" dt="2025-08-18T17:19:30.281" v="281"/>
          <ac:grpSpMkLst>
            <pc:docMk/>
            <pc:sldMk cId="555297024" sldId="291"/>
            <ac:grpSpMk id="18" creationId="{36FAE986-5D4D-F417-9748-53AD290BC4CF}"/>
          </ac:grpSpMkLst>
        </pc:grpChg>
        <pc:grpChg chg="del mod">
          <ac:chgData name="Christopher Aloo" userId="81d139e4-1a74-45bd-a04a-64f94c7d37c9" providerId="ADAL" clId="{EBB903CD-9A70-439A-80ED-7C8A4BEA0F56}" dt="2025-08-18T17:19:30.281" v="281"/>
          <ac:grpSpMkLst>
            <pc:docMk/>
            <pc:sldMk cId="555297024" sldId="291"/>
            <ac:grpSpMk id="32" creationId="{5C6BCB78-8F78-5928-C075-13E105FCE360}"/>
          </ac:grpSpMkLst>
        </pc:grpChg>
        <pc:grpChg chg="mod">
          <ac:chgData name="Christopher Aloo" userId="81d139e4-1a74-45bd-a04a-64f94c7d37c9" providerId="ADAL" clId="{EBB903CD-9A70-439A-80ED-7C8A4BEA0F56}" dt="2025-08-18T17:19:30.281" v="281"/>
          <ac:grpSpMkLst>
            <pc:docMk/>
            <pc:sldMk cId="555297024" sldId="291"/>
            <ac:grpSpMk id="39" creationId="{148D7E4A-2145-C727-1D53-70A46234E34F}"/>
          </ac:grpSpMkLst>
        </pc:grpChg>
        <pc:inkChg chg="del">
          <ac:chgData name="Christopher Aloo" userId="81d139e4-1a74-45bd-a04a-64f94c7d37c9" providerId="ADAL" clId="{EBB903CD-9A70-439A-80ED-7C8A4BEA0F56}" dt="2025-08-18T17:04:21.882" v="36" actId="478"/>
          <ac:inkMkLst>
            <pc:docMk/>
            <pc:sldMk cId="555297024" sldId="291"/>
            <ac:inkMk id="2" creationId="{65F58F5D-6391-CFA4-6FB3-EBC676533A5E}"/>
          </ac:inkMkLst>
        </pc:inkChg>
        <pc:inkChg chg="del">
          <ac:chgData name="Christopher Aloo" userId="81d139e4-1a74-45bd-a04a-64f94c7d37c9" providerId="ADAL" clId="{EBB903CD-9A70-439A-80ED-7C8A4BEA0F56}" dt="2025-08-18T17:04:25.621" v="37" actId="478"/>
          <ac:inkMkLst>
            <pc:docMk/>
            <pc:sldMk cId="555297024" sldId="291"/>
            <ac:inkMk id="3" creationId="{69D6FB26-A674-9206-933D-A47678EC3C6C}"/>
          </ac:inkMkLst>
        </pc:inkChg>
        <pc:inkChg chg="del">
          <ac:chgData name="Christopher Aloo" userId="81d139e4-1a74-45bd-a04a-64f94c7d37c9" providerId="ADAL" clId="{EBB903CD-9A70-439A-80ED-7C8A4BEA0F56}" dt="2025-08-18T17:04:25.621" v="37" actId="478"/>
          <ac:inkMkLst>
            <pc:docMk/>
            <pc:sldMk cId="555297024" sldId="291"/>
            <ac:inkMk id="5" creationId="{71970102-709A-9FD0-BA3C-FC89CBE8CED0}"/>
          </ac:inkMkLst>
        </pc:inkChg>
        <pc:inkChg chg="add mod">
          <ac:chgData name="Christopher Aloo" userId="81d139e4-1a74-45bd-a04a-64f94c7d37c9" providerId="ADAL" clId="{EBB903CD-9A70-439A-80ED-7C8A4BEA0F56}" dt="2025-08-18T17:19:13.923" v="254"/>
          <ac:inkMkLst>
            <pc:docMk/>
            <pc:sldMk cId="555297024" sldId="291"/>
            <ac:inkMk id="6" creationId="{7F4F1972-DDC5-61A8-5082-A60D1681ABCC}"/>
          </ac:inkMkLst>
        </pc:inkChg>
        <pc:inkChg chg="add mod">
          <ac:chgData name="Christopher Aloo" userId="81d139e4-1a74-45bd-a04a-64f94c7d37c9" providerId="ADAL" clId="{EBB903CD-9A70-439A-80ED-7C8A4BEA0F56}" dt="2025-08-18T17:19:13.923" v="254"/>
          <ac:inkMkLst>
            <pc:docMk/>
            <pc:sldMk cId="555297024" sldId="291"/>
            <ac:inkMk id="7" creationId="{C04C71B4-F855-F213-DB07-F7F19D5B2B90}"/>
          </ac:inkMkLst>
        </pc:inkChg>
        <pc:inkChg chg="add mod">
          <ac:chgData name="Christopher Aloo" userId="81d139e4-1a74-45bd-a04a-64f94c7d37c9" providerId="ADAL" clId="{EBB903CD-9A70-439A-80ED-7C8A4BEA0F56}" dt="2025-08-18T17:19:13.923" v="254"/>
          <ac:inkMkLst>
            <pc:docMk/>
            <pc:sldMk cId="555297024" sldId="291"/>
            <ac:inkMk id="8" creationId="{17E1DA1E-C2A9-6C3B-0D21-67A90B9F65DF}"/>
          </ac:inkMkLst>
        </pc:inkChg>
        <pc:inkChg chg="add mod">
          <ac:chgData name="Christopher Aloo" userId="81d139e4-1a74-45bd-a04a-64f94c7d37c9" providerId="ADAL" clId="{EBB903CD-9A70-439A-80ED-7C8A4BEA0F56}" dt="2025-08-18T17:19:30.281" v="281"/>
          <ac:inkMkLst>
            <pc:docMk/>
            <pc:sldMk cId="555297024" sldId="291"/>
            <ac:inkMk id="9" creationId="{0E0EB34C-384E-F69D-40E0-BE8F3AB5DAC2}"/>
          </ac:inkMkLst>
        </pc:inkChg>
        <pc:inkChg chg="add mod">
          <ac:chgData name="Christopher Aloo" userId="81d139e4-1a74-45bd-a04a-64f94c7d37c9" providerId="ADAL" clId="{EBB903CD-9A70-439A-80ED-7C8A4BEA0F56}" dt="2025-08-18T17:19:13.923" v="254"/>
          <ac:inkMkLst>
            <pc:docMk/>
            <pc:sldMk cId="555297024" sldId="291"/>
            <ac:inkMk id="10" creationId="{1BD7F81E-90BA-428B-3C2B-85EE3499DD89}"/>
          </ac:inkMkLst>
        </pc:inkChg>
        <pc:inkChg chg="add mod">
          <ac:chgData name="Christopher Aloo" userId="81d139e4-1a74-45bd-a04a-64f94c7d37c9" providerId="ADAL" clId="{EBB903CD-9A70-439A-80ED-7C8A4BEA0F56}" dt="2025-08-18T17:19:30.281" v="281"/>
          <ac:inkMkLst>
            <pc:docMk/>
            <pc:sldMk cId="555297024" sldId="291"/>
            <ac:inkMk id="11" creationId="{50B7AE5C-6393-A174-ADE0-47987FFD1C29}"/>
          </ac:inkMkLst>
        </pc:inkChg>
        <pc:inkChg chg="add">
          <ac:chgData name="Christopher Aloo" userId="81d139e4-1a74-45bd-a04a-64f94c7d37c9" providerId="ADAL" clId="{EBB903CD-9A70-439A-80ED-7C8A4BEA0F56}" dt="2025-08-18T17:19:14.493" v="255" actId="9405"/>
          <ac:inkMkLst>
            <pc:docMk/>
            <pc:sldMk cId="555297024" sldId="291"/>
            <ac:inkMk id="13" creationId="{449C6607-D98F-7835-F957-E3E74F6FA16B}"/>
          </ac:inkMkLst>
        </pc:inkChg>
        <pc:inkChg chg="add">
          <ac:chgData name="Christopher Aloo" userId="81d139e4-1a74-45bd-a04a-64f94c7d37c9" providerId="ADAL" clId="{EBB903CD-9A70-439A-80ED-7C8A4BEA0F56}" dt="2025-08-18T17:19:14.742" v="256" actId="9405"/>
          <ac:inkMkLst>
            <pc:docMk/>
            <pc:sldMk cId="555297024" sldId="291"/>
            <ac:inkMk id="14" creationId="{5470756D-953C-BD9B-9936-43D806E3320A}"/>
          </ac:inkMkLst>
        </pc:inkChg>
        <pc:inkChg chg="add mod">
          <ac:chgData name="Christopher Aloo" userId="81d139e4-1a74-45bd-a04a-64f94c7d37c9" providerId="ADAL" clId="{EBB903CD-9A70-439A-80ED-7C8A4BEA0F56}" dt="2025-08-18T17:19:30.281" v="281"/>
          <ac:inkMkLst>
            <pc:docMk/>
            <pc:sldMk cId="555297024" sldId="291"/>
            <ac:inkMk id="15" creationId="{19314F87-6ACC-A2B4-4702-4B9170E3B0FE}"/>
          </ac:inkMkLst>
        </pc:inkChg>
        <pc:inkChg chg="add mod">
          <ac:chgData name="Christopher Aloo" userId="81d139e4-1a74-45bd-a04a-64f94c7d37c9" providerId="ADAL" clId="{EBB903CD-9A70-439A-80ED-7C8A4BEA0F56}" dt="2025-08-18T17:19:30.281" v="281"/>
          <ac:inkMkLst>
            <pc:docMk/>
            <pc:sldMk cId="555297024" sldId="291"/>
            <ac:inkMk id="16" creationId="{7826604D-0D19-714B-0642-C9FA5B5DDF21}"/>
          </ac:inkMkLst>
        </pc:inkChg>
        <pc:inkChg chg="add mod">
          <ac:chgData name="Christopher Aloo" userId="81d139e4-1a74-45bd-a04a-64f94c7d37c9" providerId="ADAL" clId="{EBB903CD-9A70-439A-80ED-7C8A4BEA0F56}" dt="2025-08-18T17:19:17.959" v="260"/>
          <ac:inkMkLst>
            <pc:docMk/>
            <pc:sldMk cId="555297024" sldId="291"/>
            <ac:inkMk id="17" creationId="{9B7C3394-9336-98B4-218B-8FBA227AE442}"/>
          </ac:inkMkLst>
        </pc:inkChg>
        <pc:inkChg chg="add">
          <ac:chgData name="Christopher Aloo" userId="81d139e4-1a74-45bd-a04a-64f94c7d37c9" providerId="ADAL" clId="{EBB903CD-9A70-439A-80ED-7C8A4BEA0F56}" dt="2025-08-18T17:19:21.389" v="261" actId="9405"/>
          <ac:inkMkLst>
            <pc:docMk/>
            <pc:sldMk cId="555297024" sldId="291"/>
            <ac:inkMk id="19" creationId="{B46204F3-64CC-3D59-B0EB-9EF0D136D7FC}"/>
          </ac:inkMkLst>
        </pc:inkChg>
        <pc:inkChg chg="add mod">
          <ac:chgData name="Christopher Aloo" userId="81d139e4-1a74-45bd-a04a-64f94c7d37c9" providerId="ADAL" clId="{EBB903CD-9A70-439A-80ED-7C8A4BEA0F56}" dt="2025-08-18T17:19:26.849" v="274"/>
          <ac:inkMkLst>
            <pc:docMk/>
            <pc:sldMk cId="555297024" sldId="291"/>
            <ac:inkMk id="20" creationId="{665D6F5D-9B62-5FC4-7C02-D64436552E8B}"/>
          </ac:inkMkLst>
        </pc:inkChg>
        <pc:inkChg chg="add mod">
          <ac:chgData name="Christopher Aloo" userId="81d139e4-1a74-45bd-a04a-64f94c7d37c9" providerId="ADAL" clId="{EBB903CD-9A70-439A-80ED-7C8A4BEA0F56}" dt="2025-08-18T17:19:26.849" v="274"/>
          <ac:inkMkLst>
            <pc:docMk/>
            <pc:sldMk cId="555297024" sldId="291"/>
            <ac:inkMk id="21" creationId="{52E03C5F-F41A-13F2-5A4C-94E26E92D3B0}"/>
          </ac:inkMkLst>
        </pc:inkChg>
        <pc:inkChg chg="add">
          <ac:chgData name="Christopher Aloo" userId="81d139e4-1a74-45bd-a04a-64f94c7d37c9" providerId="ADAL" clId="{EBB903CD-9A70-439A-80ED-7C8A4BEA0F56}" dt="2025-08-18T17:19:22.744" v="264" actId="9405"/>
          <ac:inkMkLst>
            <pc:docMk/>
            <pc:sldMk cId="555297024" sldId="291"/>
            <ac:inkMk id="22" creationId="{32C21F85-C3F1-E844-CFBA-FF900C64D95A}"/>
          </ac:inkMkLst>
        </pc:inkChg>
        <pc:inkChg chg="add">
          <ac:chgData name="Christopher Aloo" userId="81d139e4-1a74-45bd-a04a-64f94c7d37c9" providerId="ADAL" clId="{EBB903CD-9A70-439A-80ED-7C8A4BEA0F56}" dt="2025-08-18T17:19:23.226" v="265" actId="9405"/>
          <ac:inkMkLst>
            <pc:docMk/>
            <pc:sldMk cId="555297024" sldId="291"/>
            <ac:inkMk id="23" creationId="{FC391545-51E8-566B-5D71-CD29E457C57F}"/>
          </ac:inkMkLst>
        </pc:inkChg>
        <pc:inkChg chg="add">
          <ac:chgData name="Christopher Aloo" userId="81d139e4-1a74-45bd-a04a-64f94c7d37c9" providerId="ADAL" clId="{EBB903CD-9A70-439A-80ED-7C8A4BEA0F56}" dt="2025-08-18T17:19:23.704" v="266" actId="9405"/>
          <ac:inkMkLst>
            <pc:docMk/>
            <pc:sldMk cId="555297024" sldId="291"/>
            <ac:inkMk id="24" creationId="{1C592355-8EFC-BF93-1D81-17A33E1E2497}"/>
          </ac:inkMkLst>
        </pc:inkChg>
        <pc:inkChg chg="add mod">
          <ac:chgData name="Christopher Aloo" userId="81d139e4-1a74-45bd-a04a-64f94c7d37c9" providerId="ADAL" clId="{EBB903CD-9A70-439A-80ED-7C8A4BEA0F56}" dt="2025-08-18T17:19:26.849" v="274"/>
          <ac:inkMkLst>
            <pc:docMk/>
            <pc:sldMk cId="555297024" sldId="291"/>
            <ac:inkMk id="25" creationId="{BB5EA47F-44DC-A4C8-5D75-2C66908694EA}"/>
          </ac:inkMkLst>
        </pc:inkChg>
        <pc:inkChg chg="add mod">
          <ac:chgData name="Christopher Aloo" userId="81d139e4-1a74-45bd-a04a-64f94c7d37c9" providerId="ADAL" clId="{EBB903CD-9A70-439A-80ED-7C8A4BEA0F56}" dt="2025-08-18T17:19:26.849" v="274"/>
          <ac:inkMkLst>
            <pc:docMk/>
            <pc:sldMk cId="555297024" sldId="291"/>
            <ac:inkMk id="26" creationId="{0D65EB79-679B-E329-67EF-FD8C0C95EF93}"/>
          </ac:inkMkLst>
        </pc:inkChg>
        <pc:inkChg chg="add mod">
          <ac:chgData name="Christopher Aloo" userId="81d139e4-1a74-45bd-a04a-64f94c7d37c9" providerId="ADAL" clId="{EBB903CD-9A70-439A-80ED-7C8A4BEA0F56}" dt="2025-08-18T17:19:26.849" v="274"/>
          <ac:inkMkLst>
            <pc:docMk/>
            <pc:sldMk cId="555297024" sldId="291"/>
            <ac:inkMk id="27" creationId="{A41C90EB-4B0D-88C2-A38D-7E1E4636DAA0}"/>
          </ac:inkMkLst>
        </pc:inkChg>
        <pc:inkChg chg="add mod">
          <ac:chgData name="Christopher Aloo" userId="81d139e4-1a74-45bd-a04a-64f94c7d37c9" providerId="ADAL" clId="{EBB903CD-9A70-439A-80ED-7C8A4BEA0F56}" dt="2025-08-18T17:19:26.849" v="274"/>
          <ac:inkMkLst>
            <pc:docMk/>
            <pc:sldMk cId="555297024" sldId="291"/>
            <ac:inkMk id="28" creationId="{BA5BE9FB-624F-5A1F-BA26-3AA554D686AF}"/>
          </ac:inkMkLst>
        </pc:inkChg>
        <pc:inkChg chg="add mod">
          <ac:chgData name="Christopher Aloo" userId="81d139e4-1a74-45bd-a04a-64f94c7d37c9" providerId="ADAL" clId="{EBB903CD-9A70-439A-80ED-7C8A4BEA0F56}" dt="2025-08-18T17:19:26.849" v="274"/>
          <ac:inkMkLst>
            <pc:docMk/>
            <pc:sldMk cId="555297024" sldId="291"/>
            <ac:inkMk id="29" creationId="{0A98F280-C82E-F56A-22DB-96F16EAEDE5E}"/>
          </ac:inkMkLst>
        </pc:inkChg>
        <pc:inkChg chg="add mod">
          <ac:chgData name="Christopher Aloo" userId="81d139e4-1a74-45bd-a04a-64f94c7d37c9" providerId="ADAL" clId="{EBB903CD-9A70-439A-80ED-7C8A4BEA0F56}" dt="2025-08-18T17:19:26.849" v="274"/>
          <ac:inkMkLst>
            <pc:docMk/>
            <pc:sldMk cId="555297024" sldId="291"/>
            <ac:inkMk id="30" creationId="{3AFB0DE3-07BD-D7CE-1E64-807C2BA7ABB7}"/>
          </ac:inkMkLst>
        </pc:inkChg>
        <pc:inkChg chg="add mod">
          <ac:chgData name="Christopher Aloo" userId="81d139e4-1a74-45bd-a04a-64f94c7d37c9" providerId="ADAL" clId="{EBB903CD-9A70-439A-80ED-7C8A4BEA0F56}" dt="2025-08-18T17:19:26.849" v="274"/>
          <ac:inkMkLst>
            <pc:docMk/>
            <pc:sldMk cId="555297024" sldId="291"/>
            <ac:inkMk id="31" creationId="{B2AE88DE-4253-0B7E-D5D9-37F83BE035D5}"/>
          </ac:inkMkLst>
        </pc:inkChg>
        <pc:inkChg chg="add">
          <ac:chgData name="Christopher Aloo" userId="81d139e4-1a74-45bd-a04a-64f94c7d37c9" providerId="ADAL" clId="{EBB903CD-9A70-439A-80ED-7C8A4BEA0F56}" dt="2025-08-18T17:19:27.204" v="275" actId="9405"/>
          <ac:inkMkLst>
            <pc:docMk/>
            <pc:sldMk cId="555297024" sldId="291"/>
            <ac:inkMk id="33" creationId="{314A388A-5459-EEF7-9E06-59AFAA3E676F}"/>
          </ac:inkMkLst>
        </pc:inkChg>
        <pc:inkChg chg="add mod">
          <ac:chgData name="Christopher Aloo" userId="81d139e4-1a74-45bd-a04a-64f94c7d37c9" providerId="ADAL" clId="{EBB903CD-9A70-439A-80ED-7C8A4BEA0F56}" dt="2025-08-18T17:19:30.281" v="281"/>
          <ac:inkMkLst>
            <pc:docMk/>
            <pc:sldMk cId="555297024" sldId="291"/>
            <ac:inkMk id="34" creationId="{CE9F74E8-95EA-9BC5-F365-6D2DC0F8B5A0}"/>
          </ac:inkMkLst>
        </pc:inkChg>
        <pc:inkChg chg="add">
          <ac:chgData name="Christopher Aloo" userId="81d139e4-1a74-45bd-a04a-64f94c7d37c9" providerId="ADAL" clId="{EBB903CD-9A70-439A-80ED-7C8A4BEA0F56}" dt="2025-08-18T17:19:28.602" v="277" actId="9405"/>
          <ac:inkMkLst>
            <pc:docMk/>
            <pc:sldMk cId="555297024" sldId="291"/>
            <ac:inkMk id="35" creationId="{973FEDA4-605E-AD99-F88D-F327662CB241}"/>
          </ac:inkMkLst>
        </pc:inkChg>
        <pc:inkChg chg="add mod">
          <ac:chgData name="Christopher Aloo" userId="81d139e4-1a74-45bd-a04a-64f94c7d37c9" providerId="ADAL" clId="{EBB903CD-9A70-439A-80ED-7C8A4BEA0F56}" dt="2025-08-18T17:19:30.281" v="281"/>
          <ac:inkMkLst>
            <pc:docMk/>
            <pc:sldMk cId="555297024" sldId="291"/>
            <ac:inkMk id="36" creationId="{749B82A2-D60E-F715-5A01-FE3618484774}"/>
          </ac:inkMkLst>
        </pc:inkChg>
        <pc:inkChg chg="add">
          <ac:chgData name="Christopher Aloo" userId="81d139e4-1a74-45bd-a04a-64f94c7d37c9" providerId="ADAL" clId="{EBB903CD-9A70-439A-80ED-7C8A4BEA0F56}" dt="2025-08-18T17:19:29.375" v="279" actId="9405"/>
          <ac:inkMkLst>
            <pc:docMk/>
            <pc:sldMk cId="555297024" sldId="291"/>
            <ac:inkMk id="37" creationId="{F78A7EB0-62E8-2FF8-B3B1-16ADF533C2E8}"/>
          </ac:inkMkLst>
        </pc:inkChg>
        <pc:inkChg chg="add">
          <ac:chgData name="Christopher Aloo" userId="81d139e4-1a74-45bd-a04a-64f94c7d37c9" providerId="ADAL" clId="{EBB903CD-9A70-439A-80ED-7C8A4BEA0F56}" dt="2025-08-18T17:19:29.639" v="280" actId="9405"/>
          <ac:inkMkLst>
            <pc:docMk/>
            <pc:sldMk cId="555297024" sldId="291"/>
            <ac:inkMk id="38" creationId="{DEBAC0CA-7312-C955-67A2-1D48F495F80A}"/>
          </ac:inkMkLst>
        </pc:inkChg>
      </pc:sldChg>
      <pc:sldChg chg="del">
        <pc:chgData name="Christopher Aloo" userId="81d139e4-1a74-45bd-a04a-64f94c7d37c9" providerId="ADAL" clId="{EBB903CD-9A70-439A-80ED-7C8A4BEA0F56}" dt="2025-08-18T17:04:27.677" v="38" actId="47"/>
        <pc:sldMkLst>
          <pc:docMk/>
          <pc:sldMk cId="305523129" sldId="293"/>
        </pc:sldMkLst>
      </pc:sldChg>
      <pc:sldChg chg="addSp delSp modSp mod">
        <pc:chgData name="Christopher Aloo" userId="81d139e4-1a74-45bd-a04a-64f94c7d37c9" providerId="ADAL" clId="{EBB903CD-9A70-439A-80ED-7C8A4BEA0F56}" dt="2025-08-18T17:48:10.371" v="1287" actId="207"/>
        <pc:sldMkLst>
          <pc:docMk/>
          <pc:sldMk cId="381314288" sldId="294"/>
        </pc:sldMkLst>
        <pc:spChg chg="add mod">
          <ac:chgData name="Christopher Aloo" userId="81d139e4-1a74-45bd-a04a-64f94c7d37c9" providerId="ADAL" clId="{EBB903CD-9A70-439A-80ED-7C8A4BEA0F56}" dt="2025-08-18T17:48:10.371" v="1287" actId="207"/>
          <ac:spMkLst>
            <pc:docMk/>
            <pc:sldMk cId="381314288" sldId="294"/>
            <ac:spMk id="16" creationId="{FE977FE9-2951-5C87-F864-C3E213A10A45}"/>
          </ac:spMkLst>
        </pc:spChg>
        <pc:spChg chg="add mod">
          <ac:chgData name="Christopher Aloo" userId="81d139e4-1a74-45bd-a04a-64f94c7d37c9" providerId="ADAL" clId="{EBB903CD-9A70-439A-80ED-7C8A4BEA0F56}" dt="2025-08-18T17:47:36.549" v="1284" actId="1076"/>
          <ac:spMkLst>
            <pc:docMk/>
            <pc:sldMk cId="381314288" sldId="294"/>
            <ac:spMk id="82" creationId="{D6B4579C-C886-B91F-A4CF-A8CEE81F0DC3}"/>
          </ac:spMkLst>
        </pc:spChg>
        <pc:spChg chg="add mod">
          <ac:chgData name="Christopher Aloo" userId="81d139e4-1a74-45bd-a04a-64f94c7d37c9" providerId="ADAL" clId="{EBB903CD-9A70-439A-80ED-7C8A4BEA0F56}" dt="2025-08-18T17:47:43.077" v="1285" actId="1076"/>
          <ac:spMkLst>
            <pc:docMk/>
            <pc:sldMk cId="381314288" sldId="294"/>
            <ac:spMk id="83" creationId="{DC82693A-C965-3780-3D2A-DC60D05C064A}"/>
          </ac:spMkLst>
        </pc:spChg>
        <pc:grpChg chg="del">
          <ac:chgData name="Christopher Aloo" userId="81d139e4-1a74-45bd-a04a-64f94c7d37c9" providerId="ADAL" clId="{EBB903CD-9A70-439A-80ED-7C8A4BEA0F56}" dt="2025-08-18T17:05:56.757" v="76" actId="478"/>
          <ac:grpSpMkLst>
            <pc:docMk/>
            <pc:sldMk cId="381314288" sldId="294"/>
            <ac:grpSpMk id="24" creationId="{903297AD-4263-BAB2-F8B6-269F15D962EE}"/>
          </ac:grpSpMkLst>
        </pc:grpChg>
        <pc:grpChg chg="del">
          <ac:chgData name="Christopher Aloo" userId="81d139e4-1a74-45bd-a04a-64f94c7d37c9" providerId="ADAL" clId="{EBB903CD-9A70-439A-80ED-7C8A4BEA0F56}" dt="2025-08-18T17:05:56.757" v="76" actId="478"/>
          <ac:grpSpMkLst>
            <pc:docMk/>
            <pc:sldMk cId="381314288" sldId="294"/>
            <ac:grpSpMk id="25" creationId="{7B8280DA-8346-4368-9ECB-E8D97C8F8139}"/>
          </ac:grpSpMkLst>
        </pc:grpChg>
        <pc:grpChg chg="del">
          <ac:chgData name="Christopher Aloo" userId="81d139e4-1a74-45bd-a04a-64f94c7d37c9" providerId="ADAL" clId="{EBB903CD-9A70-439A-80ED-7C8A4BEA0F56}" dt="2025-08-18T17:05:56.757" v="76" actId="478"/>
          <ac:grpSpMkLst>
            <pc:docMk/>
            <pc:sldMk cId="381314288" sldId="294"/>
            <ac:grpSpMk id="26" creationId="{0CEEF06F-0AF9-BAB3-87B2-85F682965CAB}"/>
          </ac:grpSpMkLst>
        </pc:grpChg>
        <pc:grpChg chg="del mod">
          <ac:chgData name="Christopher Aloo" userId="81d139e4-1a74-45bd-a04a-64f94c7d37c9" providerId="ADAL" clId="{EBB903CD-9A70-439A-80ED-7C8A4BEA0F56}" dt="2025-08-18T17:46:05.924" v="1228"/>
          <ac:grpSpMkLst>
            <pc:docMk/>
            <pc:sldMk cId="381314288" sldId="294"/>
            <ac:grpSpMk id="33" creationId="{BE8DD888-71FD-94F0-6769-6D1160CB9405}"/>
          </ac:grpSpMkLst>
        </pc:grpChg>
        <pc:grpChg chg="del mod">
          <ac:chgData name="Christopher Aloo" userId="81d139e4-1a74-45bd-a04a-64f94c7d37c9" providerId="ADAL" clId="{EBB903CD-9A70-439A-80ED-7C8A4BEA0F56}" dt="2025-08-18T17:46:12.899" v="1234"/>
          <ac:grpSpMkLst>
            <pc:docMk/>
            <pc:sldMk cId="381314288" sldId="294"/>
            <ac:grpSpMk id="35" creationId="{C717C1A6-72AB-F984-FB6E-427893070A9E}"/>
          </ac:grpSpMkLst>
        </pc:grpChg>
        <pc:grpChg chg="mod">
          <ac:chgData name="Christopher Aloo" userId="81d139e4-1a74-45bd-a04a-64f94c7d37c9" providerId="ADAL" clId="{EBB903CD-9A70-439A-80ED-7C8A4BEA0F56}" dt="2025-08-18T17:46:12.899" v="1234"/>
          <ac:grpSpMkLst>
            <pc:docMk/>
            <pc:sldMk cId="381314288" sldId="294"/>
            <ac:grpSpMk id="41" creationId="{32743083-CF66-A73B-072F-E3D4C87CF26E}"/>
          </ac:grpSpMkLst>
        </pc:grpChg>
        <pc:grpChg chg="del mod">
          <ac:chgData name="Christopher Aloo" userId="81d139e4-1a74-45bd-a04a-64f94c7d37c9" providerId="ADAL" clId="{EBB903CD-9A70-439A-80ED-7C8A4BEA0F56}" dt="2025-08-18T17:46:17.871" v="1243"/>
          <ac:grpSpMkLst>
            <pc:docMk/>
            <pc:sldMk cId="381314288" sldId="294"/>
            <ac:grpSpMk id="46" creationId="{4284A071-788B-ED0F-206B-69140C63AB8A}"/>
          </ac:grpSpMkLst>
        </pc:grpChg>
        <pc:grpChg chg="del mod">
          <ac:chgData name="Christopher Aloo" userId="81d139e4-1a74-45bd-a04a-64f94c7d37c9" providerId="ADAL" clId="{EBB903CD-9A70-439A-80ED-7C8A4BEA0F56}" dt="2025-08-18T17:46:22.089" v="1249"/>
          <ac:grpSpMkLst>
            <pc:docMk/>
            <pc:sldMk cId="381314288" sldId="294"/>
            <ac:grpSpMk id="50" creationId="{20646B8D-BE29-389B-8452-828A2ECE0EFC}"/>
          </ac:grpSpMkLst>
        </pc:grpChg>
        <pc:grpChg chg="mod">
          <ac:chgData name="Christopher Aloo" userId="81d139e4-1a74-45bd-a04a-64f94c7d37c9" providerId="ADAL" clId="{EBB903CD-9A70-439A-80ED-7C8A4BEA0F56}" dt="2025-08-18T17:46:22.089" v="1249"/>
          <ac:grpSpMkLst>
            <pc:docMk/>
            <pc:sldMk cId="381314288" sldId="294"/>
            <ac:grpSpMk id="56" creationId="{8E272630-9063-C298-5B33-B0E92545D5E1}"/>
          </ac:grpSpMkLst>
        </pc:grpChg>
        <pc:grpChg chg="mod">
          <ac:chgData name="Christopher Aloo" userId="81d139e4-1a74-45bd-a04a-64f94c7d37c9" providerId="ADAL" clId="{EBB903CD-9A70-439A-80ED-7C8A4BEA0F56}" dt="2025-08-18T17:46:30.965" v="1255"/>
          <ac:grpSpMkLst>
            <pc:docMk/>
            <pc:sldMk cId="381314288" sldId="294"/>
            <ac:grpSpMk id="62" creationId="{38BAAEA1-5921-09F9-C960-0D40636AFE63}"/>
          </ac:grpSpMkLst>
        </pc:grpChg>
        <pc:grpChg chg="del mod">
          <ac:chgData name="Christopher Aloo" userId="81d139e4-1a74-45bd-a04a-64f94c7d37c9" providerId="ADAL" clId="{EBB903CD-9A70-439A-80ED-7C8A4BEA0F56}" dt="2025-08-18T17:46:37.622" v="1263"/>
          <ac:grpSpMkLst>
            <pc:docMk/>
            <pc:sldMk cId="381314288" sldId="294"/>
            <ac:grpSpMk id="66" creationId="{D42CF826-EC4C-EDC3-DC88-E39F6AF1F3DB}"/>
          </ac:grpSpMkLst>
        </pc:grpChg>
        <pc:grpChg chg="del mod">
          <ac:chgData name="Christopher Aloo" userId="81d139e4-1a74-45bd-a04a-64f94c7d37c9" providerId="ADAL" clId="{EBB903CD-9A70-439A-80ED-7C8A4BEA0F56}" dt="2025-08-18T17:46:38.584" v="1265"/>
          <ac:grpSpMkLst>
            <pc:docMk/>
            <pc:sldMk cId="381314288" sldId="294"/>
            <ac:grpSpMk id="70" creationId="{3901DA1F-7A43-C4F5-6D6F-339F6FFDCB11}"/>
          </ac:grpSpMkLst>
        </pc:grpChg>
        <pc:grpChg chg="mod">
          <ac:chgData name="Christopher Aloo" userId="81d139e4-1a74-45bd-a04a-64f94c7d37c9" providerId="ADAL" clId="{EBB903CD-9A70-439A-80ED-7C8A4BEA0F56}" dt="2025-08-18T17:46:38.584" v="1265"/>
          <ac:grpSpMkLst>
            <pc:docMk/>
            <pc:sldMk cId="381314288" sldId="294"/>
            <ac:grpSpMk id="72" creationId="{3DAFCE1E-D88E-78BF-383E-FB360A331E8A}"/>
          </ac:grpSpMkLst>
        </pc:grpChg>
        <pc:grpChg chg="mod">
          <ac:chgData name="Christopher Aloo" userId="81d139e4-1a74-45bd-a04a-64f94c7d37c9" providerId="ADAL" clId="{EBB903CD-9A70-439A-80ED-7C8A4BEA0F56}" dt="2025-08-18T17:46:56.832" v="1270"/>
          <ac:grpSpMkLst>
            <pc:docMk/>
            <pc:sldMk cId="381314288" sldId="294"/>
            <ac:grpSpMk id="77" creationId="{EF89F9D7-8E86-8B93-4590-448226207AA5}"/>
          </ac:grpSpMkLst>
        </pc:grpChg>
        <pc:grpChg chg="mod">
          <ac:chgData name="Christopher Aloo" userId="81d139e4-1a74-45bd-a04a-64f94c7d37c9" providerId="ADAL" clId="{EBB903CD-9A70-439A-80ED-7C8A4BEA0F56}" dt="2025-08-18T17:46:58.403" v="1273"/>
          <ac:grpSpMkLst>
            <pc:docMk/>
            <pc:sldMk cId="381314288" sldId="294"/>
            <ac:grpSpMk id="80" creationId="{E7C9DC01-6B8C-35B1-42E6-592E2F195315}"/>
          </ac:grpSpMkLst>
        </pc:grpChg>
        <pc:inkChg chg="del">
          <ac:chgData name="Christopher Aloo" userId="81d139e4-1a74-45bd-a04a-64f94c7d37c9" providerId="ADAL" clId="{EBB903CD-9A70-439A-80ED-7C8A4BEA0F56}" dt="2025-08-18T17:05:56.757" v="76" actId="478"/>
          <ac:inkMkLst>
            <pc:docMk/>
            <pc:sldMk cId="381314288" sldId="294"/>
            <ac:inkMk id="2" creationId="{157E4159-1572-9AA0-BDE1-2EBAF5DADC54}"/>
          </ac:inkMkLst>
        </pc:inkChg>
        <pc:inkChg chg="del">
          <ac:chgData name="Christopher Aloo" userId="81d139e4-1a74-45bd-a04a-64f94c7d37c9" providerId="ADAL" clId="{EBB903CD-9A70-439A-80ED-7C8A4BEA0F56}" dt="2025-08-18T17:05:59.882" v="77" actId="478"/>
          <ac:inkMkLst>
            <pc:docMk/>
            <pc:sldMk cId="381314288" sldId="294"/>
            <ac:inkMk id="3" creationId="{A6140C31-1B1E-6325-EFA2-C0960E7CDBCE}"/>
          </ac:inkMkLst>
        </pc:inkChg>
        <pc:inkChg chg="del">
          <ac:chgData name="Christopher Aloo" userId="81d139e4-1a74-45bd-a04a-64f94c7d37c9" providerId="ADAL" clId="{EBB903CD-9A70-439A-80ED-7C8A4BEA0F56}" dt="2025-08-18T17:05:54.127" v="75" actId="478"/>
          <ac:inkMkLst>
            <pc:docMk/>
            <pc:sldMk cId="381314288" sldId="294"/>
            <ac:inkMk id="8" creationId="{9BF3FA9F-2679-37AB-584F-4403C27C0D28}"/>
          </ac:inkMkLst>
        </pc:inkChg>
        <pc:inkChg chg="add mod">
          <ac:chgData name="Christopher Aloo" userId="81d139e4-1a74-45bd-a04a-64f94c7d37c9" providerId="ADAL" clId="{EBB903CD-9A70-439A-80ED-7C8A4BEA0F56}" dt="2025-08-18T17:46:05.924" v="1228"/>
          <ac:inkMkLst>
            <pc:docMk/>
            <pc:sldMk cId="381314288" sldId="294"/>
            <ac:inkMk id="17" creationId="{60A000F9-F218-2AD9-AAED-8B48211D9A8E}"/>
          </ac:inkMkLst>
        </pc:inkChg>
        <pc:inkChg chg="del">
          <ac:chgData name="Christopher Aloo" userId="81d139e4-1a74-45bd-a04a-64f94c7d37c9" providerId="ADAL" clId="{EBB903CD-9A70-439A-80ED-7C8A4BEA0F56}" dt="2025-08-18T17:05:56.757" v="76" actId="478"/>
          <ac:inkMkLst>
            <pc:docMk/>
            <pc:sldMk cId="381314288" sldId="294"/>
            <ac:inkMk id="27" creationId="{3A5B6C40-FC1B-79D7-B442-018C47C08CF4}"/>
          </ac:inkMkLst>
        </pc:inkChg>
        <pc:inkChg chg="del">
          <ac:chgData name="Christopher Aloo" userId="81d139e4-1a74-45bd-a04a-64f94c7d37c9" providerId="ADAL" clId="{EBB903CD-9A70-439A-80ED-7C8A4BEA0F56}" dt="2025-08-18T17:05:56.757" v="76" actId="478"/>
          <ac:inkMkLst>
            <pc:docMk/>
            <pc:sldMk cId="381314288" sldId="294"/>
            <ac:inkMk id="28" creationId="{3778B11E-E1F3-A30A-9BFF-CBA705E18C45}"/>
          </ac:inkMkLst>
        </pc:inkChg>
        <pc:inkChg chg="add mod">
          <ac:chgData name="Christopher Aloo" userId="81d139e4-1a74-45bd-a04a-64f94c7d37c9" providerId="ADAL" clId="{EBB903CD-9A70-439A-80ED-7C8A4BEA0F56}" dt="2025-08-18T17:46:12.899" v="1234"/>
          <ac:inkMkLst>
            <pc:docMk/>
            <pc:sldMk cId="381314288" sldId="294"/>
            <ac:inkMk id="29" creationId="{F09EBB82-08CB-E65A-752B-14FA476F600D}"/>
          </ac:inkMkLst>
        </pc:inkChg>
        <pc:inkChg chg="add mod">
          <ac:chgData name="Christopher Aloo" userId="81d139e4-1a74-45bd-a04a-64f94c7d37c9" providerId="ADAL" clId="{EBB903CD-9A70-439A-80ED-7C8A4BEA0F56}" dt="2025-08-18T17:46:12.899" v="1234"/>
          <ac:inkMkLst>
            <pc:docMk/>
            <pc:sldMk cId="381314288" sldId="294"/>
            <ac:inkMk id="30" creationId="{F94FE755-8B7F-4255-85D2-31565959356E}"/>
          </ac:inkMkLst>
        </pc:inkChg>
        <pc:inkChg chg="add mod">
          <ac:chgData name="Christopher Aloo" userId="81d139e4-1a74-45bd-a04a-64f94c7d37c9" providerId="ADAL" clId="{EBB903CD-9A70-439A-80ED-7C8A4BEA0F56}" dt="2025-08-18T17:46:05.924" v="1228"/>
          <ac:inkMkLst>
            <pc:docMk/>
            <pc:sldMk cId="381314288" sldId="294"/>
            <ac:inkMk id="31" creationId="{AC145CFF-555F-7643-AE43-902BE604DC99}"/>
          </ac:inkMkLst>
        </pc:inkChg>
        <pc:inkChg chg="add mod">
          <ac:chgData name="Christopher Aloo" userId="81d139e4-1a74-45bd-a04a-64f94c7d37c9" providerId="ADAL" clId="{EBB903CD-9A70-439A-80ED-7C8A4BEA0F56}" dt="2025-08-18T17:46:12.899" v="1234"/>
          <ac:inkMkLst>
            <pc:docMk/>
            <pc:sldMk cId="381314288" sldId="294"/>
            <ac:inkMk id="32" creationId="{3A96EBEF-A80B-A3FD-F812-D692CE1F6DCF}"/>
          </ac:inkMkLst>
        </pc:inkChg>
        <pc:inkChg chg="add mod">
          <ac:chgData name="Christopher Aloo" userId="81d139e4-1a74-45bd-a04a-64f94c7d37c9" providerId="ADAL" clId="{EBB903CD-9A70-439A-80ED-7C8A4BEA0F56}" dt="2025-08-18T17:46:12.899" v="1234"/>
          <ac:inkMkLst>
            <pc:docMk/>
            <pc:sldMk cId="381314288" sldId="294"/>
            <ac:inkMk id="34" creationId="{7639B8C3-DD6E-F578-F5C5-C7E029CBED5E}"/>
          </ac:inkMkLst>
        </pc:inkChg>
        <pc:inkChg chg="add mod">
          <ac:chgData name="Christopher Aloo" userId="81d139e4-1a74-45bd-a04a-64f94c7d37c9" providerId="ADAL" clId="{EBB903CD-9A70-439A-80ED-7C8A4BEA0F56}" dt="2025-08-18T17:46:12.899" v="1234"/>
          <ac:inkMkLst>
            <pc:docMk/>
            <pc:sldMk cId="381314288" sldId="294"/>
            <ac:inkMk id="36" creationId="{362AEB30-5074-BA6B-4ECC-3D8FC76B660B}"/>
          </ac:inkMkLst>
        </pc:inkChg>
        <pc:inkChg chg="add mod">
          <ac:chgData name="Christopher Aloo" userId="81d139e4-1a74-45bd-a04a-64f94c7d37c9" providerId="ADAL" clId="{EBB903CD-9A70-439A-80ED-7C8A4BEA0F56}" dt="2025-08-18T17:46:12.899" v="1234"/>
          <ac:inkMkLst>
            <pc:docMk/>
            <pc:sldMk cId="381314288" sldId="294"/>
            <ac:inkMk id="37" creationId="{0A38F3BD-1B47-C735-3701-3DD31086473D}"/>
          </ac:inkMkLst>
        </pc:inkChg>
        <pc:inkChg chg="add mod">
          <ac:chgData name="Christopher Aloo" userId="81d139e4-1a74-45bd-a04a-64f94c7d37c9" providerId="ADAL" clId="{EBB903CD-9A70-439A-80ED-7C8A4BEA0F56}" dt="2025-08-18T17:46:12.899" v="1234"/>
          <ac:inkMkLst>
            <pc:docMk/>
            <pc:sldMk cId="381314288" sldId="294"/>
            <ac:inkMk id="38" creationId="{31E5B898-7FF7-1ECF-A326-1F7EC2093A44}"/>
          </ac:inkMkLst>
        </pc:inkChg>
        <pc:inkChg chg="add mod">
          <ac:chgData name="Christopher Aloo" userId="81d139e4-1a74-45bd-a04a-64f94c7d37c9" providerId="ADAL" clId="{EBB903CD-9A70-439A-80ED-7C8A4BEA0F56}" dt="2025-08-18T17:46:12.899" v="1234"/>
          <ac:inkMkLst>
            <pc:docMk/>
            <pc:sldMk cId="381314288" sldId="294"/>
            <ac:inkMk id="39" creationId="{BAA31A98-8560-505F-5188-C4ED6D7B1B50}"/>
          </ac:inkMkLst>
        </pc:inkChg>
        <pc:inkChg chg="add">
          <ac:chgData name="Christopher Aloo" userId="81d139e4-1a74-45bd-a04a-64f94c7d37c9" providerId="ADAL" clId="{EBB903CD-9A70-439A-80ED-7C8A4BEA0F56}" dt="2025-08-18T17:46:11.985" v="1233" actId="9405"/>
          <ac:inkMkLst>
            <pc:docMk/>
            <pc:sldMk cId="381314288" sldId="294"/>
            <ac:inkMk id="40" creationId="{57AA146A-C28A-B0F5-C1AE-0C9FE6585015}"/>
          </ac:inkMkLst>
        </pc:inkChg>
        <pc:inkChg chg="add mod">
          <ac:chgData name="Christopher Aloo" userId="81d139e4-1a74-45bd-a04a-64f94c7d37c9" providerId="ADAL" clId="{EBB903CD-9A70-439A-80ED-7C8A4BEA0F56}" dt="2025-08-18T17:46:22.089" v="1249"/>
          <ac:inkMkLst>
            <pc:docMk/>
            <pc:sldMk cId="381314288" sldId="294"/>
            <ac:inkMk id="42" creationId="{6BA56EA6-7158-5A87-EC70-1A7DB0F13DF0}"/>
          </ac:inkMkLst>
        </pc:inkChg>
        <pc:inkChg chg="add mod">
          <ac:chgData name="Christopher Aloo" userId="81d139e4-1a74-45bd-a04a-64f94c7d37c9" providerId="ADAL" clId="{EBB903CD-9A70-439A-80ED-7C8A4BEA0F56}" dt="2025-08-18T17:46:22.089" v="1249"/>
          <ac:inkMkLst>
            <pc:docMk/>
            <pc:sldMk cId="381314288" sldId="294"/>
            <ac:inkMk id="43" creationId="{1F9C32E3-ACDE-D0AE-FCDB-0F2A1797594B}"/>
          </ac:inkMkLst>
        </pc:inkChg>
        <pc:inkChg chg="add mod">
          <ac:chgData name="Christopher Aloo" userId="81d139e4-1a74-45bd-a04a-64f94c7d37c9" providerId="ADAL" clId="{EBB903CD-9A70-439A-80ED-7C8A4BEA0F56}" dt="2025-08-18T17:46:22.089" v="1249"/>
          <ac:inkMkLst>
            <pc:docMk/>
            <pc:sldMk cId="381314288" sldId="294"/>
            <ac:inkMk id="44" creationId="{13299322-4489-5908-542B-E06555C1F37C}"/>
          </ac:inkMkLst>
        </pc:inkChg>
        <pc:inkChg chg="add mod">
          <ac:chgData name="Christopher Aloo" userId="81d139e4-1a74-45bd-a04a-64f94c7d37c9" providerId="ADAL" clId="{EBB903CD-9A70-439A-80ED-7C8A4BEA0F56}" dt="2025-08-18T17:46:22.089" v="1249"/>
          <ac:inkMkLst>
            <pc:docMk/>
            <pc:sldMk cId="381314288" sldId="294"/>
            <ac:inkMk id="45" creationId="{2C3CC2B9-9E65-4EB0-B53B-C591732EEB5E}"/>
          </ac:inkMkLst>
        </pc:inkChg>
        <pc:inkChg chg="add mod">
          <ac:chgData name="Christopher Aloo" userId="81d139e4-1a74-45bd-a04a-64f94c7d37c9" providerId="ADAL" clId="{EBB903CD-9A70-439A-80ED-7C8A4BEA0F56}" dt="2025-08-18T17:46:22.089" v="1249"/>
          <ac:inkMkLst>
            <pc:docMk/>
            <pc:sldMk cId="381314288" sldId="294"/>
            <ac:inkMk id="47" creationId="{0A848630-D5FB-9703-5B01-218664BAF221}"/>
          </ac:inkMkLst>
        </pc:inkChg>
        <pc:inkChg chg="add mod">
          <ac:chgData name="Christopher Aloo" userId="81d139e4-1a74-45bd-a04a-64f94c7d37c9" providerId="ADAL" clId="{EBB903CD-9A70-439A-80ED-7C8A4BEA0F56}" dt="2025-08-18T17:46:22.089" v="1249"/>
          <ac:inkMkLst>
            <pc:docMk/>
            <pc:sldMk cId="381314288" sldId="294"/>
            <ac:inkMk id="48" creationId="{1895617B-A5AA-F1A5-F8FB-964279018721}"/>
          </ac:inkMkLst>
        </pc:inkChg>
        <pc:inkChg chg="add mod">
          <ac:chgData name="Christopher Aloo" userId="81d139e4-1a74-45bd-a04a-64f94c7d37c9" providerId="ADAL" clId="{EBB903CD-9A70-439A-80ED-7C8A4BEA0F56}" dt="2025-08-18T17:46:17.871" v="1243"/>
          <ac:inkMkLst>
            <pc:docMk/>
            <pc:sldMk cId="381314288" sldId="294"/>
            <ac:inkMk id="49" creationId="{E35B7AC0-C848-FEC1-C59C-7C3067D11723}"/>
          </ac:inkMkLst>
        </pc:inkChg>
        <pc:inkChg chg="add">
          <ac:chgData name="Christopher Aloo" userId="81d139e4-1a74-45bd-a04a-64f94c7d37c9" providerId="ADAL" clId="{EBB903CD-9A70-439A-80ED-7C8A4BEA0F56}" dt="2025-08-18T17:46:18.626" v="1244" actId="9405"/>
          <ac:inkMkLst>
            <pc:docMk/>
            <pc:sldMk cId="381314288" sldId="294"/>
            <ac:inkMk id="51" creationId="{D6D1B014-54DA-2281-1A3A-795A44C8C655}"/>
          </ac:inkMkLst>
        </pc:inkChg>
        <pc:inkChg chg="add">
          <ac:chgData name="Christopher Aloo" userId="81d139e4-1a74-45bd-a04a-64f94c7d37c9" providerId="ADAL" clId="{EBB903CD-9A70-439A-80ED-7C8A4BEA0F56}" dt="2025-08-18T17:46:19.790" v="1245" actId="9405"/>
          <ac:inkMkLst>
            <pc:docMk/>
            <pc:sldMk cId="381314288" sldId="294"/>
            <ac:inkMk id="52" creationId="{D9BB6690-D385-CBD0-BD6F-41C41F4DAE53}"/>
          </ac:inkMkLst>
        </pc:inkChg>
        <pc:inkChg chg="add mod">
          <ac:chgData name="Christopher Aloo" userId="81d139e4-1a74-45bd-a04a-64f94c7d37c9" providerId="ADAL" clId="{EBB903CD-9A70-439A-80ED-7C8A4BEA0F56}" dt="2025-08-18T17:46:22.089" v="1249"/>
          <ac:inkMkLst>
            <pc:docMk/>
            <pc:sldMk cId="381314288" sldId="294"/>
            <ac:inkMk id="53" creationId="{13A5830F-1D48-5444-97EF-66FA7304947C}"/>
          </ac:inkMkLst>
        </pc:inkChg>
        <pc:inkChg chg="add mod">
          <ac:chgData name="Christopher Aloo" userId="81d139e4-1a74-45bd-a04a-64f94c7d37c9" providerId="ADAL" clId="{EBB903CD-9A70-439A-80ED-7C8A4BEA0F56}" dt="2025-08-18T17:46:22.089" v="1249"/>
          <ac:inkMkLst>
            <pc:docMk/>
            <pc:sldMk cId="381314288" sldId="294"/>
            <ac:inkMk id="54" creationId="{317C699A-B1F8-0F07-5D87-11BDFA4D6537}"/>
          </ac:inkMkLst>
        </pc:inkChg>
        <pc:inkChg chg="add">
          <ac:chgData name="Christopher Aloo" userId="81d139e4-1a74-45bd-a04a-64f94c7d37c9" providerId="ADAL" clId="{EBB903CD-9A70-439A-80ED-7C8A4BEA0F56}" dt="2025-08-18T17:46:21.173" v="1248" actId="9405"/>
          <ac:inkMkLst>
            <pc:docMk/>
            <pc:sldMk cId="381314288" sldId="294"/>
            <ac:inkMk id="55" creationId="{AEA5358E-7FAF-43FE-5B22-24C42FA73A27}"/>
          </ac:inkMkLst>
        </pc:inkChg>
        <pc:inkChg chg="add mod">
          <ac:chgData name="Christopher Aloo" userId="81d139e4-1a74-45bd-a04a-64f94c7d37c9" providerId="ADAL" clId="{EBB903CD-9A70-439A-80ED-7C8A4BEA0F56}" dt="2025-08-18T17:46:30.965" v="1255"/>
          <ac:inkMkLst>
            <pc:docMk/>
            <pc:sldMk cId="381314288" sldId="294"/>
            <ac:inkMk id="57" creationId="{8DF6EED5-FD41-193E-3E4A-3A2927778511}"/>
          </ac:inkMkLst>
        </pc:inkChg>
        <pc:inkChg chg="add mod">
          <ac:chgData name="Christopher Aloo" userId="81d139e4-1a74-45bd-a04a-64f94c7d37c9" providerId="ADAL" clId="{EBB903CD-9A70-439A-80ED-7C8A4BEA0F56}" dt="2025-08-18T17:46:30.965" v="1255"/>
          <ac:inkMkLst>
            <pc:docMk/>
            <pc:sldMk cId="381314288" sldId="294"/>
            <ac:inkMk id="58" creationId="{8BC845FB-A7BE-FFFF-4D4F-CA2D19255903}"/>
          </ac:inkMkLst>
        </pc:inkChg>
        <pc:inkChg chg="add mod">
          <ac:chgData name="Christopher Aloo" userId="81d139e4-1a74-45bd-a04a-64f94c7d37c9" providerId="ADAL" clId="{EBB903CD-9A70-439A-80ED-7C8A4BEA0F56}" dt="2025-08-18T17:46:30.965" v="1255"/>
          <ac:inkMkLst>
            <pc:docMk/>
            <pc:sldMk cId="381314288" sldId="294"/>
            <ac:inkMk id="59" creationId="{887724E9-64C2-F228-FC9C-F74EDADDA358}"/>
          </ac:inkMkLst>
        </pc:inkChg>
        <pc:inkChg chg="add mod">
          <ac:chgData name="Christopher Aloo" userId="81d139e4-1a74-45bd-a04a-64f94c7d37c9" providerId="ADAL" clId="{EBB903CD-9A70-439A-80ED-7C8A4BEA0F56}" dt="2025-08-18T17:46:30.965" v="1255"/>
          <ac:inkMkLst>
            <pc:docMk/>
            <pc:sldMk cId="381314288" sldId="294"/>
            <ac:inkMk id="60" creationId="{486CF52D-29E8-B1EB-A2E0-3E9E240029FA}"/>
          </ac:inkMkLst>
        </pc:inkChg>
        <pc:inkChg chg="add mod">
          <ac:chgData name="Christopher Aloo" userId="81d139e4-1a74-45bd-a04a-64f94c7d37c9" providerId="ADAL" clId="{EBB903CD-9A70-439A-80ED-7C8A4BEA0F56}" dt="2025-08-18T17:46:30.965" v="1255"/>
          <ac:inkMkLst>
            <pc:docMk/>
            <pc:sldMk cId="381314288" sldId="294"/>
            <ac:inkMk id="61" creationId="{BFAA5940-F9D9-2FB9-7E1A-1E43110D825B}"/>
          </ac:inkMkLst>
        </pc:inkChg>
        <pc:inkChg chg="add mod">
          <ac:chgData name="Christopher Aloo" userId="81d139e4-1a74-45bd-a04a-64f94c7d37c9" providerId="ADAL" clId="{EBB903CD-9A70-439A-80ED-7C8A4BEA0F56}" dt="2025-08-18T17:46:38.584" v="1265"/>
          <ac:inkMkLst>
            <pc:docMk/>
            <pc:sldMk cId="381314288" sldId="294"/>
            <ac:inkMk id="63" creationId="{FE8451F2-B5C2-417D-FE32-19722FC555EB}"/>
          </ac:inkMkLst>
        </pc:inkChg>
        <pc:inkChg chg="add mod">
          <ac:chgData name="Christopher Aloo" userId="81d139e4-1a74-45bd-a04a-64f94c7d37c9" providerId="ADAL" clId="{EBB903CD-9A70-439A-80ED-7C8A4BEA0F56}" dt="2025-08-18T17:46:38.584" v="1265"/>
          <ac:inkMkLst>
            <pc:docMk/>
            <pc:sldMk cId="381314288" sldId="294"/>
            <ac:inkMk id="64" creationId="{4F7B1AF3-37DA-1160-6774-8DACA3C4D1E0}"/>
          </ac:inkMkLst>
        </pc:inkChg>
        <pc:inkChg chg="add mod">
          <ac:chgData name="Christopher Aloo" userId="81d139e4-1a74-45bd-a04a-64f94c7d37c9" providerId="ADAL" clId="{EBB903CD-9A70-439A-80ED-7C8A4BEA0F56}" dt="2025-08-18T17:46:38.584" v="1265"/>
          <ac:inkMkLst>
            <pc:docMk/>
            <pc:sldMk cId="381314288" sldId="294"/>
            <ac:inkMk id="65" creationId="{9846AA6F-14FB-FE7F-E98D-0F3DB91939E3}"/>
          </ac:inkMkLst>
        </pc:inkChg>
        <pc:inkChg chg="add mod">
          <ac:chgData name="Christopher Aloo" userId="81d139e4-1a74-45bd-a04a-64f94c7d37c9" providerId="ADAL" clId="{EBB903CD-9A70-439A-80ED-7C8A4BEA0F56}" dt="2025-08-18T17:46:38.584" v="1265"/>
          <ac:inkMkLst>
            <pc:docMk/>
            <pc:sldMk cId="381314288" sldId="294"/>
            <ac:inkMk id="67" creationId="{0BD6397A-9AF7-F471-6536-CA8085F4341D}"/>
          </ac:inkMkLst>
        </pc:inkChg>
        <pc:inkChg chg="add mod">
          <ac:chgData name="Christopher Aloo" userId="81d139e4-1a74-45bd-a04a-64f94c7d37c9" providerId="ADAL" clId="{EBB903CD-9A70-439A-80ED-7C8A4BEA0F56}" dt="2025-08-18T17:46:38.584" v="1265"/>
          <ac:inkMkLst>
            <pc:docMk/>
            <pc:sldMk cId="381314288" sldId="294"/>
            <ac:inkMk id="68" creationId="{6031F3BC-0DCC-91AB-DE4F-D2EA96B7AD84}"/>
          </ac:inkMkLst>
        </pc:inkChg>
        <pc:inkChg chg="add mod">
          <ac:chgData name="Christopher Aloo" userId="81d139e4-1a74-45bd-a04a-64f94c7d37c9" providerId="ADAL" clId="{EBB903CD-9A70-439A-80ED-7C8A4BEA0F56}" dt="2025-08-18T17:46:38.584" v="1265"/>
          <ac:inkMkLst>
            <pc:docMk/>
            <pc:sldMk cId="381314288" sldId="294"/>
            <ac:inkMk id="69" creationId="{D9F6397F-E9A1-D600-1124-4244B9C5475A}"/>
          </ac:inkMkLst>
        </pc:inkChg>
        <pc:inkChg chg="add mod">
          <ac:chgData name="Christopher Aloo" userId="81d139e4-1a74-45bd-a04a-64f94c7d37c9" providerId="ADAL" clId="{EBB903CD-9A70-439A-80ED-7C8A4BEA0F56}" dt="2025-08-18T17:46:38.584" v="1265"/>
          <ac:inkMkLst>
            <pc:docMk/>
            <pc:sldMk cId="381314288" sldId="294"/>
            <ac:inkMk id="71" creationId="{B7CA6A8E-6B13-C18B-9802-CE873F752A27}"/>
          </ac:inkMkLst>
        </pc:inkChg>
        <pc:inkChg chg="add">
          <ac:chgData name="Christopher Aloo" userId="81d139e4-1a74-45bd-a04a-64f94c7d37c9" providerId="ADAL" clId="{EBB903CD-9A70-439A-80ED-7C8A4BEA0F56}" dt="2025-08-18T17:46:45.117" v="1266" actId="9405"/>
          <ac:inkMkLst>
            <pc:docMk/>
            <pc:sldMk cId="381314288" sldId="294"/>
            <ac:inkMk id="73" creationId="{79F890FF-419C-0BBC-43AB-B49FF82059DC}"/>
          </ac:inkMkLst>
        </pc:inkChg>
        <pc:inkChg chg="add">
          <ac:chgData name="Christopher Aloo" userId="81d139e4-1a74-45bd-a04a-64f94c7d37c9" providerId="ADAL" clId="{EBB903CD-9A70-439A-80ED-7C8A4BEA0F56}" dt="2025-08-18T17:46:47.171" v="1267" actId="9405"/>
          <ac:inkMkLst>
            <pc:docMk/>
            <pc:sldMk cId="381314288" sldId="294"/>
            <ac:inkMk id="74" creationId="{0B0D6F74-60B5-9D07-2E71-6CDDA26ECA1D}"/>
          </ac:inkMkLst>
        </pc:inkChg>
        <pc:inkChg chg="add mod">
          <ac:chgData name="Christopher Aloo" userId="81d139e4-1a74-45bd-a04a-64f94c7d37c9" providerId="ADAL" clId="{EBB903CD-9A70-439A-80ED-7C8A4BEA0F56}" dt="2025-08-18T17:46:56.832" v="1270"/>
          <ac:inkMkLst>
            <pc:docMk/>
            <pc:sldMk cId="381314288" sldId="294"/>
            <ac:inkMk id="75" creationId="{D85B4653-7EDB-4175-EBDC-9C13043B2A5F}"/>
          </ac:inkMkLst>
        </pc:inkChg>
        <pc:inkChg chg="add mod">
          <ac:chgData name="Christopher Aloo" userId="81d139e4-1a74-45bd-a04a-64f94c7d37c9" providerId="ADAL" clId="{EBB903CD-9A70-439A-80ED-7C8A4BEA0F56}" dt="2025-08-18T17:46:56.832" v="1270"/>
          <ac:inkMkLst>
            <pc:docMk/>
            <pc:sldMk cId="381314288" sldId="294"/>
            <ac:inkMk id="76" creationId="{467D17F3-FD8C-5A58-800E-F111DBEDFE05}"/>
          </ac:inkMkLst>
        </pc:inkChg>
        <pc:inkChg chg="add mod">
          <ac:chgData name="Christopher Aloo" userId="81d139e4-1a74-45bd-a04a-64f94c7d37c9" providerId="ADAL" clId="{EBB903CD-9A70-439A-80ED-7C8A4BEA0F56}" dt="2025-08-18T17:46:58.403" v="1273"/>
          <ac:inkMkLst>
            <pc:docMk/>
            <pc:sldMk cId="381314288" sldId="294"/>
            <ac:inkMk id="78" creationId="{4AB1E3C3-957D-36C0-0252-35C093EC21D1}"/>
          </ac:inkMkLst>
        </pc:inkChg>
        <pc:inkChg chg="add mod">
          <ac:chgData name="Christopher Aloo" userId="81d139e4-1a74-45bd-a04a-64f94c7d37c9" providerId="ADAL" clId="{EBB903CD-9A70-439A-80ED-7C8A4BEA0F56}" dt="2025-08-18T17:46:58.403" v="1273"/>
          <ac:inkMkLst>
            <pc:docMk/>
            <pc:sldMk cId="381314288" sldId="294"/>
            <ac:inkMk id="79" creationId="{391B20A3-5B8E-2861-B021-842FFBA45472}"/>
          </ac:inkMkLst>
        </pc:inkChg>
        <pc:inkChg chg="add">
          <ac:chgData name="Christopher Aloo" userId="81d139e4-1a74-45bd-a04a-64f94c7d37c9" providerId="ADAL" clId="{EBB903CD-9A70-439A-80ED-7C8A4BEA0F56}" dt="2025-08-18T17:47:00.120" v="1274" actId="9405"/>
          <ac:inkMkLst>
            <pc:docMk/>
            <pc:sldMk cId="381314288" sldId="294"/>
            <ac:inkMk id="81" creationId="{9FAC4953-E19E-319F-74C3-AA490BAF369C}"/>
          </ac:inkMkLst>
        </pc:inkChg>
      </pc:sldChg>
      <pc:sldChg chg="del">
        <pc:chgData name="Christopher Aloo" userId="81d139e4-1a74-45bd-a04a-64f94c7d37c9" providerId="ADAL" clId="{EBB903CD-9A70-439A-80ED-7C8A4BEA0F56}" dt="2025-08-18T17:06:03.138" v="80" actId="47"/>
        <pc:sldMkLst>
          <pc:docMk/>
          <pc:sldMk cId="3121508983" sldId="295"/>
        </pc:sldMkLst>
      </pc:sldChg>
      <pc:sldChg chg="del">
        <pc:chgData name="Christopher Aloo" userId="81d139e4-1a74-45bd-a04a-64f94c7d37c9" providerId="ADAL" clId="{EBB903CD-9A70-439A-80ED-7C8A4BEA0F56}" dt="2025-08-18T17:06:01.165" v="78" actId="47"/>
        <pc:sldMkLst>
          <pc:docMk/>
          <pc:sldMk cId="2056522040" sldId="296"/>
        </pc:sldMkLst>
      </pc:sldChg>
      <pc:sldChg chg="del">
        <pc:chgData name="Christopher Aloo" userId="81d139e4-1a74-45bd-a04a-64f94c7d37c9" providerId="ADAL" clId="{EBB903CD-9A70-439A-80ED-7C8A4BEA0F56}" dt="2025-08-18T17:07:02.141" v="179" actId="47"/>
        <pc:sldMkLst>
          <pc:docMk/>
          <pc:sldMk cId="4020610624" sldId="297"/>
        </pc:sldMkLst>
      </pc:sldChg>
      <pc:sldChg chg="modSp mod">
        <pc:chgData name="Christopher Aloo" userId="81d139e4-1a74-45bd-a04a-64f94c7d37c9" providerId="ADAL" clId="{EBB903CD-9A70-439A-80ED-7C8A4BEA0F56}" dt="2025-08-18T17:06:13.461" v="110" actId="20577"/>
        <pc:sldMkLst>
          <pc:docMk/>
          <pc:sldMk cId="2861849454" sldId="298"/>
        </pc:sldMkLst>
        <pc:spChg chg="mod">
          <ac:chgData name="Christopher Aloo" userId="81d139e4-1a74-45bd-a04a-64f94c7d37c9" providerId="ADAL" clId="{EBB903CD-9A70-439A-80ED-7C8A4BEA0F56}" dt="2025-08-18T17:06:13.461" v="110" actId="20577"/>
          <ac:spMkLst>
            <pc:docMk/>
            <pc:sldMk cId="2861849454" sldId="298"/>
            <ac:spMk id="67" creationId="{B88A3ED1-9572-0AEC-C0A1-36280C58BDEC}"/>
          </ac:spMkLst>
        </pc:spChg>
      </pc:sldChg>
      <pc:sldChg chg="modSp mod">
        <pc:chgData name="Christopher Aloo" userId="81d139e4-1a74-45bd-a04a-64f94c7d37c9" providerId="ADAL" clId="{EBB903CD-9A70-439A-80ED-7C8A4BEA0F56}" dt="2025-08-18T17:07:00.145" v="178" actId="20577"/>
        <pc:sldMkLst>
          <pc:docMk/>
          <pc:sldMk cId="260768918" sldId="299"/>
        </pc:sldMkLst>
        <pc:spChg chg="mod">
          <ac:chgData name="Christopher Aloo" userId="81d139e4-1a74-45bd-a04a-64f94c7d37c9" providerId="ADAL" clId="{EBB903CD-9A70-439A-80ED-7C8A4BEA0F56}" dt="2025-08-18T17:07:00.145" v="178" actId="20577"/>
          <ac:spMkLst>
            <pc:docMk/>
            <pc:sldMk cId="260768918" sldId="299"/>
            <ac:spMk id="67" creationId="{27979D34-AA64-BDB5-F8B9-31604ED2BDEA}"/>
          </ac:spMkLst>
        </pc:spChg>
      </pc:sldChg>
      <pc:sldChg chg="del">
        <pc:chgData name="Christopher Aloo" userId="81d139e4-1a74-45bd-a04a-64f94c7d37c9" providerId="ADAL" clId="{EBB903CD-9A70-439A-80ED-7C8A4BEA0F56}" dt="2025-08-18T17:07:06.574" v="182" actId="47"/>
        <pc:sldMkLst>
          <pc:docMk/>
          <pc:sldMk cId="548998681" sldId="300"/>
        </pc:sldMkLst>
      </pc:sldChg>
      <pc:sldChg chg="del">
        <pc:chgData name="Christopher Aloo" userId="81d139e4-1a74-45bd-a04a-64f94c7d37c9" providerId="ADAL" clId="{EBB903CD-9A70-439A-80ED-7C8A4BEA0F56}" dt="2025-08-18T17:07:07.854" v="183" actId="47"/>
        <pc:sldMkLst>
          <pc:docMk/>
          <pc:sldMk cId="3702168240" sldId="301"/>
        </pc:sldMkLst>
      </pc:sldChg>
      <pc:sldChg chg="del">
        <pc:chgData name="Christopher Aloo" userId="81d139e4-1a74-45bd-a04a-64f94c7d37c9" providerId="ADAL" clId="{EBB903CD-9A70-439A-80ED-7C8A4BEA0F56}" dt="2025-08-18T17:07:03.281" v="180" actId="47"/>
        <pc:sldMkLst>
          <pc:docMk/>
          <pc:sldMk cId="2521517357" sldId="302"/>
        </pc:sldMkLst>
      </pc:sldChg>
      <pc:sldChg chg="del">
        <pc:chgData name="Christopher Aloo" userId="81d139e4-1a74-45bd-a04a-64f94c7d37c9" providerId="ADAL" clId="{EBB903CD-9A70-439A-80ED-7C8A4BEA0F56}" dt="2025-08-18T17:06:17.763" v="112" actId="47"/>
        <pc:sldMkLst>
          <pc:docMk/>
          <pc:sldMk cId="786571099" sldId="303"/>
        </pc:sldMkLst>
      </pc:sldChg>
      <pc:sldChg chg="del">
        <pc:chgData name="Christopher Aloo" userId="81d139e4-1a74-45bd-a04a-64f94c7d37c9" providerId="ADAL" clId="{EBB903CD-9A70-439A-80ED-7C8A4BEA0F56}" dt="2025-08-18T17:07:05.751" v="181" actId="47"/>
        <pc:sldMkLst>
          <pc:docMk/>
          <pc:sldMk cId="2648778441" sldId="304"/>
        </pc:sldMkLst>
      </pc:sldChg>
      <pc:sldChg chg="del">
        <pc:chgData name="Christopher Aloo" userId="81d139e4-1a74-45bd-a04a-64f94c7d37c9" providerId="ADAL" clId="{EBB903CD-9A70-439A-80ED-7C8A4BEA0F56}" dt="2025-08-18T17:04:20.252" v="35" actId="47"/>
        <pc:sldMkLst>
          <pc:docMk/>
          <pc:sldMk cId="2679145969" sldId="305"/>
        </pc:sldMkLst>
      </pc:sldChg>
      <pc:sldChg chg="del">
        <pc:chgData name="Christopher Aloo" userId="81d139e4-1a74-45bd-a04a-64f94c7d37c9" providerId="ADAL" clId="{EBB903CD-9A70-439A-80ED-7C8A4BEA0F56}" dt="2025-08-18T17:06:26.989" v="120" actId="47"/>
        <pc:sldMkLst>
          <pc:docMk/>
          <pc:sldMk cId="1701052150" sldId="306"/>
        </pc:sldMkLst>
      </pc:sldChg>
      <pc:sldChg chg="del">
        <pc:chgData name="Christopher Aloo" userId="81d139e4-1a74-45bd-a04a-64f94c7d37c9" providerId="ADAL" clId="{EBB903CD-9A70-439A-80ED-7C8A4BEA0F56}" dt="2025-08-18T17:06:18.607" v="113" actId="47"/>
        <pc:sldMkLst>
          <pc:docMk/>
          <pc:sldMk cId="1875087664" sldId="307"/>
        </pc:sldMkLst>
      </pc:sldChg>
      <pc:sldChg chg="del">
        <pc:chgData name="Christopher Aloo" userId="81d139e4-1a74-45bd-a04a-64f94c7d37c9" providerId="ADAL" clId="{EBB903CD-9A70-439A-80ED-7C8A4BEA0F56}" dt="2025-08-18T17:06:19.931" v="114" actId="47"/>
        <pc:sldMkLst>
          <pc:docMk/>
          <pc:sldMk cId="3893798214" sldId="308"/>
        </pc:sldMkLst>
      </pc:sldChg>
      <pc:sldChg chg="del">
        <pc:chgData name="Christopher Aloo" userId="81d139e4-1a74-45bd-a04a-64f94c7d37c9" providerId="ADAL" clId="{EBB903CD-9A70-439A-80ED-7C8A4BEA0F56}" dt="2025-08-18T17:06:20.916" v="115" actId="47"/>
        <pc:sldMkLst>
          <pc:docMk/>
          <pc:sldMk cId="901039197" sldId="309"/>
        </pc:sldMkLst>
      </pc:sldChg>
      <pc:sldChg chg="del">
        <pc:chgData name="Christopher Aloo" userId="81d139e4-1a74-45bd-a04a-64f94c7d37c9" providerId="ADAL" clId="{EBB903CD-9A70-439A-80ED-7C8A4BEA0F56}" dt="2025-08-18T17:06:21.660" v="116" actId="47"/>
        <pc:sldMkLst>
          <pc:docMk/>
          <pc:sldMk cId="3309296668" sldId="310"/>
        </pc:sldMkLst>
      </pc:sldChg>
      <pc:sldChg chg="del">
        <pc:chgData name="Christopher Aloo" userId="81d139e4-1a74-45bd-a04a-64f94c7d37c9" providerId="ADAL" clId="{EBB903CD-9A70-439A-80ED-7C8A4BEA0F56}" dt="2025-08-18T17:06:22.883" v="117" actId="47"/>
        <pc:sldMkLst>
          <pc:docMk/>
          <pc:sldMk cId="3522907835" sldId="311"/>
        </pc:sldMkLst>
      </pc:sldChg>
      <pc:sldChg chg="del">
        <pc:chgData name="Christopher Aloo" userId="81d139e4-1a74-45bd-a04a-64f94c7d37c9" providerId="ADAL" clId="{EBB903CD-9A70-439A-80ED-7C8A4BEA0F56}" dt="2025-08-18T17:06:24.444" v="118" actId="47"/>
        <pc:sldMkLst>
          <pc:docMk/>
          <pc:sldMk cId="811530729" sldId="313"/>
        </pc:sldMkLst>
      </pc:sldChg>
      <pc:sldChg chg="del">
        <pc:chgData name="Christopher Aloo" userId="81d139e4-1a74-45bd-a04a-64f94c7d37c9" providerId="ADAL" clId="{EBB903CD-9A70-439A-80ED-7C8A4BEA0F56}" dt="2025-08-18T17:06:25.438" v="119" actId="47"/>
        <pc:sldMkLst>
          <pc:docMk/>
          <pc:sldMk cId="3330064731" sldId="315"/>
        </pc:sldMkLst>
      </pc:sldChg>
      <pc:sldChg chg="addSp delSp modSp mod ord">
        <pc:chgData name="Christopher Aloo" userId="81d139e4-1a74-45bd-a04a-64f94c7d37c9" providerId="ADAL" clId="{EBB903CD-9A70-439A-80ED-7C8A4BEA0F56}" dt="2025-08-18T17:44:57.257" v="1220" actId="20577"/>
        <pc:sldMkLst>
          <pc:docMk/>
          <pc:sldMk cId="352427442" sldId="316"/>
        </pc:sldMkLst>
        <pc:graphicFrameChg chg="add mod modGraphic">
          <ac:chgData name="Christopher Aloo" userId="81d139e4-1a74-45bd-a04a-64f94c7d37c9" providerId="ADAL" clId="{EBB903CD-9A70-439A-80ED-7C8A4BEA0F56}" dt="2025-08-18T17:44:52.317" v="1214" actId="20577"/>
          <ac:graphicFrameMkLst>
            <pc:docMk/>
            <pc:sldMk cId="352427442" sldId="316"/>
            <ac:graphicFrameMk id="2" creationId="{7D3D5FE7-D28A-7C05-6A0F-0991A4573FBB}"/>
          </ac:graphicFrameMkLst>
        </pc:graphicFrameChg>
        <pc:graphicFrameChg chg="mod modGraphic">
          <ac:chgData name="Christopher Aloo" userId="81d139e4-1a74-45bd-a04a-64f94c7d37c9" providerId="ADAL" clId="{EBB903CD-9A70-439A-80ED-7C8A4BEA0F56}" dt="2025-08-18T17:44:57.257" v="1220" actId="20577"/>
          <ac:graphicFrameMkLst>
            <pc:docMk/>
            <pc:sldMk cId="352427442" sldId="316"/>
            <ac:graphicFrameMk id="29" creationId="{0B84017E-0A10-D389-09B6-CA24E8716F26}"/>
          </ac:graphicFrameMkLst>
        </pc:graphicFrameChg>
        <pc:inkChg chg="del">
          <ac:chgData name="Christopher Aloo" userId="81d139e4-1a74-45bd-a04a-64f94c7d37c9" providerId="ADAL" clId="{EBB903CD-9A70-439A-80ED-7C8A4BEA0F56}" dt="2025-08-18T17:04:31.535" v="39" actId="478"/>
          <ac:inkMkLst>
            <pc:docMk/>
            <pc:sldMk cId="352427442" sldId="316"/>
            <ac:inkMk id="31" creationId="{E4C01580-2641-EDF8-287F-7F95CEA88206}"/>
          </ac:inkMkLst>
        </pc:inkChg>
      </pc:sldChg>
      <pc:sldChg chg="del">
        <pc:chgData name="Christopher Aloo" userId="81d139e4-1a74-45bd-a04a-64f94c7d37c9" providerId="ADAL" clId="{EBB903CD-9A70-439A-80ED-7C8A4BEA0F56}" dt="2025-08-18T17:06:02.040" v="79" actId="47"/>
        <pc:sldMkLst>
          <pc:docMk/>
          <pc:sldMk cId="2654229067" sldId="317"/>
        </pc:sldMkLst>
      </pc:sldChg>
      <pc:sldChg chg="del">
        <pc:chgData name="Christopher Aloo" userId="81d139e4-1a74-45bd-a04a-64f94c7d37c9" providerId="ADAL" clId="{EBB903CD-9A70-439A-80ED-7C8A4BEA0F56}" dt="2025-08-18T17:06:16.485" v="111" actId="47"/>
        <pc:sldMkLst>
          <pc:docMk/>
          <pc:sldMk cId="597391997" sldId="318"/>
        </pc:sldMkLst>
      </pc:sldChg>
      <pc:sldChg chg="addSp modSp add mod">
        <pc:chgData name="Christopher Aloo" userId="81d139e4-1a74-45bd-a04a-64f94c7d37c9" providerId="ADAL" clId="{EBB903CD-9A70-439A-80ED-7C8A4BEA0F56}" dt="2025-08-18T17:11:35.293" v="234" actId="20577"/>
        <pc:sldMkLst>
          <pc:docMk/>
          <pc:sldMk cId="2788783388" sldId="319"/>
        </pc:sldMkLst>
        <pc:spChg chg="add mod">
          <ac:chgData name="Christopher Aloo" userId="81d139e4-1a74-45bd-a04a-64f94c7d37c9" providerId="ADAL" clId="{EBB903CD-9A70-439A-80ED-7C8A4BEA0F56}" dt="2025-08-18T17:11:10.166" v="225"/>
          <ac:spMkLst>
            <pc:docMk/>
            <pc:sldMk cId="2788783388" sldId="319"/>
            <ac:spMk id="2" creationId="{BFB150C2-C2BC-A5B1-BA89-BC822BC88B75}"/>
          </ac:spMkLst>
        </pc:spChg>
        <pc:spChg chg="add mod">
          <ac:chgData name="Christopher Aloo" userId="81d139e4-1a74-45bd-a04a-64f94c7d37c9" providerId="ADAL" clId="{EBB903CD-9A70-439A-80ED-7C8A4BEA0F56}" dt="2025-08-18T17:11:35.293" v="234" actId="20577"/>
          <ac:spMkLst>
            <pc:docMk/>
            <pc:sldMk cId="2788783388" sldId="319"/>
            <ac:spMk id="3" creationId="{90B32365-A825-71F4-3403-E7BD3D00F5BD}"/>
          </ac:spMkLst>
        </pc:spChg>
        <pc:spChg chg="add mod">
          <ac:chgData name="Christopher Aloo" userId="81d139e4-1a74-45bd-a04a-64f94c7d37c9" providerId="ADAL" clId="{EBB903CD-9A70-439A-80ED-7C8A4BEA0F56}" dt="2025-08-18T17:11:28.252" v="229" actId="1076"/>
          <ac:spMkLst>
            <pc:docMk/>
            <pc:sldMk cId="2788783388" sldId="319"/>
            <ac:spMk id="6" creationId="{EBDF5B49-E1E3-CF6F-9C89-7D861F3D8D0F}"/>
          </ac:spMkLst>
        </pc:spChg>
        <pc:spChg chg="add mod">
          <ac:chgData name="Christopher Aloo" userId="81d139e4-1a74-45bd-a04a-64f94c7d37c9" providerId="ADAL" clId="{EBB903CD-9A70-439A-80ED-7C8A4BEA0F56}" dt="2025-08-18T17:11:28.252" v="229" actId="1076"/>
          <ac:spMkLst>
            <pc:docMk/>
            <pc:sldMk cId="2788783388" sldId="319"/>
            <ac:spMk id="7" creationId="{BCC31B59-E3F0-1F45-2A85-01812553A6B2}"/>
          </ac:spMkLst>
        </pc:spChg>
        <pc:spChg chg="add mod">
          <ac:chgData name="Christopher Aloo" userId="81d139e4-1a74-45bd-a04a-64f94c7d37c9" providerId="ADAL" clId="{EBB903CD-9A70-439A-80ED-7C8A4BEA0F56}" dt="2025-08-18T17:11:32.750" v="230" actId="1076"/>
          <ac:spMkLst>
            <pc:docMk/>
            <pc:sldMk cId="2788783388" sldId="319"/>
            <ac:spMk id="8" creationId="{E31DF26B-96B3-70DE-9AD4-6898926AC532}"/>
          </ac:spMkLst>
        </pc:spChg>
        <pc:picChg chg="add mod">
          <ac:chgData name="Christopher Aloo" userId="81d139e4-1a74-45bd-a04a-64f94c7d37c9" providerId="ADAL" clId="{EBB903CD-9A70-439A-80ED-7C8A4BEA0F56}" dt="2025-08-18T17:11:22.872" v="227" actId="14100"/>
          <ac:picMkLst>
            <pc:docMk/>
            <pc:sldMk cId="2788783388" sldId="319"/>
            <ac:picMk id="4" creationId="{9A5AE909-7A4B-9851-6C53-49A5CBAF4D5E}"/>
          </ac:picMkLst>
        </pc:picChg>
        <pc:picChg chg="add mod">
          <ac:chgData name="Christopher Aloo" userId="81d139e4-1a74-45bd-a04a-64f94c7d37c9" providerId="ADAL" clId="{EBB903CD-9A70-439A-80ED-7C8A4BEA0F56}" dt="2025-08-18T17:11:22.872" v="227" actId="14100"/>
          <ac:picMkLst>
            <pc:docMk/>
            <pc:sldMk cId="2788783388" sldId="319"/>
            <ac:picMk id="5" creationId="{9B879877-524A-0324-A8AE-76D75767FD33}"/>
          </ac:picMkLst>
        </pc:picChg>
      </pc:sldChg>
      <pc:sldChg chg="add ord">
        <pc:chgData name="Christopher Aloo" userId="81d139e4-1a74-45bd-a04a-64f94c7d37c9" providerId="ADAL" clId="{EBB903CD-9A70-439A-80ED-7C8A4BEA0F56}" dt="2025-08-18T17:06:30.299" v="124"/>
        <pc:sldMkLst>
          <pc:docMk/>
          <pc:sldMk cId="205111185" sldId="320"/>
        </pc:sldMkLst>
      </pc:sldChg>
      <pc:sldChg chg="add ord">
        <pc:chgData name="Christopher Aloo" userId="81d139e4-1a74-45bd-a04a-64f94c7d37c9" providerId="ADAL" clId="{EBB903CD-9A70-439A-80ED-7C8A4BEA0F56}" dt="2025-08-18T17:06:28.953" v="122"/>
        <pc:sldMkLst>
          <pc:docMk/>
          <pc:sldMk cId="4135738342" sldId="321"/>
        </pc:sldMkLst>
      </pc:sldChg>
      <pc:sldChg chg="modSp add mod">
        <pc:chgData name="Christopher Aloo" userId="81d139e4-1a74-45bd-a04a-64f94c7d37c9" providerId="ADAL" clId="{EBB903CD-9A70-439A-80ED-7C8A4BEA0F56}" dt="2025-08-18T17:06:38.604" v="139" actId="20577"/>
        <pc:sldMkLst>
          <pc:docMk/>
          <pc:sldMk cId="449641587" sldId="322"/>
        </pc:sldMkLst>
        <pc:spChg chg="mod">
          <ac:chgData name="Christopher Aloo" userId="81d139e4-1a74-45bd-a04a-64f94c7d37c9" providerId="ADAL" clId="{EBB903CD-9A70-439A-80ED-7C8A4BEA0F56}" dt="2025-08-18T17:06:38.604" v="139" actId="20577"/>
          <ac:spMkLst>
            <pc:docMk/>
            <pc:sldMk cId="449641587" sldId="322"/>
            <ac:spMk id="67" creationId="{565F0545-8EDF-5576-B190-9D943525FBB0}"/>
          </ac:spMkLst>
        </pc:spChg>
      </pc:sldChg>
      <pc:sldChg chg="add replId">
        <pc:chgData name="Christopher Aloo" userId="81d139e4-1a74-45bd-a04a-64f94c7d37c9" providerId="ADAL" clId="{EBB903CD-9A70-439A-80ED-7C8A4BEA0F56}" dt="2025-08-18T17:06:33.641" v="125" actId="2890"/>
        <pc:sldMkLst>
          <pc:docMk/>
          <pc:sldMk cId="2431668128" sldId="323"/>
        </pc:sldMkLst>
      </pc:sldChg>
      <pc:sldChg chg="add replId">
        <pc:chgData name="Christopher Aloo" userId="81d139e4-1a74-45bd-a04a-64f94c7d37c9" providerId="ADAL" clId="{EBB903CD-9A70-439A-80ED-7C8A4BEA0F56}" dt="2025-08-18T17:06:33.641" v="125" actId="2890"/>
        <pc:sldMkLst>
          <pc:docMk/>
          <pc:sldMk cId="3134606407" sldId="324"/>
        </pc:sldMkLst>
      </pc:sldChg>
      <pc:sldChg chg="modSp add mod">
        <pc:chgData name="Christopher Aloo" userId="81d139e4-1a74-45bd-a04a-64f94c7d37c9" providerId="ADAL" clId="{EBB903CD-9A70-439A-80ED-7C8A4BEA0F56}" dt="2025-08-18T17:06:48.785" v="160" actId="20577"/>
        <pc:sldMkLst>
          <pc:docMk/>
          <pc:sldMk cId="308430066" sldId="325"/>
        </pc:sldMkLst>
        <pc:spChg chg="mod">
          <ac:chgData name="Christopher Aloo" userId="81d139e4-1a74-45bd-a04a-64f94c7d37c9" providerId="ADAL" clId="{EBB903CD-9A70-439A-80ED-7C8A4BEA0F56}" dt="2025-08-18T17:06:48.785" v="160" actId="20577"/>
          <ac:spMkLst>
            <pc:docMk/>
            <pc:sldMk cId="308430066" sldId="325"/>
            <ac:spMk id="67" creationId="{61E141E8-EE55-E2A5-DDFD-8A882543F074}"/>
          </ac:spMkLst>
        </pc:spChg>
      </pc:sldChg>
      <pc:sldChg chg="add replId">
        <pc:chgData name="Christopher Aloo" userId="81d139e4-1a74-45bd-a04a-64f94c7d37c9" providerId="ADAL" clId="{EBB903CD-9A70-439A-80ED-7C8A4BEA0F56}" dt="2025-08-18T17:06:41.563" v="140" actId="2890"/>
        <pc:sldMkLst>
          <pc:docMk/>
          <pc:sldMk cId="3116839798" sldId="326"/>
        </pc:sldMkLst>
      </pc:sldChg>
      <pc:sldChg chg="add replId">
        <pc:chgData name="Christopher Aloo" userId="81d139e4-1a74-45bd-a04a-64f94c7d37c9" providerId="ADAL" clId="{EBB903CD-9A70-439A-80ED-7C8A4BEA0F56}" dt="2025-08-18T17:06:41.563" v="140" actId="2890"/>
        <pc:sldMkLst>
          <pc:docMk/>
          <pc:sldMk cId="2345393602" sldId="327"/>
        </pc:sldMkLst>
      </pc:sldChg>
      <pc:sldChg chg="add ord">
        <pc:chgData name="Christopher Aloo" userId="81d139e4-1a74-45bd-a04a-64f94c7d37c9" providerId="ADAL" clId="{EBB903CD-9A70-439A-80ED-7C8A4BEA0F56}" dt="2025-08-18T17:07:10.895" v="186"/>
        <pc:sldMkLst>
          <pc:docMk/>
          <pc:sldMk cId="1937366487" sldId="328"/>
        </pc:sldMkLst>
      </pc:sldChg>
      <pc:sldChg chg="add">
        <pc:chgData name="Christopher Aloo" userId="81d139e4-1a74-45bd-a04a-64f94c7d37c9" providerId="ADAL" clId="{EBB903CD-9A70-439A-80ED-7C8A4BEA0F56}" dt="2025-08-18T17:07:16.638" v="187" actId="2890"/>
        <pc:sldMkLst>
          <pc:docMk/>
          <pc:sldMk cId="1383646979" sldId="329"/>
        </pc:sldMkLst>
      </pc:sldChg>
      <pc:sldChg chg="add replId">
        <pc:chgData name="Christopher Aloo" userId="81d139e4-1a74-45bd-a04a-64f94c7d37c9" providerId="ADAL" clId="{EBB903CD-9A70-439A-80ED-7C8A4BEA0F56}" dt="2025-08-18T17:07:16.638" v="187" actId="2890"/>
        <pc:sldMkLst>
          <pc:docMk/>
          <pc:sldMk cId="2099957595" sldId="330"/>
        </pc:sldMkLst>
      </pc:sldChg>
      <pc:sldChg chg="add replId">
        <pc:chgData name="Christopher Aloo" userId="81d139e4-1a74-45bd-a04a-64f94c7d37c9" providerId="ADAL" clId="{EBB903CD-9A70-439A-80ED-7C8A4BEA0F56}" dt="2025-08-18T17:07:16.638" v="187" actId="2890"/>
        <pc:sldMkLst>
          <pc:docMk/>
          <pc:sldMk cId="22013264" sldId="331"/>
        </pc:sldMkLst>
      </pc:sldChg>
      <pc:sldChg chg="add del">
        <pc:chgData name="Christopher Aloo" userId="81d139e4-1a74-45bd-a04a-64f94c7d37c9" providerId="ADAL" clId="{EBB903CD-9A70-439A-80ED-7C8A4BEA0F56}" dt="2025-08-18T17:09:33.071" v="208" actId="2890"/>
        <pc:sldMkLst>
          <pc:docMk/>
          <pc:sldMk cId="1917474662" sldId="332"/>
        </pc:sldMkLst>
      </pc:sldChg>
      <pc:sldChg chg="addSp modSp add mod modAnim">
        <pc:chgData name="Christopher Aloo" userId="81d139e4-1a74-45bd-a04a-64f94c7d37c9" providerId="ADAL" clId="{EBB903CD-9A70-439A-80ED-7C8A4BEA0F56}" dt="2025-08-18T17:10:18.871" v="216" actId="1076"/>
        <pc:sldMkLst>
          <pc:docMk/>
          <pc:sldMk cId="3442744233" sldId="332"/>
        </pc:sldMkLst>
        <pc:spChg chg="add mod">
          <ac:chgData name="Christopher Aloo" userId="81d139e4-1a74-45bd-a04a-64f94c7d37c9" providerId="ADAL" clId="{EBB903CD-9A70-439A-80ED-7C8A4BEA0F56}" dt="2025-08-18T17:10:05.415" v="215" actId="1076"/>
          <ac:spMkLst>
            <pc:docMk/>
            <pc:sldMk cId="3442744233" sldId="332"/>
            <ac:spMk id="2" creationId="{B65E20B4-8528-57B5-C601-9133FE4FC6A7}"/>
          </ac:spMkLst>
        </pc:spChg>
        <pc:spChg chg="add mod">
          <ac:chgData name="Christopher Aloo" userId="81d139e4-1a74-45bd-a04a-64f94c7d37c9" providerId="ADAL" clId="{EBB903CD-9A70-439A-80ED-7C8A4BEA0F56}" dt="2025-08-18T17:10:18.871" v="216" actId="1076"/>
          <ac:spMkLst>
            <pc:docMk/>
            <pc:sldMk cId="3442744233" sldId="332"/>
            <ac:spMk id="6" creationId="{01094CB6-74BC-6A82-96DE-472B19C535A6}"/>
          </ac:spMkLst>
        </pc:spChg>
        <pc:spChg chg="add mod">
          <ac:chgData name="Christopher Aloo" userId="81d139e4-1a74-45bd-a04a-64f94c7d37c9" providerId="ADAL" clId="{EBB903CD-9A70-439A-80ED-7C8A4BEA0F56}" dt="2025-08-18T17:10:18.871" v="216" actId="1076"/>
          <ac:spMkLst>
            <pc:docMk/>
            <pc:sldMk cId="3442744233" sldId="332"/>
            <ac:spMk id="7" creationId="{06CED377-CA48-46E8-CF31-804E7B32952F}"/>
          </ac:spMkLst>
        </pc:spChg>
        <pc:spChg chg="add mod">
          <ac:chgData name="Christopher Aloo" userId="81d139e4-1a74-45bd-a04a-64f94c7d37c9" providerId="ADAL" clId="{EBB903CD-9A70-439A-80ED-7C8A4BEA0F56}" dt="2025-08-18T17:10:18.871" v="216" actId="1076"/>
          <ac:spMkLst>
            <pc:docMk/>
            <pc:sldMk cId="3442744233" sldId="332"/>
            <ac:spMk id="9" creationId="{FF1C88A7-EECD-D587-B294-03990F245660}"/>
          </ac:spMkLst>
        </pc:spChg>
        <pc:spChg chg="add mod">
          <ac:chgData name="Christopher Aloo" userId="81d139e4-1a74-45bd-a04a-64f94c7d37c9" providerId="ADAL" clId="{EBB903CD-9A70-439A-80ED-7C8A4BEA0F56}" dt="2025-08-18T17:10:18.871" v="216" actId="1076"/>
          <ac:spMkLst>
            <pc:docMk/>
            <pc:sldMk cId="3442744233" sldId="332"/>
            <ac:spMk id="10" creationId="{F0A3E4AA-BB6C-7E02-48E9-46CA3FA12CA4}"/>
          </ac:spMkLst>
        </pc:spChg>
        <pc:spChg chg="mod">
          <ac:chgData name="Christopher Aloo" userId="81d139e4-1a74-45bd-a04a-64f94c7d37c9" providerId="ADAL" clId="{EBB903CD-9A70-439A-80ED-7C8A4BEA0F56}" dt="2025-08-18T17:10:18.871" v="216" actId="1076"/>
          <ac:spMkLst>
            <pc:docMk/>
            <pc:sldMk cId="3442744233" sldId="332"/>
            <ac:spMk id="12" creationId="{B03B6890-7DDB-9BB0-AB1D-3CA610EF5110}"/>
          </ac:spMkLst>
        </pc:spChg>
        <pc:spChg chg="add mod">
          <ac:chgData name="Christopher Aloo" userId="81d139e4-1a74-45bd-a04a-64f94c7d37c9" providerId="ADAL" clId="{EBB903CD-9A70-439A-80ED-7C8A4BEA0F56}" dt="2025-08-18T17:10:18.871" v="216" actId="1076"/>
          <ac:spMkLst>
            <pc:docMk/>
            <pc:sldMk cId="3442744233" sldId="332"/>
            <ac:spMk id="13" creationId="{AA95914B-15D4-8B88-A8B5-6632797230A2}"/>
          </ac:spMkLst>
        </pc:spChg>
        <pc:spChg chg="add mod">
          <ac:chgData name="Christopher Aloo" userId="81d139e4-1a74-45bd-a04a-64f94c7d37c9" providerId="ADAL" clId="{EBB903CD-9A70-439A-80ED-7C8A4BEA0F56}" dt="2025-08-18T17:10:18.871" v="216" actId="1076"/>
          <ac:spMkLst>
            <pc:docMk/>
            <pc:sldMk cId="3442744233" sldId="332"/>
            <ac:spMk id="15" creationId="{FC166797-C255-0853-3A00-DDDA8A24DC4D}"/>
          </ac:spMkLst>
        </pc:spChg>
        <pc:spChg chg="add mod">
          <ac:chgData name="Christopher Aloo" userId="81d139e4-1a74-45bd-a04a-64f94c7d37c9" providerId="ADAL" clId="{EBB903CD-9A70-439A-80ED-7C8A4BEA0F56}" dt="2025-08-18T17:10:18.871" v="216" actId="1076"/>
          <ac:spMkLst>
            <pc:docMk/>
            <pc:sldMk cId="3442744233" sldId="332"/>
            <ac:spMk id="16" creationId="{209C5AB0-099E-9A41-722A-EEC683914E5D}"/>
          </ac:spMkLst>
        </pc:spChg>
        <pc:spChg chg="add mod">
          <ac:chgData name="Christopher Aloo" userId="81d139e4-1a74-45bd-a04a-64f94c7d37c9" providerId="ADAL" clId="{EBB903CD-9A70-439A-80ED-7C8A4BEA0F56}" dt="2025-08-18T17:10:18.871" v="216" actId="1076"/>
          <ac:spMkLst>
            <pc:docMk/>
            <pc:sldMk cId="3442744233" sldId="332"/>
            <ac:spMk id="19" creationId="{5664BE66-673D-E0ED-4CB6-ACD3C12044DD}"/>
          </ac:spMkLst>
        </pc:spChg>
        <pc:spChg chg="add mod">
          <ac:chgData name="Christopher Aloo" userId="81d139e4-1a74-45bd-a04a-64f94c7d37c9" providerId="ADAL" clId="{EBB903CD-9A70-439A-80ED-7C8A4BEA0F56}" dt="2025-08-18T17:10:18.871" v="216" actId="1076"/>
          <ac:spMkLst>
            <pc:docMk/>
            <pc:sldMk cId="3442744233" sldId="332"/>
            <ac:spMk id="21" creationId="{530D05D6-51AF-C43B-9E37-90BA1A6FFFDE}"/>
          </ac:spMkLst>
        </pc:spChg>
      </pc:sldChg>
      <pc:sldChg chg="addSp modSp add modAnim">
        <pc:chgData name="Christopher Aloo" userId="81d139e4-1a74-45bd-a04a-64f94c7d37c9" providerId="ADAL" clId="{EBB903CD-9A70-439A-80ED-7C8A4BEA0F56}" dt="2025-08-18T17:11:07.201" v="224" actId="1076"/>
        <pc:sldMkLst>
          <pc:docMk/>
          <pc:sldMk cId="1953669270" sldId="333"/>
        </pc:sldMkLst>
        <pc:spChg chg="add mod">
          <ac:chgData name="Christopher Aloo" userId="81d139e4-1a74-45bd-a04a-64f94c7d37c9" providerId="ADAL" clId="{EBB903CD-9A70-439A-80ED-7C8A4BEA0F56}" dt="2025-08-18T17:10:39.626" v="219" actId="1076"/>
          <ac:spMkLst>
            <pc:docMk/>
            <pc:sldMk cId="1953669270" sldId="333"/>
            <ac:spMk id="2" creationId="{845FA1AE-F0FF-ED7D-6B97-2FC926B612DC}"/>
          </ac:spMkLst>
        </pc:spChg>
        <pc:spChg chg="add mod">
          <ac:chgData name="Christopher Aloo" userId="81d139e4-1a74-45bd-a04a-64f94c7d37c9" providerId="ADAL" clId="{EBB903CD-9A70-439A-80ED-7C8A4BEA0F56}" dt="2025-08-18T17:10:39.626" v="219" actId="1076"/>
          <ac:spMkLst>
            <pc:docMk/>
            <pc:sldMk cId="1953669270" sldId="333"/>
            <ac:spMk id="5" creationId="{51742F76-FDAD-EEC8-7ED9-C20ABC6CED43}"/>
          </ac:spMkLst>
        </pc:spChg>
        <pc:spChg chg="add mod">
          <ac:chgData name="Christopher Aloo" userId="81d139e4-1a74-45bd-a04a-64f94c7d37c9" providerId="ADAL" clId="{EBB903CD-9A70-439A-80ED-7C8A4BEA0F56}" dt="2025-08-18T17:10:39.626" v="219" actId="1076"/>
          <ac:spMkLst>
            <pc:docMk/>
            <pc:sldMk cId="1953669270" sldId="333"/>
            <ac:spMk id="6" creationId="{C18C14A7-7A5F-0600-0CA2-A5184530A65B}"/>
          </ac:spMkLst>
        </pc:spChg>
        <pc:spChg chg="add mod">
          <ac:chgData name="Christopher Aloo" userId="81d139e4-1a74-45bd-a04a-64f94c7d37c9" providerId="ADAL" clId="{EBB903CD-9A70-439A-80ED-7C8A4BEA0F56}" dt="2025-08-18T17:10:39.626" v="219" actId="1076"/>
          <ac:spMkLst>
            <pc:docMk/>
            <pc:sldMk cId="1953669270" sldId="333"/>
            <ac:spMk id="7" creationId="{A7725263-91D9-660D-6D3E-8DB7F5935389}"/>
          </ac:spMkLst>
        </pc:spChg>
        <pc:spChg chg="add mod">
          <ac:chgData name="Christopher Aloo" userId="81d139e4-1a74-45bd-a04a-64f94c7d37c9" providerId="ADAL" clId="{EBB903CD-9A70-439A-80ED-7C8A4BEA0F56}" dt="2025-08-18T17:10:39.626" v="219" actId="1076"/>
          <ac:spMkLst>
            <pc:docMk/>
            <pc:sldMk cId="1953669270" sldId="333"/>
            <ac:spMk id="9" creationId="{1C88B664-E234-A1B2-99F6-AD694DA2F44A}"/>
          </ac:spMkLst>
        </pc:spChg>
        <pc:spChg chg="add mod">
          <ac:chgData name="Christopher Aloo" userId="81d139e4-1a74-45bd-a04a-64f94c7d37c9" providerId="ADAL" clId="{EBB903CD-9A70-439A-80ED-7C8A4BEA0F56}" dt="2025-08-18T17:10:39.626" v="219" actId="1076"/>
          <ac:spMkLst>
            <pc:docMk/>
            <pc:sldMk cId="1953669270" sldId="333"/>
            <ac:spMk id="12" creationId="{89E7A914-6394-7C17-9FC1-235CFB8E42BB}"/>
          </ac:spMkLst>
        </pc:spChg>
        <pc:spChg chg="add mod">
          <ac:chgData name="Christopher Aloo" userId="81d139e4-1a74-45bd-a04a-64f94c7d37c9" providerId="ADAL" clId="{EBB903CD-9A70-439A-80ED-7C8A4BEA0F56}" dt="2025-08-18T17:10:35.378" v="218" actId="1076"/>
          <ac:spMkLst>
            <pc:docMk/>
            <pc:sldMk cId="1953669270" sldId="333"/>
            <ac:spMk id="13" creationId="{B4E89C31-7348-6CF5-BD00-62EC08B402D3}"/>
          </ac:spMkLst>
        </pc:spChg>
        <pc:spChg chg="add mod">
          <ac:chgData name="Christopher Aloo" userId="81d139e4-1a74-45bd-a04a-64f94c7d37c9" providerId="ADAL" clId="{EBB903CD-9A70-439A-80ED-7C8A4BEA0F56}" dt="2025-08-18T17:10:39.626" v="219" actId="1076"/>
          <ac:spMkLst>
            <pc:docMk/>
            <pc:sldMk cId="1953669270" sldId="333"/>
            <ac:spMk id="14" creationId="{B513E85D-492E-B940-7DB1-0910B6ECB0C9}"/>
          </ac:spMkLst>
        </pc:spChg>
        <pc:spChg chg="mod">
          <ac:chgData name="Christopher Aloo" userId="81d139e4-1a74-45bd-a04a-64f94c7d37c9" providerId="ADAL" clId="{EBB903CD-9A70-439A-80ED-7C8A4BEA0F56}" dt="2025-08-18T17:10:39.626" v="219" actId="1076"/>
          <ac:spMkLst>
            <pc:docMk/>
            <pc:sldMk cId="1953669270" sldId="333"/>
            <ac:spMk id="17" creationId="{210A2775-7F48-2E65-7081-AD8D15C55B03}"/>
          </ac:spMkLst>
        </pc:spChg>
        <pc:spChg chg="add mod">
          <ac:chgData name="Christopher Aloo" userId="81d139e4-1a74-45bd-a04a-64f94c7d37c9" providerId="ADAL" clId="{EBB903CD-9A70-439A-80ED-7C8A4BEA0F56}" dt="2025-08-18T17:10:39.626" v="219" actId="1076"/>
          <ac:spMkLst>
            <pc:docMk/>
            <pc:sldMk cId="1953669270" sldId="333"/>
            <ac:spMk id="18" creationId="{5A25F5FF-6267-5B11-CBE3-9B8FC07C344A}"/>
          </ac:spMkLst>
        </pc:spChg>
        <pc:spChg chg="add mod">
          <ac:chgData name="Christopher Aloo" userId="81d139e4-1a74-45bd-a04a-64f94c7d37c9" providerId="ADAL" clId="{EBB903CD-9A70-439A-80ED-7C8A4BEA0F56}" dt="2025-08-18T17:10:39.626" v="219" actId="1076"/>
          <ac:spMkLst>
            <pc:docMk/>
            <pc:sldMk cId="1953669270" sldId="333"/>
            <ac:spMk id="19" creationId="{80F34176-4A82-B8BC-B23A-074FB4ACB090}"/>
          </ac:spMkLst>
        </pc:spChg>
        <pc:spChg chg="add mod">
          <ac:chgData name="Christopher Aloo" userId="81d139e4-1a74-45bd-a04a-64f94c7d37c9" providerId="ADAL" clId="{EBB903CD-9A70-439A-80ED-7C8A4BEA0F56}" dt="2025-08-18T17:10:52.090" v="222" actId="1076"/>
          <ac:spMkLst>
            <pc:docMk/>
            <pc:sldMk cId="1953669270" sldId="333"/>
            <ac:spMk id="21" creationId="{68E2F349-9E48-4BEA-A6A0-DEA9AF4973A2}"/>
          </ac:spMkLst>
        </pc:spChg>
        <pc:picChg chg="add mod">
          <ac:chgData name="Christopher Aloo" userId="81d139e4-1a74-45bd-a04a-64f94c7d37c9" providerId="ADAL" clId="{EBB903CD-9A70-439A-80ED-7C8A4BEA0F56}" dt="2025-08-18T17:11:07.201" v="224" actId="1076"/>
          <ac:picMkLst>
            <pc:docMk/>
            <pc:sldMk cId="1953669270" sldId="333"/>
            <ac:picMk id="22" creationId="{EBCBCF88-1DFA-E4A6-353D-F8095E738FBD}"/>
          </ac:picMkLst>
        </pc:picChg>
      </pc:sldChg>
      <pc:sldChg chg="addSp delSp modSp add mod modAnim">
        <pc:chgData name="Christopher Aloo" userId="81d139e4-1a74-45bd-a04a-64f94c7d37c9" providerId="ADAL" clId="{EBB903CD-9A70-439A-80ED-7C8A4BEA0F56}" dt="2025-08-18T17:12:08.283" v="244" actId="1076"/>
        <pc:sldMkLst>
          <pc:docMk/>
          <pc:sldMk cId="3039479569" sldId="334"/>
        </pc:sldMkLst>
        <pc:spChg chg="del">
          <ac:chgData name="Christopher Aloo" userId="81d139e4-1a74-45bd-a04a-64f94c7d37c9" providerId="ADAL" clId="{EBB903CD-9A70-439A-80ED-7C8A4BEA0F56}" dt="2025-08-18T17:11:45.510" v="236" actId="478"/>
          <ac:spMkLst>
            <pc:docMk/>
            <pc:sldMk cId="3039479569" sldId="334"/>
            <ac:spMk id="2" creationId="{D931637D-0823-4C53-1581-07D12C8EFB47}"/>
          </ac:spMkLst>
        </pc:spChg>
        <pc:spChg chg="del">
          <ac:chgData name="Christopher Aloo" userId="81d139e4-1a74-45bd-a04a-64f94c7d37c9" providerId="ADAL" clId="{EBB903CD-9A70-439A-80ED-7C8A4BEA0F56}" dt="2025-08-18T17:11:48.392" v="238" actId="478"/>
          <ac:spMkLst>
            <pc:docMk/>
            <pc:sldMk cId="3039479569" sldId="334"/>
            <ac:spMk id="3" creationId="{E2E72F23-42E7-8312-D8DA-D68C2AA6418E}"/>
          </ac:spMkLst>
        </pc:spChg>
        <pc:spChg chg="del">
          <ac:chgData name="Christopher Aloo" userId="81d139e4-1a74-45bd-a04a-64f94c7d37c9" providerId="ADAL" clId="{EBB903CD-9A70-439A-80ED-7C8A4BEA0F56}" dt="2025-08-18T17:11:45.510" v="236" actId="478"/>
          <ac:spMkLst>
            <pc:docMk/>
            <pc:sldMk cId="3039479569" sldId="334"/>
            <ac:spMk id="6" creationId="{BA3D5150-514E-E300-772B-6DDE009C8E6A}"/>
          </ac:spMkLst>
        </pc:spChg>
        <pc:spChg chg="del">
          <ac:chgData name="Christopher Aloo" userId="81d139e4-1a74-45bd-a04a-64f94c7d37c9" providerId="ADAL" clId="{EBB903CD-9A70-439A-80ED-7C8A4BEA0F56}" dt="2025-08-18T17:11:45.510" v="236" actId="478"/>
          <ac:spMkLst>
            <pc:docMk/>
            <pc:sldMk cId="3039479569" sldId="334"/>
            <ac:spMk id="7" creationId="{843087C8-DE51-A883-D7FE-F1E6D27E4933}"/>
          </ac:spMkLst>
        </pc:spChg>
        <pc:spChg chg="del">
          <ac:chgData name="Christopher Aloo" userId="81d139e4-1a74-45bd-a04a-64f94c7d37c9" providerId="ADAL" clId="{EBB903CD-9A70-439A-80ED-7C8A4BEA0F56}" dt="2025-08-18T17:11:45.510" v="236" actId="478"/>
          <ac:spMkLst>
            <pc:docMk/>
            <pc:sldMk cId="3039479569" sldId="334"/>
            <ac:spMk id="8" creationId="{C1A54DC7-E11F-3D70-8E6E-0CFA45BC6685}"/>
          </ac:spMkLst>
        </pc:spChg>
        <pc:spChg chg="add del mod">
          <ac:chgData name="Christopher Aloo" userId="81d139e4-1a74-45bd-a04a-64f94c7d37c9" providerId="ADAL" clId="{EBB903CD-9A70-439A-80ED-7C8A4BEA0F56}" dt="2025-08-18T17:11:48.392" v="238" actId="478"/>
          <ac:spMkLst>
            <pc:docMk/>
            <pc:sldMk cId="3039479569" sldId="334"/>
            <ac:spMk id="9" creationId="{DE966D39-1789-F7A7-742D-FBA695B634B1}"/>
          </ac:spMkLst>
        </pc:spChg>
        <pc:spChg chg="add del mod">
          <ac:chgData name="Christopher Aloo" userId="81d139e4-1a74-45bd-a04a-64f94c7d37c9" providerId="ADAL" clId="{EBB903CD-9A70-439A-80ED-7C8A4BEA0F56}" dt="2025-08-18T17:11:50.527" v="239" actId="478"/>
          <ac:spMkLst>
            <pc:docMk/>
            <pc:sldMk cId="3039479569" sldId="334"/>
            <ac:spMk id="11" creationId="{FEF16172-4C80-8638-AAEA-B4B7413FFF08}"/>
          </ac:spMkLst>
        </pc:spChg>
        <pc:spChg chg="add mod">
          <ac:chgData name="Christopher Aloo" userId="81d139e4-1a74-45bd-a04a-64f94c7d37c9" providerId="ADAL" clId="{EBB903CD-9A70-439A-80ED-7C8A4BEA0F56}" dt="2025-08-18T17:12:08.283" v="244" actId="1076"/>
          <ac:spMkLst>
            <pc:docMk/>
            <pc:sldMk cId="3039479569" sldId="334"/>
            <ac:spMk id="12" creationId="{1A80B1DB-FF48-FA36-B3BF-5D03F24F353C}"/>
          </ac:spMkLst>
        </pc:spChg>
        <pc:picChg chg="del">
          <ac:chgData name="Christopher Aloo" userId="81d139e4-1a74-45bd-a04a-64f94c7d37c9" providerId="ADAL" clId="{EBB903CD-9A70-439A-80ED-7C8A4BEA0F56}" dt="2025-08-18T17:11:45.510" v="236" actId="478"/>
          <ac:picMkLst>
            <pc:docMk/>
            <pc:sldMk cId="3039479569" sldId="334"/>
            <ac:picMk id="4" creationId="{8D7150AE-72C8-CDB1-70A5-7B959FBD0D8A}"/>
          </ac:picMkLst>
        </pc:picChg>
        <pc:picChg chg="del">
          <ac:chgData name="Christopher Aloo" userId="81d139e4-1a74-45bd-a04a-64f94c7d37c9" providerId="ADAL" clId="{EBB903CD-9A70-439A-80ED-7C8A4BEA0F56}" dt="2025-08-18T17:11:45.510" v="236" actId="478"/>
          <ac:picMkLst>
            <pc:docMk/>
            <pc:sldMk cId="3039479569" sldId="334"/>
            <ac:picMk id="5" creationId="{C85419DF-09A4-3A6C-DCD4-711417475DE1}"/>
          </ac:picMkLst>
        </pc:picChg>
      </pc:sldChg>
      <pc:sldChg chg="addSp modSp add mod">
        <pc:chgData name="Christopher Aloo" userId="81d139e4-1a74-45bd-a04a-64f94c7d37c9" providerId="ADAL" clId="{EBB903CD-9A70-439A-80ED-7C8A4BEA0F56}" dt="2025-08-18T17:12:24.718" v="247" actId="1076"/>
        <pc:sldMkLst>
          <pc:docMk/>
          <pc:sldMk cId="4121492521" sldId="335"/>
        </pc:sldMkLst>
        <pc:spChg chg="add mod">
          <ac:chgData name="Christopher Aloo" userId="81d139e4-1a74-45bd-a04a-64f94c7d37c9" providerId="ADAL" clId="{EBB903CD-9A70-439A-80ED-7C8A4BEA0F56}" dt="2025-08-18T17:12:24.718" v="247" actId="1076"/>
          <ac:spMkLst>
            <pc:docMk/>
            <pc:sldMk cId="4121492521" sldId="335"/>
            <ac:spMk id="2" creationId="{4C72454F-59F9-36BF-2759-DCE1386A8930}"/>
          </ac:spMkLst>
        </pc:spChg>
        <pc:spChg chg="add mod">
          <ac:chgData name="Christopher Aloo" userId="81d139e4-1a74-45bd-a04a-64f94c7d37c9" providerId="ADAL" clId="{EBB903CD-9A70-439A-80ED-7C8A4BEA0F56}" dt="2025-08-18T17:12:21.447" v="246" actId="1076"/>
          <ac:spMkLst>
            <pc:docMk/>
            <pc:sldMk cId="4121492521" sldId="335"/>
            <ac:spMk id="4" creationId="{A910BADE-4639-0D72-184C-193EE7A4C610}"/>
          </ac:spMkLst>
        </pc:spChg>
        <pc:spChg chg="add mod">
          <ac:chgData name="Christopher Aloo" userId="81d139e4-1a74-45bd-a04a-64f94c7d37c9" providerId="ADAL" clId="{EBB903CD-9A70-439A-80ED-7C8A4BEA0F56}" dt="2025-08-18T17:12:21.447" v="246" actId="1076"/>
          <ac:spMkLst>
            <pc:docMk/>
            <pc:sldMk cId="4121492521" sldId="335"/>
            <ac:spMk id="5" creationId="{72B78E5E-7AE0-4F85-BDCB-56C6D6E19F74}"/>
          </ac:spMkLst>
        </pc:spChg>
        <pc:spChg chg="add mod">
          <ac:chgData name="Christopher Aloo" userId="81d139e4-1a74-45bd-a04a-64f94c7d37c9" providerId="ADAL" clId="{EBB903CD-9A70-439A-80ED-7C8A4BEA0F56}" dt="2025-08-18T17:12:21.447" v="246" actId="1076"/>
          <ac:spMkLst>
            <pc:docMk/>
            <pc:sldMk cId="4121492521" sldId="335"/>
            <ac:spMk id="8" creationId="{BD2EB33D-6E4F-B244-7EC0-2EC9DC656FF3}"/>
          </ac:spMkLst>
        </pc:spChg>
        <pc:spChg chg="add mod">
          <ac:chgData name="Christopher Aloo" userId="81d139e4-1a74-45bd-a04a-64f94c7d37c9" providerId="ADAL" clId="{EBB903CD-9A70-439A-80ED-7C8A4BEA0F56}" dt="2025-08-18T17:12:21.447" v="246" actId="1076"/>
          <ac:spMkLst>
            <pc:docMk/>
            <pc:sldMk cId="4121492521" sldId="335"/>
            <ac:spMk id="9" creationId="{CD3AD488-B76E-1D2D-524F-44C82D4DB332}"/>
          </ac:spMkLst>
        </pc:spChg>
        <pc:spChg chg="add mod">
          <ac:chgData name="Christopher Aloo" userId="81d139e4-1a74-45bd-a04a-64f94c7d37c9" providerId="ADAL" clId="{EBB903CD-9A70-439A-80ED-7C8A4BEA0F56}" dt="2025-08-18T17:12:21.447" v="246" actId="1076"/>
          <ac:spMkLst>
            <pc:docMk/>
            <pc:sldMk cId="4121492521" sldId="335"/>
            <ac:spMk id="12" creationId="{B80194F2-BADD-AB2E-0349-2E5330382D37}"/>
          </ac:spMkLst>
        </pc:spChg>
        <pc:spChg chg="add mod">
          <ac:chgData name="Christopher Aloo" userId="81d139e4-1a74-45bd-a04a-64f94c7d37c9" providerId="ADAL" clId="{EBB903CD-9A70-439A-80ED-7C8A4BEA0F56}" dt="2025-08-18T17:12:21.447" v="246" actId="1076"/>
          <ac:spMkLst>
            <pc:docMk/>
            <pc:sldMk cId="4121492521" sldId="335"/>
            <ac:spMk id="17" creationId="{85B2789F-71A6-7AE0-ACAB-8120AB2C514B}"/>
          </ac:spMkLst>
        </pc:spChg>
        <pc:spChg chg="add mod">
          <ac:chgData name="Christopher Aloo" userId="81d139e4-1a74-45bd-a04a-64f94c7d37c9" providerId="ADAL" clId="{EBB903CD-9A70-439A-80ED-7C8A4BEA0F56}" dt="2025-08-18T17:12:21.447" v="246" actId="1076"/>
          <ac:spMkLst>
            <pc:docMk/>
            <pc:sldMk cId="4121492521" sldId="335"/>
            <ac:spMk id="19" creationId="{73B857CA-5E2F-C892-AC92-2BB069883B2D}"/>
          </ac:spMkLst>
        </pc:spChg>
        <pc:spChg chg="add mod">
          <ac:chgData name="Christopher Aloo" userId="81d139e4-1a74-45bd-a04a-64f94c7d37c9" providerId="ADAL" clId="{EBB903CD-9A70-439A-80ED-7C8A4BEA0F56}" dt="2025-08-18T17:12:21.447" v="246" actId="1076"/>
          <ac:spMkLst>
            <pc:docMk/>
            <pc:sldMk cId="4121492521" sldId="335"/>
            <ac:spMk id="20" creationId="{D3CE8B92-0DC6-7FB0-D7E4-C9F291FB64BB}"/>
          </ac:spMkLst>
        </pc:spChg>
        <pc:spChg chg="add mod">
          <ac:chgData name="Christopher Aloo" userId="81d139e4-1a74-45bd-a04a-64f94c7d37c9" providerId="ADAL" clId="{EBB903CD-9A70-439A-80ED-7C8A4BEA0F56}" dt="2025-08-18T17:12:21.447" v="246" actId="1076"/>
          <ac:spMkLst>
            <pc:docMk/>
            <pc:sldMk cId="4121492521" sldId="335"/>
            <ac:spMk id="22" creationId="{EE395140-41EA-3FBB-0048-8313410AD633}"/>
          </ac:spMkLst>
        </pc:spChg>
      </pc:sldChg>
      <pc:sldChg chg="add">
        <pc:chgData name="Christopher Aloo" userId="81d139e4-1a74-45bd-a04a-64f94c7d37c9" providerId="ADAL" clId="{EBB903CD-9A70-439A-80ED-7C8A4BEA0F56}" dt="2025-08-18T17:11:52.723" v="241" actId="2890"/>
        <pc:sldMkLst>
          <pc:docMk/>
          <pc:sldMk cId="1971586279" sldId="336"/>
        </pc:sldMkLst>
      </pc:sldChg>
      <pc:sldChg chg="addSp delSp modSp add mod ord">
        <pc:chgData name="Christopher Aloo" userId="81d139e4-1a74-45bd-a04a-64f94c7d37c9" providerId="ADAL" clId="{EBB903CD-9A70-439A-80ED-7C8A4BEA0F56}" dt="2025-08-18T17:32:08.590" v="818"/>
        <pc:sldMkLst>
          <pc:docMk/>
          <pc:sldMk cId="3969400573" sldId="337"/>
        </pc:sldMkLst>
        <pc:grpChg chg="del mod">
          <ac:chgData name="Christopher Aloo" userId="81d139e4-1a74-45bd-a04a-64f94c7d37c9" providerId="ADAL" clId="{EBB903CD-9A70-439A-80ED-7C8A4BEA0F56}" dt="2025-08-18T17:24:36.620" v="514"/>
          <ac:grpSpMkLst>
            <pc:docMk/>
            <pc:sldMk cId="3969400573" sldId="337"/>
            <ac:grpSpMk id="10" creationId="{46C7013D-DE5B-95AE-C88F-DE46FBE69209}"/>
          </ac:grpSpMkLst>
        </pc:grpChg>
        <pc:grpChg chg="mod">
          <ac:chgData name="Christopher Aloo" userId="81d139e4-1a74-45bd-a04a-64f94c7d37c9" providerId="ADAL" clId="{EBB903CD-9A70-439A-80ED-7C8A4BEA0F56}" dt="2025-08-18T17:24:26.170" v="501"/>
          <ac:grpSpMkLst>
            <pc:docMk/>
            <pc:sldMk cId="3969400573" sldId="337"/>
            <ac:grpSpMk id="11" creationId="{5B9A68BC-993F-A402-D6F4-FA52F03579FB}"/>
          </ac:grpSpMkLst>
        </pc:grpChg>
        <pc:grpChg chg="del mod">
          <ac:chgData name="Christopher Aloo" userId="81d139e4-1a74-45bd-a04a-64f94c7d37c9" providerId="ADAL" clId="{EBB903CD-9A70-439A-80ED-7C8A4BEA0F56}" dt="2025-08-18T17:24:36.620" v="514"/>
          <ac:grpSpMkLst>
            <pc:docMk/>
            <pc:sldMk cId="3969400573" sldId="337"/>
            <ac:grpSpMk id="24" creationId="{C3C9E29B-229F-077C-784D-5F73FE5537D8}"/>
          </ac:grpSpMkLst>
        </pc:grpChg>
        <pc:grpChg chg="del mod">
          <ac:chgData name="Christopher Aloo" userId="81d139e4-1a74-45bd-a04a-64f94c7d37c9" providerId="ADAL" clId="{EBB903CD-9A70-439A-80ED-7C8A4BEA0F56}" dt="2025-08-18T17:24:51.555" v="526"/>
          <ac:grpSpMkLst>
            <pc:docMk/>
            <pc:sldMk cId="3969400573" sldId="337"/>
            <ac:grpSpMk id="25" creationId="{540CA7E5-1D5E-78D7-F1C8-4DAE2BE11E68}"/>
          </ac:grpSpMkLst>
        </pc:grpChg>
        <pc:grpChg chg="del mod">
          <ac:chgData name="Christopher Aloo" userId="81d139e4-1a74-45bd-a04a-64f94c7d37c9" providerId="ADAL" clId="{EBB903CD-9A70-439A-80ED-7C8A4BEA0F56}" dt="2025-08-18T17:24:57.065" v="528"/>
          <ac:grpSpMkLst>
            <pc:docMk/>
            <pc:sldMk cId="3969400573" sldId="337"/>
            <ac:grpSpMk id="37" creationId="{A6297715-C0F9-30A2-AFA8-75B254B2E05B}"/>
          </ac:grpSpMkLst>
        </pc:grpChg>
        <pc:grpChg chg="del mod">
          <ac:chgData name="Christopher Aloo" userId="81d139e4-1a74-45bd-a04a-64f94c7d37c9" providerId="ADAL" clId="{EBB903CD-9A70-439A-80ED-7C8A4BEA0F56}" dt="2025-08-18T17:27:46.597" v="611"/>
          <ac:grpSpMkLst>
            <pc:docMk/>
            <pc:sldMk cId="3969400573" sldId="337"/>
            <ac:grpSpMk id="39" creationId="{B81913DF-A12C-71DF-A3E2-16194DC7D07E}"/>
          </ac:grpSpMkLst>
        </pc:grpChg>
        <pc:grpChg chg="del mod">
          <ac:chgData name="Christopher Aloo" userId="81d139e4-1a74-45bd-a04a-64f94c7d37c9" providerId="ADAL" clId="{EBB903CD-9A70-439A-80ED-7C8A4BEA0F56}" dt="2025-08-18T17:27:46.597" v="611"/>
          <ac:grpSpMkLst>
            <pc:docMk/>
            <pc:sldMk cId="3969400573" sldId="337"/>
            <ac:grpSpMk id="42" creationId="{CFC52F36-FBE9-8D89-F083-7B5EF183E6F6}"/>
          </ac:grpSpMkLst>
        </pc:grpChg>
        <pc:grpChg chg="del mod">
          <ac:chgData name="Christopher Aloo" userId="81d139e4-1a74-45bd-a04a-64f94c7d37c9" providerId="ADAL" clId="{EBB903CD-9A70-439A-80ED-7C8A4BEA0F56}" dt="2025-08-18T17:25:06.096" v="539"/>
          <ac:grpSpMkLst>
            <pc:docMk/>
            <pc:sldMk cId="3969400573" sldId="337"/>
            <ac:grpSpMk id="45" creationId="{CFF126BD-169B-85A0-3E28-ECD84E0CF0E7}"/>
          </ac:grpSpMkLst>
        </pc:grpChg>
        <pc:grpChg chg="del mod">
          <ac:chgData name="Christopher Aloo" userId="81d139e4-1a74-45bd-a04a-64f94c7d37c9" providerId="ADAL" clId="{EBB903CD-9A70-439A-80ED-7C8A4BEA0F56}" dt="2025-08-18T17:28:07.861" v="651"/>
          <ac:grpSpMkLst>
            <pc:docMk/>
            <pc:sldMk cId="3969400573" sldId="337"/>
            <ac:grpSpMk id="50" creationId="{C934EA4D-4551-0BCF-4027-0521FF766C75}"/>
          </ac:grpSpMkLst>
        </pc:grpChg>
        <pc:grpChg chg="del mod">
          <ac:chgData name="Christopher Aloo" userId="81d139e4-1a74-45bd-a04a-64f94c7d37c9" providerId="ADAL" clId="{EBB903CD-9A70-439A-80ED-7C8A4BEA0F56}" dt="2025-08-18T17:25:15.481" v="550"/>
          <ac:grpSpMkLst>
            <pc:docMk/>
            <pc:sldMk cId="3969400573" sldId="337"/>
            <ac:grpSpMk id="57" creationId="{48534214-D465-0698-4E27-52898B51929E}"/>
          </ac:grpSpMkLst>
        </pc:grpChg>
        <pc:grpChg chg="del mod">
          <ac:chgData name="Christopher Aloo" userId="81d139e4-1a74-45bd-a04a-64f94c7d37c9" providerId="ADAL" clId="{EBB903CD-9A70-439A-80ED-7C8A4BEA0F56}" dt="2025-08-18T17:25:15.481" v="550"/>
          <ac:grpSpMkLst>
            <pc:docMk/>
            <pc:sldMk cId="3969400573" sldId="337"/>
            <ac:grpSpMk id="61" creationId="{8AF683A8-0E5B-AF62-EF1E-4B84D61A2231}"/>
          </ac:grpSpMkLst>
        </pc:grpChg>
        <pc:grpChg chg="mod">
          <ac:chgData name="Christopher Aloo" userId="81d139e4-1a74-45bd-a04a-64f94c7d37c9" providerId="ADAL" clId="{EBB903CD-9A70-439A-80ED-7C8A4BEA0F56}" dt="2025-08-18T17:27:07.692" v="580"/>
          <ac:grpSpMkLst>
            <pc:docMk/>
            <pc:sldMk cId="3969400573" sldId="337"/>
            <ac:grpSpMk id="62" creationId="{44C68E60-3DCF-B609-E40A-FE69CD387B02}"/>
          </ac:grpSpMkLst>
        </pc:grpChg>
        <pc:grpChg chg="mod">
          <ac:chgData name="Christopher Aloo" userId="81d139e4-1a74-45bd-a04a-64f94c7d37c9" providerId="ADAL" clId="{EBB903CD-9A70-439A-80ED-7C8A4BEA0F56}" dt="2025-08-18T17:25:20.069" v="555"/>
          <ac:grpSpMkLst>
            <pc:docMk/>
            <pc:sldMk cId="3969400573" sldId="337"/>
            <ac:grpSpMk id="67" creationId="{24D4B167-0BF3-A0C8-272B-6A7E6707FD67}"/>
          </ac:grpSpMkLst>
        </pc:grpChg>
        <pc:grpChg chg="del mod">
          <ac:chgData name="Christopher Aloo" userId="81d139e4-1a74-45bd-a04a-64f94c7d37c9" providerId="ADAL" clId="{EBB903CD-9A70-439A-80ED-7C8A4BEA0F56}" dt="2025-08-18T17:25:45.414" v="565"/>
          <ac:grpSpMkLst>
            <pc:docMk/>
            <pc:sldMk cId="3969400573" sldId="337"/>
            <ac:grpSpMk id="73" creationId="{90613226-966B-04E8-4621-7A3FF71894F5}"/>
          </ac:grpSpMkLst>
        </pc:grpChg>
        <pc:grpChg chg="del mod">
          <ac:chgData name="Christopher Aloo" userId="81d139e4-1a74-45bd-a04a-64f94c7d37c9" providerId="ADAL" clId="{EBB903CD-9A70-439A-80ED-7C8A4BEA0F56}" dt="2025-08-18T17:25:53.442" v="576"/>
          <ac:grpSpMkLst>
            <pc:docMk/>
            <pc:sldMk cId="3969400573" sldId="337"/>
            <ac:grpSpMk id="77" creationId="{B375EB39-11C6-9C46-E689-6D383ABDD338}"/>
          </ac:grpSpMkLst>
        </pc:grpChg>
        <pc:grpChg chg="del mod">
          <ac:chgData name="Christopher Aloo" userId="81d139e4-1a74-45bd-a04a-64f94c7d37c9" providerId="ADAL" clId="{EBB903CD-9A70-439A-80ED-7C8A4BEA0F56}" dt="2025-08-18T17:27:15.923" v="586"/>
          <ac:grpSpMkLst>
            <pc:docMk/>
            <pc:sldMk cId="3969400573" sldId="337"/>
            <ac:grpSpMk id="88" creationId="{C866FE45-8AB8-3273-E2AB-36A8FD3AB4BF}"/>
          </ac:grpSpMkLst>
        </pc:grpChg>
        <pc:grpChg chg="mod">
          <ac:chgData name="Christopher Aloo" userId="81d139e4-1a74-45bd-a04a-64f94c7d37c9" providerId="ADAL" clId="{EBB903CD-9A70-439A-80ED-7C8A4BEA0F56}" dt="2025-08-18T17:26:56.608" v="579"/>
          <ac:grpSpMkLst>
            <pc:docMk/>
            <pc:sldMk cId="3969400573" sldId="337"/>
            <ac:grpSpMk id="91" creationId="{09C773C8-5E9A-0170-BE05-698225DA85EB}"/>
          </ac:grpSpMkLst>
        </pc:grpChg>
        <pc:grpChg chg="mod">
          <ac:chgData name="Christopher Aloo" userId="81d139e4-1a74-45bd-a04a-64f94c7d37c9" providerId="ADAL" clId="{EBB903CD-9A70-439A-80ED-7C8A4BEA0F56}" dt="2025-08-18T17:27:15.923" v="586"/>
          <ac:grpSpMkLst>
            <pc:docMk/>
            <pc:sldMk cId="3969400573" sldId="337"/>
            <ac:grpSpMk id="93" creationId="{D78160C4-3238-E5FC-43C5-6F5BA4136A28}"/>
          </ac:grpSpMkLst>
        </pc:grpChg>
        <pc:grpChg chg="mod">
          <ac:chgData name="Christopher Aloo" userId="81d139e4-1a74-45bd-a04a-64f94c7d37c9" providerId="ADAL" clId="{EBB903CD-9A70-439A-80ED-7C8A4BEA0F56}" dt="2025-08-18T17:27:25.112" v="598"/>
          <ac:grpSpMkLst>
            <pc:docMk/>
            <pc:sldMk cId="3969400573" sldId="337"/>
            <ac:grpSpMk id="105" creationId="{A7A89015-AB21-FC05-47C5-81060724FAE9}"/>
          </ac:grpSpMkLst>
        </pc:grpChg>
        <pc:grpChg chg="del mod">
          <ac:chgData name="Christopher Aloo" userId="81d139e4-1a74-45bd-a04a-64f94c7d37c9" providerId="ADAL" clId="{EBB903CD-9A70-439A-80ED-7C8A4BEA0F56}" dt="2025-08-18T17:27:49.394" v="616"/>
          <ac:grpSpMkLst>
            <pc:docMk/>
            <pc:sldMk cId="3969400573" sldId="337"/>
            <ac:grpSpMk id="118" creationId="{55E40B7D-AC61-A38C-F4DD-CE13EB5C2FDD}"/>
          </ac:grpSpMkLst>
        </pc:grpChg>
        <pc:grpChg chg="del mod">
          <ac:chgData name="Christopher Aloo" userId="81d139e4-1a74-45bd-a04a-64f94c7d37c9" providerId="ADAL" clId="{EBB903CD-9A70-439A-80ED-7C8A4BEA0F56}" dt="2025-08-18T17:28:00.819" v="637"/>
          <ac:grpSpMkLst>
            <pc:docMk/>
            <pc:sldMk cId="3969400573" sldId="337"/>
            <ac:grpSpMk id="123" creationId="{095EC7D5-17B6-371D-9431-EB964FF91098}"/>
          </ac:grpSpMkLst>
        </pc:grpChg>
        <pc:grpChg chg="del mod">
          <ac:chgData name="Christopher Aloo" userId="81d139e4-1a74-45bd-a04a-64f94c7d37c9" providerId="ADAL" clId="{EBB903CD-9A70-439A-80ED-7C8A4BEA0F56}" dt="2025-08-18T17:28:00.819" v="637"/>
          <ac:grpSpMkLst>
            <pc:docMk/>
            <pc:sldMk cId="3969400573" sldId="337"/>
            <ac:grpSpMk id="135" creationId="{674ABB94-F0A3-F4B6-F67E-193C5A411D51}"/>
          </ac:grpSpMkLst>
        </pc:grpChg>
        <pc:grpChg chg="del mod">
          <ac:chgData name="Christopher Aloo" userId="81d139e4-1a74-45bd-a04a-64f94c7d37c9" providerId="ADAL" clId="{EBB903CD-9A70-439A-80ED-7C8A4BEA0F56}" dt="2025-08-18T17:28:00.819" v="637"/>
          <ac:grpSpMkLst>
            <pc:docMk/>
            <pc:sldMk cId="3969400573" sldId="337"/>
            <ac:grpSpMk id="139" creationId="{21EB8ECC-819E-D760-4078-5873B1133A51}"/>
          </ac:grpSpMkLst>
        </pc:grpChg>
        <pc:grpChg chg="del mod">
          <ac:chgData name="Christopher Aloo" userId="81d139e4-1a74-45bd-a04a-64f94c7d37c9" providerId="ADAL" clId="{EBB903CD-9A70-439A-80ED-7C8A4BEA0F56}" dt="2025-08-18T17:28:00.819" v="637"/>
          <ac:grpSpMkLst>
            <pc:docMk/>
            <pc:sldMk cId="3969400573" sldId="337"/>
            <ac:grpSpMk id="144" creationId="{4BBB0579-A53C-F1AC-BF69-057C4A1BE114}"/>
          </ac:grpSpMkLst>
        </pc:grpChg>
        <pc:grpChg chg="del mod">
          <ac:chgData name="Christopher Aloo" userId="81d139e4-1a74-45bd-a04a-64f94c7d37c9" providerId="ADAL" clId="{EBB903CD-9A70-439A-80ED-7C8A4BEA0F56}" dt="2025-08-18T17:28:07.861" v="651"/>
          <ac:grpSpMkLst>
            <pc:docMk/>
            <pc:sldMk cId="3969400573" sldId="337"/>
            <ac:grpSpMk id="145" creationId="{C821059A-C0CC-1751-A2D3-B888C4834396}"/>
          </ac:grpSpMkLst>
        </pc:grpChg>
        <pc:grpChg chg="mod">
          <ac:chgData name="Christopher Aloo" userId="81d139e4-1a74-45bd-a04a-64f94c7d37c9" providerId="ADAL" clId="{EBB903CD-9A70-439A-80ED-7C8A4BEA0F56}" dt="2025-08-18T17:28:07.861" v="651"/>
          <ac:grpSpMkLst>
            <pc:docMk/>
            <pc:sldMk cId="3969400573" sldId="337"/>
            <ac:grpSpMk id="159" creationId="{D6B7EF4C-008A-88D6-2436-1F3774385040}"/>
          </ac:grpSpMkLst>
        </pc:grpChg>
        <pc:grpChg chg="del mod">
          <ac:chgData name="Christopher Aloo" userId="81d139e4-1a74-45bd-a04a-64f94c7d37c9" providerId="ADAL" clId="{EBB903CD-9A70-439A-80ED-7C8A4BEA0F56}" dt="2025-08-18T17:31:27.233" v="781"/>
          <ac:grpSpMkLst>
            <pc:docMk/>
            <pc:sldMk cId="3969400573" sldId="337"/>
            <ac:grpSpMk id="172" creationId="{D64E18F6-6423-EA5A-B959-0F569AA707DD}"/>
          </ac:grpSpMkLst>
        </pc:grpChg>
        <pc:grpChg chg="del mod">
          <ac:chgData name="Christopher Aloo" userId="81d139e4-1a74-45bd-a04a-64f94c7d37c9" providerId="ADAL" clId="{EBB903CD-9A70-439A-80ED-7C8A4BEA0F56}" dt="2025-08-18T17:31:24.075" v="778"/>
          <ac:grpSpMkLst>
            <pc:docMk/>
            <pc:sldMk cId="3969400573" sldId="337"/>
            <ac:grpSpMk id="178" creationId="{D8C5934F-0DC2-9BD2-FC4B-348C8AEEF607}"/>
          </ac:grpSpMkLst>
        </pc:grpChg>
        <pc:grpChg chg="del mod">
          <ac:chgData name="Christopher Aloo" userId="81d139e4-1a74-45bd-a04a-64f94c7d37c9" providerId="ADAL" clId="{EBB903CD-9A70-439A-80ED-7C8A4BEA0F56}" dt="2025-08-18T17:31:27.233" v="781"/>
          <ac:grpSpMkLst>
            <pc:docMk/>
            <pc:sldMk cId="3969400573" sldId="337"/>
            <ac:grpSpMk id="181" creationId="{89168DC0-5C84-FAE3-30B2-B566DE5233A9}"/>
          </ac:grpSpMkLst>
        </pc:grpChg>
        <pc:grpChg chg="mod">
          <ac:chgData name="Christopher Aloo" userId="81d139e4-1a74-45bd-a04a-64f94c7d37c9" providerId="ADAL" clId="{EBB903CD-9A70-439A-80ED-7C8A4BEA0F56}" dt="2025-08-18T17:31:27.233" v="781"/>
          <ac:grpSpMkLst>
            <pc:docMk/>
            <pc:sldMk cId="3969400573" sldId="337"/>
            <ac:grpSpMk id="184" creationId="{0C7F081C-4F60-38BE-B297-CDF427A0E7FA}"/>
          </ac:grpSpMkLst>
        </pc:grpChg>
        <pc:grpChg chg="del mod">
          <ac:chgData name="Christopher Aloo" userId="81d139e4-1a74-45bd-a04a-64f94c7d37c9" providerId="ADAL" clId="{EBB903CD-9A70-439A-80ED-7C8A4BEA0F56}" dt="2025-08-18T17:31:51.865" v="805"/>
          <ac:grpSpMkLst>
            <pc:docMk/>
            <pc:sldMk cId="3969400573" sldId="337"/>
            <ac:grpSpMk id="191" creationId="{76A59A78-09CF-6F93-0DEE-54A52A03EB5B}"/>
          </ac:grpSpMkLst>
        </pc:grpChg>
        <pc:grpChg chg="del mod">
          <ac:chgData name="Christopher Aloo" userId="81d139e4-1a74-45bd-a04a-64f94c7d37c9" providerId="ADAL" clId="{EBB903CD-9A70-439A-80ED-7C8A4BEA0F56}" dt="2025-08-18T17:31:44.440" v="800"/>
          <ac:grpSpMkLst>
            <pc:docMk/>
            <pc:sldMk cId="3969400573" sldId="337"/>
            <ac:grpSpMk id="197" creationId="{99415E5E-5B79-BEB6-07A8-EACD4E23D5DF}"/>
          </ac:grpSpMkLst>
        </pc:grpChg>
        <pc:grpChg chg="del mod">
          <ac:chgData name="Christopher Aloo" userId="81d139e4-1a74-45bd-a04a-64f94c7d37c9" providerId="ADAL" clId="{EBB903CD-9A70-439A-80ED-7C8A4BEA0F56}" dt="2025-08-18T17:31:44.440" v="800"/>
          <ac:grpSpMkLst>
            <pc:docMk/>
            <pc:sldMk cId="3969400573" sldId="337"/>
            <ac:grpSpMk id="198" creationId="{5905692E-904B-0242-B7B6-BEED2675FDB0}"/>
          </ac:grpSpMkLst>
        </pc:grpChg>
        <pc:grpChg chg="del mod">
          <ac:chgData name="Christopher Aloo" userId="81d139e4-1a74-45bd-a04a-64f94c7d37c9" providerId="ADAL" clId="{EBB903CD-9A70-439A-80ED-7C8A4BEA0F56}" dt="2025-08-18T17:31:45.952" v="802"/>
          <ac:grpSpMkLst>
            <pc:docMk/>
            <pc:sldMk cId="3969400573" sldId="337"/>
            <ac:grpSpMk id="201" creationId="{5221B603-8BF7-8562-92C4-1AA6871B947D}"/>
          </ac:grpSpMkLst>
        </pc:grpChg>
        <pc:grpChg chg="mod">
          <ac:chgData name="Christopher Aloo" userId="81d139e4-1a74-45bd-a04a-64f94c7d37c9" providerId="ADAL" clId="{EBB903CD-9A70-439A-80ED-7C8A4BEA0F56}" dt="2025-08-18T17:31:44.440" v="800"/>
          <ac:grpSpMkLst>
            <pc:docMk/>
            <pc:sldMk cId="3969400573" sldId="337"/>
            <ac:grpSpMk id="204" creationId="{A9CD2C34-3495-1EB4-BF85-3EE7190C992C}"/>
          </ac:grpSpMkLst>
        </pc:grpChg>
        <pc:grpChg chg="mod">
          <ac:chgData name="Christopher Aloo" userId="81d139e4-1a74-45bd-a04a-64f94c7d37c9" providerId="ADAL" clId="{EBB903CD-9A70-439A-80ED-7C8A4BEA0F56}" dt="2025-08-18T17:31:44.440" v="800"/>
          <ac:grpSpMkLst>
            <pc:docMk/>
            <pc:sldMk cId="3969400573" sldId="337"/>
            <ac:grpSpMk id="205" creationId="{68FD188D-449B-276B-76BC-0722A05E09D2}"/>
          </ac:grpSpMkLst>
        </pc:grpChg>
        <pc:grpChg chg="del mod">
          <ac:chgData name="Christopher Aloo" userId="81d139e4-1a74-45bd-a04a-64f94c7d37c9" providerId="ADAL" clId="{EBB903CD-9A70-439A-80ED-7C8A4BEA0F56}" dt="2025-08-18T17:31:51.865" v="805"/>
          <ac:grpSpMkLst>
            <pc:docMk/>
            <pc:sldMk cId="3969400573" sldId="337"/>
            <ac:grpSpMk id="207" creationId="{DD4220C2-E890-C11F-6B2E-000B4258C89F}"/>
          </ac:grpSpMkLst>
        </pc:grpChg>
        <pc:grpChg chg="mod">
          <ac:chgData name="Christopher Aloo" userId="81d139e4-1a74-45bd-a04a-64f94c7d37c9" providerId="ADAL" clId="{EBB903CD-9A70-439A-80ED-7C8A4BEA0F56}" dt="2025-08-18T17:31:51.865" v="805"/>
          <ac:grpSpMkLst>
            <pc:docMk/>
            <pc:sldMk cId="3969400573" sldId="337"/>
            <ac:grpSpMk id="210" creationId="{DC1FAF75-4781-62A9-EBA0-9523B9A4790D}"/>
          </ac:grpSpMkLst>
        </pc:grpChg>
        <pc:grpChg chg="mod">
          <ac:chgData name="Christopher Aloo" userId="81d139e4-1a74-45bd-a04a-64f94c7d37c9" providerId="ADAL" clId="{EBB903CD-9A70-439A-80ED-7C8A4BEA0F56}" dt="2025-08-18T17:32:08.590" v="818"/>
          <ac:grpSpMkLst>
            <pc:docMk/>
            <pc:sldMk cId="3969400573" sldId="337"/>
            <ac:grpSpMk id="223" creationId="{D6FB82F7-B10E-A3DA-0E48-1826CC03A3CD}"/>
          </ac:grpSpMkLst>
        </pc:grpChg>
        <pc:inkChg chg="add mod">
          <ac:chgData name="Christopher Aloo" userId="81d139e4-1a74-45bd-a04a-64f94c7d37c9" providerId="ADAL" clId="{EBB903CD-9A70-439A-80ED-7C8A4BEA0F56}" dt="2025-08-18T17:24:26.170" v="501"/>
          <ac:inkMkLst>
            <pc:docMk/>
            <pc:sldMk cId="3969400573" sldId="337"/>
            <ac:inkMk id="2" creationId="{15701888-3BC7-A22F-171C-F33F7BDEBBC8}"/>
          </ac:inkMkLst>
        </pc:inkChg>
        <pc:inkChg chg="add mod">
          <ac:chgData name="Christopher Aloo" userId="81d139e4-1a74-45bd-a04a-64f94c7d37c9" providerId="ADAL" clId="{EBB903CD-9A70-439A-80ED-7C8A4BEA0F56}" dt="2025-08-18T17:24:26.170" v="501"/>
          <ac:inkMkLst>
            <pc:docMk/>
            <pc:sldMk cId="3969400573" sldId="337"/>
            <ac:inkMk id="3" creationId="{6F73BAA5-8EE9-9B2F-7998-15584B6D895B}"/>
          </ac:inkMkLst>
        </pc:inkChg>
        <pc:inkChg chg="add mod">
          <ac:chgData name="Christopher Aloo" userId="81d139e4-1a74-45bd-a04a-64f94c7d37c9" providerId="ADAL" clId="{EBB903CD-9A70-439A-80ED-7C8A4BEA0F56}" dt="2025-08-18T17:24:26.170" v="501"/>
          <ac:inkMkLst>
            <pc:docMk/>
            <pc:sldMk cId="3969400573" sldId="337"/>
            <ac:inkMk id="4" creationId="{1A6A5A43-8026-2E36-9E9B-44748CCE6CBA}"/>
          </ac:inkMkLst>
        </pc:inkChg>
        <pc:inkChg chg="add mod">
          <ac:chgData name="Christopher Aloo" userId="81d139e4-1a74-45bd-a04a-64f94c7d37c9" providerId="ADAL" clId="{EBB903CD-9A70-439A-80ED-7C8A4BEA0F56}" dt="2025-08-18T17:24:26.170" v="501"/>
          <ac:inkMkLst>
            <pc:docMk/>
            <pc:sldMk cId="3969400573" sldId="337"/>
            <ac:inkMk id="5" creationId="{1C1D4D97-3BA5-2312-D0D7-0017DC843D20}"/>
          </ac:inkMkLst>
        </pc:inkChg>
        <pc:inkChg chg="add mod">
          <ac:chgData name="Christopher Aloo" userId="81d139e4-1a74-45bd-a04a-64f94c7d37c9" providerId="ADAL" clId="{EBB903CD-9A70-439A-80ED-7C8A4BEA0F56}" dt="2025-08-18T17:24:26.170" v="501"/>
          <ac:inkMkLst>
            <pc:docMk/>
            <pc:sldMk cId="3969400573" sldId="337"/>
            <ac:inkMk id="6" creationId="{DE668FBE-1198-9957-F9EB-1FF9F1902FD5}"/>
          </ac:inkMkLst>
        </pc:inkChg>
        <pc:inkChg chg="add mod">
          <ac:chgData name="Christopher Aloo" userId="81d139e4-1a74-45bd-a04a-64f94c7d37c9" providerId="ADAL" clId="{EBB903CD-9A70-439A-80ED-7C8A4BEA0F56}" dt="2025-08-18T17:24:26.170" v="501"/>
          <ac:inkMkLst>
            <pc:docMk/>
            <pc:sldMk cId="3969400573" sldId="337"/>
            <ac:inkMk id="7" creationId="{0B0DAFD6-F34F-BFAC-3602-666B2F53A6B1}"/>
          </ac:inkMkLst>
        </pc:inkChg>
        <pc:inkChg chg="add mod">
          <ac:chgData name="Christopher Aloo" userId="81d139e4-1a74-45bd-a04a-64f94c7d37c9" providerId="ADAL" clId="{EBB903CD-9A70-439A-80ED-7C8A4BEA0F56}" dt="2025-08-18T17:24:57.065" v="528"/>
          <ac:inkMkLst>
            <pc:docMk/>
            <pc:sldMk cId="3969400573" sldId="337"/>
            <ac:inkMk id="8" creationId="{35554455-08FA-0968-0BFA-46ABDD54C918}"/>
          </ac:inkMkLst>
        </pc:inkChg>
        <pc:inkChg chg="add mod">
          <ac:chgData name="Christopher Aloo" userId="81d139e4-1a74-45bd-a04a-64f94c7d37c9" providerId="ADAL" clId="{EBB903CD-9A70-439A-80ED-7C8A4BEA0F56}" dt="2025-08-18T17:24:26.170" v="501"/>
          <ac:inkMkLst>
            <pc:docMk/>
            <pc:sldMk cId="3969400573" sldId="337"/>
            <ac:inkMk id="9" creationId="{82F15E16-54BD-392B-B18D-B1F1AAC8A598}"/>
          </ac:inkMkLst>
        </pc:inkChg>
        <pc:inkChg chg="add mod">
          <ac:chgData name="Christopher Aloo" userId="81d139e4-1a74-45bd-a04a-64f94c7d37c9" providerId="ADAL" clId="{EBB903CD-9A70-439A-80ED-7C8A4BEA0F56}" dt="2025-08-18T17:24:36.620" v="514"/>
          <ac:inkMkLst>
            <pc:docMk/>
            <pc:sldMk cId="3969400573" sldId="337"/>
            <ac:inkMk id="12" creationId="{BC1A0D84-317E-9565-2F08-4ADE31935C38}"/>
          </ac:inkMkLst>
        </pc:inkChg>
        <pc:inkChg chg="add mod">
          <ac:chgData name="Christopher Aloo" userId="81d139e4-1a74-45bd-a04a-64f94c7d37c9" providerId="ADAL" clId="{EBB903CD-9A70-439A-80ED-7C8A4BEA0F56}" dt="2025-08-18T17:27:49.394" v="616"/>
          <ac:inkMkLst>
            <pc:docMk/>
            <pc:sldMk cId="3969400573" sldId="337"/>
            <ac:inkMk id="13" creationId="{C6616D80-8AC1-E617-A876-6C97C8C9D287}"/>
          </ac:inkMkLst>
        </pc:inkChg>
        <pc:inkChg chg="add">
          <ac:chgData name="Christopher Aloo" userId="81d139e4-1a74-45bd-a04a-64f94c7d37c9" providerId="ADAL" clId="{EBB903CD-9A70-439A-80ED-7C8A4BEA0F56}" dt="2025-08-18T17:24:31.472" v="504" actId="9405"/>
          <ac:inkMkLst>
            <pc:docMk/>
            <pc:sldMk cId="3969400573" sldId="337"/>
            <ac:inkMk id="14" creationId="{BE9BB9F2-96B1-3A4A-264B-7E4C52C956F7}"/>
          </ac:inkMkLst>
        </pc:inkChg>
        <pc:inkChg chg="add">
          <ac:chgData name="Christopher Aloo" userId="81d139e4-1a74-45bd-a04a-64f94c7d37c9" providerId="ADAL" clId="{EBB903CD-9A70-439A-80ED-7C8A4BEA0F56}" dt="2025-08-18T17:24:31.736" v="505" actId="9405"/>
          <ac:inkMkLst>
            <pc:docMk/>
            <pc:sldMk cId="3969400573" sldId="337"/>
            <ac:inkMk id="15" creationId="{0F326456-C077-7AEC-EAB7-9A9B7194241C}"/>
          </ac:inkMkLst>
        </pc:inkChg>
        <pc:inkChg chg="add mod">
          <ac:chgData name="Christopher Aloo" userId="81d139e4-1a74-45bd-a04a-64f94c7d37c9" providerId="ADAL" clId="{EBB903CD-9A70-439A-80ED-7C8A4BEA0F56}" dt="2025-08-18T17:24:36.620" v="514"/>
          <ac:inkMkLst>
            <pc:docMk/>
            <pc:sldMk cId="3969400573" sldId="337"/>
            <ac:inkMk id="16" creationId="{72B0402A-F840-AEC1-FED9-72D818B52EB9}"/>
          </ac:inkMkLst>
        </pc:inkChg>
        <pc:inkChg chg="add mod">
          <ac:chgData name="Christopher Aloo" userId="81d139e4-1a74-45bd-a04a-64f94c7d37c9" providerId="ADAL" clId="{EBB903CD-9A70-439A-80ED-7C8A4BEA0F56}" dt="2025-08-18T17:27:49.394" v="616"/>
          <ac:inkMkLst>
            <pc:docMk/>
            <pc:sldMk cId="3969400573" sldId="337"/>
            <ac:inkMk id="17" creationId="{B4A9166C-5BBE-9A1E-96E0-A27C38AF8E22}"/>
          </ac:inkMkLst>
        </pc:inkChg>
        <pc:inkChg chg="add mod">
          <ac:chgData name="Christopher Aloo" userId="81d139e4-1a74-45bd-a04a-64f94c7d37c9" providerId="ADAL" clId="{EBB903CD-9A70-439A-80ED-7C8A4BEA0F56}" dt="2025-08-18T17:24:36.620" v="514"/>
          <ac:inkMkLst>
            <pc:docMk/>
            <pc:sldMk cId="3969400573" sldId="337"/>
            <ac:inkMk id="18" creationId="{4CD0D380-3B86-4E9C-A8A2-908014C3DEF3}"/>
          </ac:inkMkLst>
        </pc:inkChg>
        <pc:inkChg chg="add mod">
          <ac:chgData name="Christopher Aloo" userId="81d139e4-1a74-45bd-a04a-64f94c7d37c9" providerId="ADAL" clId="{EBB903CD-9A70-439A-80ED-7C8A4BEA0F56}" dt="2025-08-18T17:28:07.861" v="651"/>
          <ac:inkMkLst>
            <pc:docMk/>
            <pc:sldMk cId="3969400573" sldId="337"/>
            <ac:inkMk id="19" creationId="{12B88975-8D27-559C-5576-93626BFAD9A1}"/>
          </ac:inkMkLst>
        </pc:inkChg>
        <pc:inkChg chg="add mod">
          <ac:chgData name="Christopher Aloo" userId="81d139e4-1a74-45bd-a04a-64f94c7d37c9" providerId="ADAL" clId="{EBB903CD-9A70-439A-80ED-7C8A4BEA0F56}" dt="2025-08-18T17:24:36.620" v="514"/>
          <ac:inkMkLst>
            <pc:docMk/>
            <pc:sldMk cId="3969400573" sldId="337"/>
            <ac:inkMk id="20" creationId="{57D5A8CD-AA6E-71B2-9D3C-17E42934362F}"/>
          </ac:inkMkLst>
        </pc:inkChg>
        <pc:inkChg chg="add mod">
          <ac:chgData name="Christopher Aloo" userId="81d139e4-1a74-45bd-a04a-64f94c7d37c9" providerId="ADAL" clId="{EBB903CD-9A70-439A-80ED-7C8A4BEA0F56}" dt="2025-08-18T17:24:36.620" v="514"/>
          <ac:inkMkLst>
            <pc:docMk/>
            <pc:sldMk cId="3969400573" sldId="337"/>
            <ac:inkMk id="21" creationId="{C8F39536-BFDC-EE34-B001-F9BAA4207B40}"/>
          </ac:inkMkLst>
        </pc:inkChg>
        <pc:inkChg chg="add mod">
          <ac:chgData name="Christopher Aloo" userId="81d139e4-1a74-45bd-a04a-64f94c7d37c9" providerId="ADAL" clId="{EBB903CD-9A70-439A-80ED-7C8A4BEA0F56}" dt="2025-08-18T17:28:00.819" v="637"/>
          <ac:inkMkLst>
            <pc:docMk/>
            <pc:sldMk cId="3969400573" sldId="337"/>
            <ac:inkMk id="22" creationId="{7D14DE8B-C2AB-F1D3-1546-F03A750A018C}"/>
          </ac:inkMkLst>
        </pc:inkChg>
        <pc:inkChg chg="add">
          <ac:chgData name="Christopher Aloo" userId="81d139e4-1a74-45bd-a04a-64f94c7d37c9" providerId="ADAL" clId="{EBB903CD-9A70-439A-80ED-7C8A4BEA0F56}" dt="2025-08-18T17:24:35.656" v="513" actId="9405"/>
          <ac:inkMkLst>
            <pc:docMk/>
            <pc:sldMk cId="3969400573" sldId="337"/>
            <ac:inkMk id="23" creationId="{238FFB4A-F4D0-0E78-95ED-D99DCD9953BF}"/>
          </ac:inkMkLst>
        </pc:inkChg>
        <pc:inkChg chg="add">
          <ac:chgData name="Christopher Aloo" userId="81d139e4-1a74-45bd-a04a-64f94c7d37c9" providerId="ADAL" clId="{EBB903CD-9A70-439A-80ED-7C8A4BEA0F56}" dt="2025-08-18T17:24:46.513" v="515" actId="9405"/>
          <ac:inkMkLst>
            <pc:docMk/>
            <pc:sldMk cId="3969400573" sldId="337"/>
            <ac:inkMk id="26" creationId="{6F3C8039-6CFC-E652-2101-E389CAC5E732}"/>
          </ac:inkMkLst>
        </pc:inkChg>
        <pc:inkChg chg="add">
          <ac:chgData name="Christopher Aloo" userId="81d139e4-1a74-45bd-a04a-64f94c7d37c9" providerId="ADAL" clId="{EBB903CD-9A70-439A-80ED-7C8A4BEA0F56}" dt="2025-08-18T17:24:47.745" v="516" actId="9405"/>
          <ac:inkMkLst>
            <pc:docMk/>
            <pc:sldMk cId="3969400573" sldId="337"/>
            <ac:inkMk id="27" creationId="{0CCFC9AF-8068-2F10-6573-96E558F0AB2F}"/>
          </ac:inkMkLst>
        </pc:inkChg>
        <pc:inkChg chg="add mod">
          <ac:chgData name="Christopher Aloo" userId="81d139e4-1a74-45bd-a04a-64f94c7d37c9" providerId="ADAL" clId="{EBB903CD-9A70-439A-80ED-7C8A4BEA0F56}" dt="2025-08-18T17:24:57.065" v="528"/>
          <ac:inkMkLst>
            <pc:docMk/>
            <pc:sldMk cId="3969400573" sldId="337"/>
            <ac:inkMk id="28" creationId="{7607CD91-8562-24A8-0006-617658068746}"/>
          </ac:inkMkLst>
        </pc:inkChg>
        <pc:inkChg chg="add mod">
          <ac:chgData name="Christopher Aloo" userId="81d139e4-1a74-45bd-a04a-64f94c7d37c9" providerId="ADAL" clId="{EBB903CD-9A70-439A-80ED-7C8A4BEA0F56}" dt="2025-08-18T17:27:49.394" v="616"/>
          <ac:inkMkLst>
            <pc:docMk/>
            <pc:sldMk cId="3969400573" sldId="337"/>
            <ac:inkMk id="29" creationId="{F2F6C586-72B4-EE1A-6A71-B6CD4448836E}"/>
          </ac:inkMkLst>
        </pc:inkChg>
        <pc:inkChg chg="add mod">
          <ac:chgData name="Christopher Aloo" userId="81d139e4-1a74-45bd-a04a-64f94c7d37c9" providerId="ADAL" clId="{EBB903CD-9A70-439A-80ED-7C8A4BEA0F56}" dt="2025-08-18T17:27:49.394" v="616"/>
          <ac:inkMkLst>
            <pc:docMk/>
            <pc:sldMk cId="3969400573" sldId="337"/>
            <ac:inkMk id="30" creationId="{E94A7933-C294-6C09-CC2F-1D356630BF07}"/>
          </ac:inkMkLst>
        </pc:inkChg>
        <pc:inkChg chg="add">
          <ac:chgData name="Christopher Aloo" userId="81d139e4-1a74-45bd-a04a-64f94c7d37c9" providerId="ADAL" clId="{EBB903CD-9A70-439A-80ED-7C8A4BEA0F56}" dt="2025-08-18T17:24:48.831" v="520" actId="9405"/>
          <ac:inkMkLst>
            <pc:docMk/>
            <pc:sldMk cId="3969400573" sldId="337"/>
            <ac:inkMk id="31" creationId="{4C312BA3-0EFB-4AE1-A2DB-FB340C720ED5}"/>
          </ac:inkMkLst>
        </pc:inkChg>
        <pc:inkChg chg="add mod">
          <ac:chgData name="Christopher Aloo" userId="81d139e4-1a74-45bd-a04a-64f94c7d37c9" providerId="ADAL" clId="{EBB903CD-9A70-439A-80ED-7C8A4BEA0F56}" dt="2025-08-18T17:27:49.394" v="616"/>
          <ac:inkMkLst>
            <pc:docMk/>
            <pc:sldMk cId="3969400573" sldId="337"/>
            <ac:inkMk id="32" creationId="{A36FE171-5E25-F64A-1F3D-E526FD9CD5B7}"/>
          </ac:inkMkLst>
        </pc:inkChg>
        <pc:inkChg chg="add">
          <ac:chgData name="Christopher Aloo" userId="81d139e4-1a74-45bd-a04a-64f94c7d37c9" providerId="ADAL" clId="{EBB903CD-9A70-439A-80ED-7C8A4BEA0F56}" dt="2025-08-18T17:24:49.252" v="522" actId="9405"/>
          <ac:inkMkLst>
            <pc:docMk/>
            <pc:sldMk cId="3969400573" sldId="337"/>
            <ac:inkMk id="33" creationId="{37275E03-9EFC-4209-9373-A739EC26CF18}"/>
          </ac:inkMkLst>
        </pc:inkChg>
        <pc:inkChg chg="add">
          <ac:chgData name="Christopher Aloo" userId="81d139e4-1a74-45bd-a04a-64f94c7d37c9" providerId="ADAL" clId="{EBB903CD-9A70-439A-80ED-7C8A4BEA0F56}" dt="2025-08-18T17:24:49.871" v="523" actId="9405"/>
          <ac:inkMkLst>
            <pc:docMk/>
            <pc:sldMk cId="3969400573" sldId="337"/>
            <ac:inkMk id="34" creationId="{B7C5B497-492E-E322-FCFE-E3FCE6D2B4E5}"/>
          </ac:inkMkLst>
        </pc:inkChg>
        <pc:inkChg chg="add">
          <ac:chgData name="Christopher Aloo" userId="81d139e4-1a74-45bd-a04a-64f94c7d37c9" providerId="ADAL" clId="{EBB903CD-9A70-439A-80ED-7C8A4BEA0F56}" dt="2025-08-18T17:24:50.182" v="524" actId="9405"/>
          <ac:inkMkLst>
            <pc:docMk/>
            <pc:sldMk cId="3969400573" sldId="337"/>
            <ac:inkMk id="35" creationId="{7483713B-9D85-E20B-B89A-EEBA4DA7FC29}"/>
          </ac:inkMkLst>
        </pc:inkChg>
        <pc:inkChg chg="add">
          <ac:chgData name="Christopher Aloo" userId="81d139e4-1a74-45bd-a04a-64f94c7d37c9" providerId="ADAL" clId="{EBB903CD-9A70-439A-80ED-7C8A4BEA0F56}" dt="2025-08-18T17:24:50.648" v="525" actId="9405"/>
          <ac:inkMkLst>
            <pc:docMk/>
            <pc:sldMk cId="3969400573" sldId="337"/>
            <ac:inkMk id="36" creationId="{0F4DC84F-5E56-33F1-7E61-D0F2FAF364B6}"/>
          </ac:inkMkLst>
        </pc:inkChg>
        <pc:inkChg chg="add">
          <ac:chgData name="Christopher Aloo" userId="81d139e4-1a74-45bd-a04a-64f94c7d37c9" providerId="ADAL" clId="{EBB903CD-9A70-439A-80ED-7C8A4BEA0F56}" dt="2025-08-18T17:24:56.115" v="527" actId="9405"/>
          <ac:inkMkLst>
            <pc:docMk/>
            <pc:sldMk cId="3969400573" sldId="337"/>
            <ac:inkMk id="38" creationId="{6A57F6A2-DD02-AEE9-90A4-C5E7677E6DAA}"/>
          </ac:inkMkLst>
        </pc:inkChg>
        <pc:inkChg chg="add mod">
          <ac:chgData name="Christopher Aloo" userId="81d139e4-1a74-45bd-a04a-64f94c7d37c9" providerId="ADAL" clId="{EBB903CD-9A70-439A-80ED-7C8A4BEA0F56}" dt="2025-08-18T17:27:49.394" v="616"/>
          <ac:inkMkLst>
            <pc:docMk/>
            <pc:sldMk cId="3969400573" sldId="337"/>
            <ac:inkMk id="40" creationId="{64656638-C007-74C4-1A3C-B42A43E97A2D}"/>
          </ac:inkMkLst>
        </pc:inkChg>
        <pc:inkChg chg="add mod">
          <ac:chgData name="Christopher Aloo" userId="81d139e4-1a74-45bd-a04a-64f94c7d37c9" providerId="ADAL" clId="{EBB903CD-9A70-439A-80ED-7C8A4BEA0F56}" dt="2025-08-18T17:27:49.394" v="616"/>
          <ac:inkMkLst>
            <pc:docMk/>
            <pc:sldMk cId="3969400573" sldId="337"/>
            <ac:inkMk id="41" creationId="{C7522B20-D6BF-1790-232E-8057B4E26A33}"/>
          </ac:inkMkLst>
        </pc:inkChg>
        <pc:inkChg chg="add mod">
          <ac:chgData name="Christopher Aloo" userId="81d139e4-1a74-45bd-a04a-64f94c7d37c9" providerId="ADAL" clId="{EBB903CD-9A70-439A-80ED-7C8A4BEA0F56}" dt="2025-08-18T17:28:07.861" v="651"/>
          <ac:inkMkLst>
            <pc:docMk/>
            <pc:sldMk cId="3969400573" sldId="337"/>
            <ac:inkMk id="43" creationId="{BE7BF70D-F56B-D00C-B5EC-E58CE4D60BB7}"/>
          </ac:inkMkLst>
        </pc:inkChg>
        <pc:inkChg chg="add mod">
          <ac:chgData name="Christopher Aloo" userId="81d139e4-1a74-45bd-a04a-64f94c7d37c9" providerId="ADAL" clId="{EBB903CD-9A70-439A-80ED-7C8A4BEA0F56}" dt="2025-08-18T17:25:06.096" v="539"/>
          <ac:inkMkLst>
            <pc:docMk/>
            <pc:sldMk cId="3969400573" sldId="337"/>
            <ac:inkMk id="44" creationId="{DF288328-DCB6-3BD3-71F6-95517F71AEEA}"/>
          </ac:inkMkLst>
        </pc:inkChg>
        <pc:inkChg chg="add mod">
          <ac:chgData name="Christopher Aloo" userId="81d139e4-1a74-45bd-a04a-64f94c7d37c9" providerId="ADAL" clId="{EBB903CD-9A70-439A-80ED-7C8A4BEA0F56}" dt="2025-08-18T17:25:06.096" v="539"/>
          <ac:inkMkLst>
            <pc:docMk/>
            <pc:sldMk cId="3969400573" sldId="337"/>
            <ac:inkMk id="46" creationId="{74468C1F-FFFE-D391-B32B-225CD0B83736}"/>
          </ac:inkMkLst>
        </pc:inkChg>
        <pc:inkChg chg="add mod">
          <ac:chgData name="Christopher Aloo" userId="81d139e4-1a74-45bd-a04a-64f94c7d37c9" providerId="ADAL" clId="{EBB903CD-9A70-439A-80ED-7C8A4BEA0F56}" dt="2025-08-18T17:25:06.096" v="539"/>
          <ac:inkMkLst>
            <pc:docMk/>
            <pc:sldMk cId="3969400573" sldId="337"/>
            <ac:inkMk id="47" creationId="{DFB50283-D948-4C27-9CAD-BD8DCB286FAF}"/>
          </ac:inkMkLst>
        </pc:inkChg>
        <pc:inkChg chg="add mod">
          <ac:chgData name="Christopher Aloo" userId="81d139e4-1a74-45bd-a04a-64f94c7d37c9" providerId="ADAL" clId="{EBB903CD-9A70-439A-80ED-7C8A4BEA0F56}" dt="2025-08-18T17:25:06.096" v="539"/>
          <ac:inkMkLst>
            <pc:docMk/>
            <pc:sldMk cId="3969400573" sldId="337"/>
            <ac:inkMk id="48" creationId="{3578271C-7169-0487-95B7-B4D0677FD53E}"/>
          </ac:inkMkLst>
        </pc:inkChg>
        <pc:inkChg chg="add mod">
          <ac:chgData name="Christopher Aloo" userId="81d139e4-1a74-45bd-a04a-64f94c7d37c9" providerId="ADAL" clId="{EBB903CD-9A70-439A-80ED-7C8A4BEA0F56}" dt="2025-08-18T17:25:06.096" v="539"/>
          <ac:inkMkLst>
            <pc:docMk/>
            <pc:sldMk cId="3969400573" sldId="337"/>
            <ac:inkMk id="49" creationId="{513DE324-965C-DCF6-576C-23E5515AF174}"/>
          </ac:inkMkLst>
        </pc:inkChg>
        <pc:inkChg chg="add">
          <ac:chgData name="Christopher Aloo" userId="81d139e4-1a74-45bd-a04a-64f94c7d37c9" providerId="ADAL" clId="{EBB903CD-9A70-439A-80ED-7C8A4BEA0F56}" dt="2025-08-18T17:25:08.608" v="540" actId="9405"/>
          <ac:inkMkLst>
            <pc:docMk/>
            <pc:sldMk cId="3969400573" sldId="337"/>
            <ac:inkMk id="51" creationId="{9B7CA2E1-F6CF-60DB-6B6D-3FE2463CF0F5}"/>
          </ac:inkMkLst>
        </pc:inkChg>
        <pc:inkChg chg="add">
          <ac:chgData name="Christopher Aloo" userId="81d139e4-1a74-45bd-a04a-64f94c7d37c9" providerId="ADAL" clId="{EBB903CD-9A70-439A-80ED-7C8A4BEA0F56}" dt="2025-08-18T17:25:09.225" v="541" actId="9405"/>
          <ac:inkMkLst>
            <pc:docMk/>
            <pc:sldMk cId="3969400573" sldId="337"/>
            <ac:inkMk id="52" creationId="{0DDBC49D-9E46-B32C-088A-C0C770F99548}"/>
          </ac:inkMkLst>
        </pc:inkChg>
        <pc:inkChg chg="add">
          <ac:chgData name="Christopher Aloo" userId="81d139e4-1a74-45bd-a04a-64f94c7d37c9" providerId="ADAL" clId="{EBB903CD-9A70-439A-80ED-7C8A4BEA0F56}" dt="2025-08-18T17:25:09.751" v="542" actId="9405"/>
          <ac:inkMkLst>
            <pc:docMk/>
            <pc:sldMk cId="3969400573" sldId="337"/>
            <ac:inkMk id="53" creationId="{CA8287B8-F4CE-7378-558C-C7D4E441920E}"/>
          </ac:inkMkLst>
        </pc:inkChg>
        <pc:inkChg chg="add mod">
          <ac:chgData name="Christopher Aloo" userId="81d139e4-1a74-45bd-a04a-64f94c7d37c9" providerId="ADAL" clId="{EBB903CD-9A70-439A-80ED-7C8A4BEA0F56}" dt="2025-08-18T17:27:07.692" v="580"/>
          <ac:inkMkLst>
            <pc:docMk/>
            <pc:sldMk cId="3969400573" sldId="337"/>
            <ac:inkMk id="54" creationId="{5D02C269-7604-B924-C74E-C3418097BCAD}"/>
          </ac:inkMkLst>
        </pc:inkChg>
        <pc:inkChg chg="add mod">
          <ac:chgData name="Christopher Aloo" userId="81d139e4-1a74-45bd-a04a-64f94c7d37c9" providerId="ADAL" clId="{EBB903CD-9A70-439A-80ED-7C8A4BEA0F56}" dt="2025-08-18T17:27:07.692" v="580"/>
          <ac:inkMkLst>
            <pc:docMk/>
            <pc:sldMk cId="3969400573" sldId="337"/>
            <ac:inkMk id="55" creationId="{E6616489-6A55-DF30-6291-5AE2DD36DE4B}"/>
          </ac:inkMkLst>
        </pc:inkChg>
        <pc:inkChg chg="add mod">
          <ac:chgData name="Christopher Aloo" userId="81d139e4-1a74-45bd-a04a-64f94c7d37c9" providerId="ADAL" clId="{EBB903CD-9A70-439A-80ED-7C8A4BEA0F56}" dt="2025-08-18T17:27:07.692" v="580"/>
          <ac:inkMkLst>
            <pc:docMk/>
            <pc:sldMk cId="3969400573" sldId="337"/>
            <ac:inkMk id="56" creationId="{1E57E1E8-0E0C-1D82-E119-741CBF014380}"/>
          </ac:inkMkLst>
        </pc:inkChg>
        <pc:inkChg chg="add mod">
          <ac:chgData name="Christopher Aloo" userId="81d139e4-1a74-45bd-a04a-64f94c7d37c9" providerId="ADAL" clId="{EBB903CD-9A70-439A-80ED-7C8A4BEA0F56}" dt="2025-08-18T17:27:07.692" v="580"/>
          <ac:inkMkLst>
            <pc:docMk/>
            <pc:sldMk cId="3969400573" sldId="337"/>
            <ac:inkMk id="58" creationId="{5B28C8A8-E34B-1DB8-1442-EEFAFA1EF5FA}"/>
          </ac:inkMkLst>
        </pc:inkChg>
        <pc:inkChg chg="add mod">
          <ac:chgData name="Christopher Aloo" userId="81d139e4-1a74-45bd-a04a-64f94c7d37c9" providerId="ADAL" clId="{EBB903CD-9A70-439A-80ED-7C8A4BEA0F56}" dt="2025-08-18T17:27:07.692" v="580"/>
          <ac:inkMkLst>
            <pc:docMk/>
            <pc:sldMk cId="3969400573" sldId="337"/>
            <ac:inkMk id="59" creationId="{515FFF43-0577-C088-6ABE-520770318466}"/>
          </ac:inkMkLst>
        </pc:inkChg>
        <pc:inkChg chg="add del mod">
          <ac:chgData name="Christopher Aloo" userId="81d139e4-1a74-45bd-a04a-64f94c7d37c9" providerId="ADAL" clId="{EBB903CD-9A70-439A-80ED-7C8A4BEA0F56}" dt="2025-08-18T17:27:07.692" v="580"/>
          <ac:inkMkLst>
            <pc:docMk/>
            <pc:sldMk cId="3969400573" sldId="337"/>
            <ac:inkMk id="60" creationId="{7EE9F04A-FBBA-CA3A-1E98-3B952FC0CCDE}"/>
          </ac:inkMkLst>
        </pc:inkChg>
        <pc:inkChg chg="add">
          <ac:chgData name="Christopher Aloo" userId="81d139e4-1a74-45bd-a04a-64f94c7d37c9" providerId="ADAL" clId="{EBB903CD-9A70-439A-80ED-7C8A4BEA0F56}" dt="2025-08-18T17:25:16.143" v="551" actId="9405"/>
          <ac:inkMkLst>
            <pc:docMk/>
            <pc:sldMk cId="3969400573" sldId="337"/>
            <ac:inkMk id="63" creationId="{B2DC5D6A-237F-ED78-0B4B-342AE693CD6E}"/>
          </ac:inkMkLst>
        </pc:inkChg>
        <pc:inkChg chg="add mod">
          <ac:chgData name="Christopher Aloo" userId="81d139e4-1a74-45bd-a04a-64f94c7d37c9" providerId="ADAL" clId="{EBB903CD-9A70-439A-80ED-7C8A4BEA0F56}" dt="2025-08-18T17:25:20.069" v="555"/>
          <ac:inkMkLst>
            <pc:docMk/>
            <pc:sldMk cId="3969400573" sldId="337"/>
            <ac:inkMk id="64" creationId="{1F567537-3ECB-40CA-F801-7773A498E0B8}"/>
          </ac:inkMkLst>
        </pc:inkChg>
        <pc:inkChg chg="add mod">
          <ac:chgData name="Christopher Aloo" userId="81d139e4-1a74-45bd-a04a-64f94c7d37c9" providerId="ADAL" clId="{EBB903CD-9A70-439A-80ED-7C8A4BEA0F56}" dt="2025-08-18T17:25:20.069" v="555"/>
          <ac:inkMkLst>
            <pc:docMk/>
            <pc:sldMk cId="3969400573" sldId="337"/>
            <ac:inkMk id="65" creationId="{DF1AEB5B-DF08-109F-6162-BB87E12147DD}"/>
          </ac:inkMkLst>
        </pc:inkChg>
        <pc:inkChg chg="add mod">
          <ac:chgData name="Christopher Aloo" userId="81d139e4-1a74-45bd-a04a-64f94c7d37c9" providerId="ADAL" clId="{EBB903CD-9A70-439A-80ED-7C8A4BEA0F56}" dt="2025-08-18T17:25:20.069" v="555"/>
          <ac:inkMkLst>
            <pc:docMk/>
            <pc:sldMk cId="3969400573" sldId="337"/>
            <ac:inkMk id="66" creationId="{AB682474-8E1C-6B6F-95B3-559612A9E513}"/>
          </ac:inkMkLst>
        </pc:inkChg>
        <pc:inkChg chg="add del">
          <ac:chgData name="Christopher Aloo" userId="81d139e4-1a74-45bd-a04a-64f94c7d37c9" providerId="ADAL" clId="{EBB903CD-9A70-439A-80ED-7C8A4BEA0F56}" dt="2025-08-18T17:27:09.146" v="584"/>
          <ac:inkMkLst>
            <pc:docMk/>
            <pc:sldMk cId="3969400573" sldId="337"/>
            <ac:inkMk id="68" creationId="{612C955B-064F-94FA-DB69-AD083EA8C246}"/>
          </ac:inkMkLst>
        </pc:inkChg>
        <pc:inkChg chg="add">
          <ac:chgData name="Christopher Aloo" userId="81d139e4-1a74-45bd-a04a-64f94c7d37c9" providerId="ADAL" clId="{EBB903CD-9A70-439A-80ED-7C8A4BEA0F56}" dt="2025-08-18T17:25:32.453" v="557" actId="9405"/>
          <ac:inkMkLst>
            <pc:docMk/>
            <pc:sldMk cId="3969400573" sldId="337"/>
            <ac:inkMk id="69" creationId="{B3226B34-510E-BD01-94A0-D77AED2F6885}"/>
          </ac:inkMkLst>
        </pc:inkChg>
        <pc:inkChg chg="add mod">
          <ac:chgData name="Christopher Aloo" userId="81d139e4-1a74-45bd-a04a-64f94c7d37c9" providerId="ADAL" clId="{EBB903CD-9A70-439A-80ED-7C8A4BEA0F56}" dt="2025-08-18T17:25:45.414" v="565"/>
          <ac:inkMkLst>
            <pc:docMk/>
            <pc:sldMk cId="3969400573" sldId="337"/>
            <ac:inkMk id="70" creationId="{11769FB9-502E-C1B6-C035-57FE05A725DD}"/>
          </ac:inkMkLst>
        </pc:inkChg>
        <pc:inkChg chg="add del mod">
          <ac:chgData name="Christopher Aloo" userId="81d139e4-1a74-45bd-a04a-64f94c7d37c9" providerId="ADAL" clId="{EBB903CD-9A70-439A-80ED-7C8A4BEA0F56}" dt="2025-08-18T17:27:07.695" v="582"/>
          <ac:inkMkLst>
            <pc:docMk/>
            <pc:sldMk cId="3969400573" sldId="337"/>
            <ac:inkMk id="71" creationId="{E109CB27-6D25-0057-6ED8-A51E751ABF8B}"/>
          </ac:inkMkLst>
        </pc:inkChg>
        <pc:inkChg chg="add del mod">
          <ac:chgData name="Christopher Aloo" userId="81d139e4-1a74-45bd-a04a-64f94c7d37c9" providerId="ADAL" clId="{EBB903CD-9A70-439A-80ED-7C8A4BEA0F56}" dt="2025-08-18T17:27:07.693" v="581"/>
          <ac:inkMkLst>
            <pc:docMk/>
            <pc:sldMk cId="3969400573" sldId="337"/>
            <ac:inkMk id="72" creationId="{9B176B5F-331E-28E7-97BC-7CAC740172B0}"/>
          </ac:inkMkLst>
        </pc:inkChg>
        <pc:inkChg chg="add del mod">
          <ac:chgData name="Christopher Aloo" userId="81d139e4-1a74-45bd-a04a-64f94c7d37c9" providerId="ADAL" clId="{EBB903CD-9A70-439A-80ED-7C8A4BEA0F56}" dt="2025-08-18T17:27:09.145" v="583"/>
          <ac:inkMkLst>
            <pc:docMk/>
            <pc:sldMk cId="3969400573" sldId="337"/>
            <ac:inkMk id="74" creationId="{2332D94D-FB12-46C5-80CD-86A67A0D68D3}"/>
          </ac:inkMkLst>
        </pc:inkChg>
        <pc:inkChg chg="add mod">
          <ac:chgData name="Christopher Aloo" userId="81d139e4-1a74-45bd-a04a-64f94c7d37c9" providerId="ADAL" clId="{EBB903CD-9A70-439A-80ED-7C8A4BEA0F56}" dt="2025-08-18T17:25:45.414" v="565"/>
          <ac:inkMkLst>
            <pc:docMk/>
            <pc:sldMk cId="3969400573" sldId="337"/>
            <ac:inkMk id="75" creationId="{14A26271-42DB-8FC5-6090-C40483469D5D}"/>
          </ac:inkMkLst>
        </pc:inkChg>
        <pc:inkChg chg="add mod">
          <ac:chgData name="Christopher Aloo" userId="81d139e4-1a74-45bd-a04a-64f94c7d37c9" providerId="ADAL" clId="{EBB903CD-9A70-439A-80ED-7C8A4BEA0F56}" dt="2025-08-18T17:27:15.923" v="586"/>
          <ac:inkMkLst>
            <pc:docMk/>
            <pc:sldMk cId="3969400573" sldId="337"/>
            <ac:inkMk id="76" creationId="{7522C734-0937-58E0-CB24-55E57BEE982D}"/>
          </ac:inkMkLst>
        </pc:inkChg>
        <pc:inkChg chg="add mod">
          <ac:chgData name="Christopher Aloo" userId="81d139e4-1a74-45bd-a04a-64f94c7d37c9" providerId="ADAL" clId="{EBB903CD-9A70-439A-80ED-7C8A4BEA0F56}" dt="2025-08-18T17:27:15.923" v="586"/>
          <ac:inkMkLst>
            <pc:docMk/>
            <pc:sldMk cId="3969400573" sldId="337"/>
            <ac:inkMk id="78" creationId="{010EC1B2-F1FD-613E-57F9-C17A0CDD0438}"/>
          </ac:inkMkLst>
        </pc:inkChg>
        <pc:inkChg chg="add mod">
          <ac:chgData name="Christopher Aloo" userId="81d139e4-1a74-45bd-a04a-64f94c7d37c9" providerId="ADAL" clId="{EBB903CD-9A70-439A-80ED-7C8A4BEA0F56}" dt="2025-08-18T17:27:15.923" v="586"/>
          <ac:inkMkLst>
            <pc:docMk/>
            <pc:sldMk cId="3969400573" sldId="337"/>
            <ac:inkMk id="79" creationId="{AB2C2820-0D43-FA34-AF6B-A469B3C94606}"/>
          </ac:inkMkLst>
        </pc:inkChg>
        <pc:inkChg chg="add mod">
          <ac:chgData name="Christopher Aloo" userId="81d139e4-1a74-45bd-a04a-64f94c7d37c9" providerId="ADAL" clId="{EBB903CD-9A70-439A-80ED-7C8A4BEA0F56}" dt="2025-08-18T17:27:15.923" v="586"/>
          <ac:inkMkLst>
            <pc:docMk/>
            <pc:sldMk cId="3969400573" sldId="337"/>
            <ac:inkMk id="80" creationId="{84D090A6-CEFB-ACED-0D4A-681D6B548F71}"/>
          </ac:inkMkLst>
        </pc:inkChg>
        <pc:inkChg chg="add mod">
          <ac:chgData name="Christopher Aloo" userId="81d139e4-1a74-45bd-a04a-64f94c7d37c9" providerId="ADAL" clId="{EBB903CD-9A70-439A-80ED-7C8A4BEA0F56}" dt="2025-08-18T17:27:15.923" v="586"/>
          <ac:inkMkLst>
            <pc:docMk/>
            <pc:sldMk cId="3969400573" sldId="337"/>
            <ac:inkMk id="81" creationId="{0B4F95E7-9F96-8330-4BF4-95A8EA307B84}"/>
          </ac:inkMkLst>
        </pc:inkChg>
        <pc:inkChg chg="add">
          <ac:chgData name="Christopher Aloo" userId="81d139e4-1a74-45bd-a04a-64f94c7d37c9" providerId="ADAL" clId="{EBB903CD-9A70-439A-80ED-7C8A4BEA0F56}" dt="2025-08-18T17:25:49.886" v="570" actId="9405"/>
          <ac:inkMkLst>
            <pc:docMk/>
            <pc:sldMk cId="3969400573" sldId="337"/>
            <ac:inkMk id="82" creationId="{0CA69975-498E-582F-5F06-C3318D11B24C}"/>
          </ac:inkMkLst>
        </pc:inkChg>
        <pc:inkChg chg="add mod">
          <ac:chgData name="Christopher Aloo" userId="81d139e4-1a74-45bd-a04a-64f94c7d37c9" providerId="ADAL" clId="{EBB903CD-9A70-439A-80ED-7C8A4BEA0F56}" dt="2025-08-18T17:27:15.923" v="586"/>
          <ac:inkMkLst>
            <pc:docMk/>
            <pc:sldMk cId="3969400573" sldId="337"/>
            <ac:inkMk id="83" creationId="{505FBC74-39FA-5E53-4052-38BBF58CC2DF}"/>
          </ac:inkMkLst>
        </pc:inkChg>
        <pc:inkChg chg="add mod">
          <ac:chgData name="Christopher Aloo" userId="81d139e4-1a74-45bd-a04a-64f94c7d37c9" providerId="ADAL" clId="{EBB903CD-9A70-439A-80ED-7C8A4BEA0F56}" dt="2025-08-18T17:27:15.923" v="586"/>
          <ac:inkMkLst>
            <pc:docMk/>
            <pc:sldMk cId="3969400573" sldId="337"/>
            <ac:inkMk id="84" creationId="{A4511033-8AEE-8173-05F6-BF21FD1C28E5}"/>
          </ac:inkMkLst>
        </pc:inkChg>
        <pc:inkChg chg="add mod">
          <ac:chgData name="Christopher Aloo" userId="81d139e4-1a74-45bd-a04a-64f94c7d37c9" providerId="ADAL" clId="{EBB903CD-9A70-439A-80ED-7C8A4BEA0F56}" dt="2025-08-18T17:27:15.923" v="586"/>
          <ac:inkMkLst>
            <pc:docMk/>
            <pc:sldMk cId="3969400573" sldId="337"/>
            <ac:inkMk id="85" creationId="{AF8432A4-991B-5CB5-2460-ED96567032C4}"/>
          </ac:inkMkLst>
        </pc:inkChg>
        <pc:inkChg chg="add">
          <ac:chgData name="Christopher Aloo" userId="81d139e4-1a74-45bd-a04a-64f94c7d37c9" providerId="ADAL" clId="{EBB903CD-9A70-439A-80ED-7C8A4BEA0F56}" dt="2025-08-18T17:25:51.550" v="574" actId="9405"/>
          <ac:inkMkLst>
            <pc:docMk/>
            <pc:sldMk cId="3969400573" sldId="337"/>
            <ac:inkMk id="86" creationId="{06546169-9EBF-5D17-B486-6DA36589C18B}"/>
          </ac:inkMkLst>
        </pc:inkChg>
        <pc:inkChg chg="add">
          <ac:chgData name="Christopher Aloo" userId="81d139e4-1a74-45bd-a04a-64f94c7d37c9" providerId="ADAL" clId="{EBB903CD-9A70-439A-80ED-7C8A4BEA0F56}" dt="2025-08-18T17:25:52.486" v="575" actId="9405"/>
          <ac:inkMkLst>
            <pc:docMk/>
            <pc:sldMk cId="3969400573" sldId="337"/>
            <ac:inkMk id="87" creationId="{00747E94-F6E3-F400-E00C-2A385D2E5BDE}"/>
          </ac:inkMkLst>
        </pc:inkChg>
        <pc:inkChg chg="add mod">
          <ac:chgData name="Christopher Aloo" userId="81d139e4-1a74-45bd-a04a-64f94c7d37c9" providerId="ADAL" clId="{EBB903CD-9A70-439A-80ED-7C8A4BEA0F56}" dt="2025-08-18T17:26:56.608" v="579"/>
          <ac:inkMkLst>
            <pc:docMk/>
            <pc:sldMk cId="3969400573" sldId="337"/>
            <ac:inkMk id="89" creationId="{F8818104-0BCE-0C76-0FF5-AB04903EC2EB}"/>
          </ac:inkMkLst>
        </pc:inkChg>
        <pc:inkChg chg="add mod">
          <ac:chgData name="Christopher Aloo" userId="81d139e4-1a74-45bd-a04a-64f94c7d37c9" providerId="ADAL" clId="{EBB903CD-9A70-439A-80ED-7C8A4BEA0F56}" dt="2025-08-18T17:26:56.608" v="579"/>
          <ac:inkMkLst>
            <pc:docMk/>
            <pc:sldMk cId="3969400573" sldId="337"/>
            <ac:inkMk id="90" creationId="{8416E456-982C-F3AE-1467-E7B962549C2C}"/>
          </ac:inkMkLst>
        </pc:inkChg>
        <pc:inkChg chg="add">
          <ac:chgData name="Christopher Aloo" userId="81d139e4-1a74-45bd-a04a-64f94c7d37c9" providerId="ADAL" clId="{EBB903CD-9A70-439A-80ED-7C8A4BEA0F56}" dt="2025-08-18T17:27:14.904" v="585" actId="9405"/>
          <ac:inkMkLst>
            <pc:docMk/>
            <pc:sldMk cId="3969400573" sldId="337"/>
            <ac:inkMk id="92" creationId="{6BFAD728-040F-09EF-32C8-D13A8C045D7C}"/>
          </ac:inkMkLst>
        </pc:inkChg>
        <pc:inkChg chg="add mod">
          <ac:chgData name="Christopher Aloo" userId="81d139e4-1a74-45bd-a04a-64f94c7d37c9" providerId="ADAL" clId="{EBB903CD-9A70-439A-80ED-7C8A4BEA0F56}" dt="2025-08-18T17:27:25.112" v="598"/>
          <ac:inkMkLst>
            <pc:docMk/>
            <pc:sldMk cId="3969400573" sldId="337"/>
            <ac:inkMk id="94" creationId="{A6C1F965-A4F0-CB81-D65B-FD1AEFBA0262}"/>
          </ac:inkMkLst>
        </pc:inkChg>
        <pc:inkChg chg="add mod">
          <ac:chgData name="Christopher Aloo" userId="81d139e4-1a74-45bd-a04a-64f94c7d37c9" providerId="ADAL" clId="{EBB903CD-9A70-439A-80ED-7C8A4BEA0F56}" dt="2025-08-18T17:27:25.112" v="598"/>
          <ac:inkMkLst>
            <pc:docMk/>
            <pc:sldMk cId="3969400573" sldId="337"/>
            <ac:inkMk id="95" creationId="{143597CF-22E3-5949-C209-6E793E3F6401}"/>
          </ac:inkMkLst>
        </pc:inkChg>
        <pc:inkChg chg="add mod">
          <ac:chgData name="Christopher Aloo" userId="81d139e4-1a74-45bd-a04a-64f94c7d37c9" providerId="ADAL" clId="{EBB903CD-9A70-439A-80ED-7C8A4BEA0F56}" dt="2025-08-18T17:27:25.112" v="598"/>
          <ac:inkMkLst>
            <pc:docMk/>
            <pc:sldMk cId="3969400573" sldId="337"/>
            <ac:inkMk id="96" creationId="{6CD3C1C6-5665-CC5C-DC6C-62B0F676E176}"/>
          </ac:inkMkLst>
        </pc:inkChg>
        <pc:inkChg chg="add">
          <ac:chgData name="Christopher Aloo" userId="81d139e4-1a74-45bd-a04a-64f94c7d37c9" providerId="ADAL" clId="{EBB903CD-9A70-439A-80ED-7C8A4BEA0F56}" dt="2025-08-18T17:27:22.810" v="590" actId="9405"/>
          <ac:inkMkLst>
            <pc:docMk/>
            <pc:sldMk cId="3969400573" sldId="337"/>
            <ac:inkMk id="97" creationId="{2B1F8DA8-4868-646E-499D-D5EC8F23E551}"/>
          </ac:inkMkLst>
        </pc:inkChg>
        <pc:inkChg chg="add mod">
          <ac:chgData name="Christopher Aloo" userId="81d139e4-1a74-45bd-a04a-64f94c7d37c9" providerId="ADAL" clId="{EBB903CD-9A70-439A-80ED-7C8A4BEA0F56}" dt="2025-08-18T17:27:25.112" v="598"/>
          <ac:inkMkLst>
            <pc:docMk/>
            <pc:sldMk cId="3969400573" sldId="337"/>
            <ac:inkMk id="98" creationId="{83E09BD1-DD84-B5FC-36DA-E437D24F790D}"/>
          </ac:inkMkLst>
        </pc:inkChg>
        <pc:inkChg chg="add mod">
          <ac:chgData name="Christopher Aloo" userId="81d139e4-1a74-45bd-a04a-64f94c7d37c9" providerId="ADAL" clId="{EBB903CD-9A70-439A-80ED-7C8A4BEA0F56}" dt="2025-08-18T17:27:25.112" v="598"/>
          <ac:inkMkLst>
            <pc:docMk/>
            <pc:sldMk cId="3969400573" sldId="337"/>
            <ac:inkMk id="99" creationId="{F51D3E26-7FFB-CDBD-4ED1-2A4E02463F90}"/>
          </ac:inkMkLst>
        </pc:inkChg>
        <pc:inkChg chg="add">
          <ac:chgData name="Christopher Aloo" userId="81d139e4-1a74-45bd-a04a-64f94c7d37c9" providerId="ADAL" clId="{EBB903CD-9A70-439A-80ED-7C8A4BEA0F56}" dt="2025-08-18T17:27:23.530" v="593" actId="9405"/>
          <ac:inkMkLst>
            <pc:docMk/>
            <pc:sldMk cId="3969400573" sldId="337"/>
            <ac:inkMk id="100" creationId="{83136593-824E-8D5C-AB51-587F38172F9A}"/>
          </ac:inkMkLst>
        </pc:inkChg>
        <pc:inkChg chg="add mod">
          <ac:chgData name="Christopher Aloo" userId="81d139e4-1a74-45bd-a04a-64f94c7d37c9" providerId="ADAL" clId="{EBB903CD-9A70-439A-80ED-7C8A4BEA0F56}" dt="2025-08-18T17:27:25.112" v="598"/>
          <ac:inkMkLst>
            <pc:docMk/>
            <pc:sldMk cId="3969400573" sldId="337"/>
            <ac:inkMk id="101" creationId="{F390AD06-0F45-FB60-B6DB-B95CA5753586}"/>
          </ac:inkMkLst>
        </pc:inkChg>
        <pc:inkChg chg="add mod">
          <ac:chgData name="Christopher Aloo" userId="81d139e4-1a74-45bd-a04a-64f94c7d37c9" providerId="ADAL" clId="{EBB903CD-9A70-439A-80ED-7C8A4BEA0F56}" dt="2025-08-18T17:27:25.112" v="598"/>
          <ac:inkMkLst>
            <pc:docMk/>
            <pc:sldMk cId="3969400573" sldId="337"/>
            <ac:inkMk id="102" creationId="{6C4E8C0C-41C8-61DA-4920-F3B0AD91B1C8}"/>
          </ac:inkMkLst>
        </pc:inkChg>
        <pc:inkChg chg="add mod">
          <ac:chgData name="Christopher Aloo" userId="81d139e4-1a74-45bd-a04a-64f94c7d37c9" providerId="ADAL" clId="{EBB903CD-9A70-439A-80ED-7C8A4BEA0F56}" dt="2025-08-18T17:27:25.112" v="598"/>
          <ac:inkMkLst>
            <pc:docMk/>
            <pc:sldMk cId="3969400573" sldId="337"/>
            <ac:inkMk id="103" creationId="{891F11CD-3723-9483-E905-3DDA809E69B7}"/>
          </ac:inkMkLst>
        </pc:inkChg>
        <pc:inkChg chg="add mod">
          <ac:chgData name="Christopher Aloo" userId="81d139e4-1a74-45bd-a04a-64f94c7d37c9" providerId="ADAL" clId="{EBB903CD-9A70-439A-80ED-7C8A4BEA0F56}" dt="2025-08-18T17:27:25.112" v="598"/>
          <ac:inkMkLst>
            <pc:docMk/>
            <pc:sldMk cId="3969400573" sldId="337"/>
            <ac:inkMk id="104" creationId="{7C5ECBA7-5814-7648-FDCC-7ABB9F7488E1}"/>
          </ac:inkMkLst>
        </pc:inkChg>
        <pc:inkChg chg="add mod">
          <ac:chgData name="Christopher Aloo" userId="81d139e4-1a74-45bd-a04a-64f94c7d37c9" providerId="ADAL" clId="{EBB903CD-9A70-439A-80ED-7C8A4BEA0F56}" dt="2025-08-18T17:28:00.819" v="637"/>
          <ac:inkMkLst>
            <pc:docMk/>
            <pc:sldMk cId="3969400573" sldId="337"/>
            <ac:inkMk id="106" creationId="{11820BBC-10C1-7F65-C38A-704F3C56AA7F}"/>
          </ac:inkMkLst>
        </pc:inkChg>
        <pc:inkChg chg="add">
          <ac:chgData name="Christopher Aloo" userId="81d139e4-1a74-45bd-a04a-64f94c7d37c9" providerId="ADAL" clId="{EBB903CD-9A70-439A-80ED-7C8A4BEA0F56}" dt="2025-08-18T17:27:40.516" v="600" actId="9405"/>
          <ac:inkMkLst>
            <pc:docMk/>
            <pc:sldMk cId="3969400573" sldId="337"/>
            <ac:inkMk id="107" creationId="{34FB1A83-2B0F-5E09-1C8B-37918F3A1D0A}"/>
          </ac:inkMkLst>
        </pc:inkChg>
        <pc:inkChg chg="add">
          <ac:chgData name="Christopher Aloo" userId="81d139e4-1a74-45bd-a04a-64f94c7d37c9" providerId="ADAL" clId="{EBB903CD-9A70-439A-80ED-7C8A4BEA0F56}" dt="2025-08-18T17:27:40.765" v="601" actId="9405"/>
          <ac:inkMkLst>
            <pc:docMk/>
            <pc:sldMk cId="3969400573" sldId="337"/>
            <ac:inkMk id="108" creationId="{91CDD1B8-F631-76B6-28AC-6F475894AD11}"/>
          </ac:inkMkLst>
        </pc:inkChg>
        <pc:inkChg chg="add mod">
          <ac:chgData name="Christopher Aloo" userId="81d139e4-1a74-45bd-a04a-64f94c7d37c9" providerId="ADAL" clId="{EBB903CD-9A70-439A-80ED-7C8A4BEA0F56}" dt="2025-08-18T17:28:07.861" v="651"/>
          <ac:inkMkLst>
            <pc:docMk/>
            <pc:sldMk cId="3969400573" sldId="337"/>
            <ac:inkMk id="109" creationId="{04350962-A231-0F46-1A84-2DF25877E824}"/>
          </ac:inkMkLst>
        </pc:inkChg>
        <pc:inkChg chg="add">
          <ac:chgData name="Christopher Aloo" userId="81d139e4-1a74-45bd-a04a-64f94c7d37c9" providerId="ADAL" clId="{EBB903CD-9A70-439A-80ED-7C8A4BEA0F56}" dt="2025-08-18T17:27:41.417" v="603" actId="9405"/>
          <ac:inkMkLst>
            <pc:docMk/>
            <pc:sldMk cId="3969400573" sldId="337"/>
            <ac:inkMk id="110" creationId="{BCBB72D8-1FB9-18CA-BDA0-5314C9852B6D}"/>
          </ac:inkMkLst>
        </pc:inkChg>
        <pc:inkChg chg="add">
          <ac:chgData name="Christopher Aloo" userId="81d139e4-1a74-45bd-a04a-64f94c7d37c9" providerId="ADAL" clId="{EBB903CD-9A70-439A-80ED-7C8A4BEA0F56}" dt="2025-08-18T17:27:42.315" v="604" actId="9405"/>
          <ac:inkMkLst>
            <pc:docMk/>
            <pc:sldMk cId="3969400573" sldId="337"/>
            <ac:inkMk id="111" creationId="{53B8A85D-8017-87A6-0A6F-8B4BFA95A616}"/>
          </ac:inkMkLst>
        </pc:inkChg>
        <pc:inkChg chg="add mod">
          <ac:chgData name="Christopher Aloo" userId="81d139e4-1a74-45bd-a04a-64f94c7d37c9" providerId="ADAL" clId="{EBB903CD-9A70-439A-80ED-7C8A4BEA0F56}" dt="2025-08-18T17:28:07.861" v="651"/>
          <ac:inkMkLst>
            <pc:docMk/>
            <pc:sldMk cId="3969400573" sldId="337"/>
            <ac:inkMk id="112" creationId="{1E3AA39D-8A97-BC68-5ED2-AAA71F766EDB}"/>
          </ac:inkMkLst>
        </pc:inkChg>
        <pc:inkChg chg="add">
          <ac:chgData name="Christopher Aloo" userId="81d139e4-1a74-45bd-a04a-64f94c7d37c9" providerId="ADAL" clId="{EBB903CD-9A70-439A-80ED-7C8A4BEA0F56}" dt="2025-08-18T17:27:43.702" v="606" actId="9405"/>
          <ac:inkMkLst>
            <pc:docMk/>
            <pc:sldMk cId="3969400573" sldId="337"/>
            <ac:inkMk id="113" creationId="{9237A18A-8CB0-2AAA-974E-A9DE632A53B7}"/>
          </ac:inkMkLst>
        </pc:inkChg>
        <pc:inkChg chg="add mod">
          <ac:chgData name="Christopher Aloo" userId="81d139e4-1a74-45bd-a04a-64f94c7d37c9" providerId="ADAL" clId="{EBB903CD-9A70-439A-80ED-7C8A4BEA0F56}" dt="2025-08-18T17:28:07.861" v="651"/>
          <ac:inkMkLst>
            <pc:docMk/>
            <pc:sldMk cId="3969400573" sldId="337"/>
            <ac:inkMk id="114" creationId="{4E9AB01B-09B0-94CA-6906-5129B6077529}"/>
          </ac:inkMkLst>
        </pc:inkChg>
        <pc:inkChg chg="add">
          <ac:chgData name="Christopher Aloo" userId="81d139e4-1a74-45bd-a04a-64f94c7d37c9" providerId="ADAL" clId="{EBB903CD-9A70-439A-80ED-7C8A4BEA0F56}" dt="2025-08-18T17:27:45.142" v="608" actId="9405"/>
          <ac:inkMkLst>
            <pc:docMk/>
            <pc:sldMk cId="3969400573" sldId="337"/>
            <ac:inkMk id="115" creationId="{4822B744-9750-36F8-1B57-9A3198C2F408}"/>
          </ac:inkMkLst>
        </pc:inkChg>
        <pc:inkChg chg="add mod">
          <ac:chgData name="Christopher Aloo" userId="81d139e4-1a74-45bd-a04a-64f94c7d37c9" providerId="ADAL" clId="{EBB903CD-9A70-439A-80ED-7C8A4BEA0F56}" dt="2025-08-18T17:28:00.819" v="637"/>
          <ac:inkMkLst>
            <pc:docMk/>
            <pc:sldMk cId="3969400573" sldId="337"/>
            <ac:inkMk id="116" creationId="{5CEFDD95-7A35-B3A6-F725-E9B4640B23CD}"/>
          </ac:inkMkLst>
        </pc:inkChg>
        <pc:inkChg chg="add">
          <ac:chgData name="Christopher Aloo" userId="81d139e4-1a74-45bd-a04a-64f94c7d37c9" providerId="ADAL" clId="{EBB903CD-9A70-439A-80ED-7C8A4BEA0F56}" dt="2025-08-18T17:27:45.575" v="610" actId="9405"/>
          <ac:inkMkLst>
            <pc:docMk/>
            <pc:sldMk cId="3969400573" sldId="337"/>
            <ac:inkMk id="117" creationId="{BCB83169-8501-B412-C3BD-307EB4CCA0D5}"/>
          </ac:inkMkLst>
        </pc:inkChg>
        <pc:inkChg chg="add">
          <ac:chgData name="Christopher Aloo" userId="81d139e4-1a74-45bd-a04a-64f94c7d37c9" providerId="ADAL" clId="{EBB903CD-9A70-439A-80ED-7C8A4BEA0F56}" dt="2025-08-18T17:27:47.348" v="612" actId="9405"/>
          <ac:inkMkLst>
            <pc:docMk/>
            <pc:sldMk cId="3969400573" sldId="337"/>
            <ac:inkMk id="119" creationId="{353CA9B0-0511-6543-B1F2-4EC5CCBD54F5}"/>
          </ac:inkMkLst>
        </pc:inkChg>
        <pc:inkChg chg="add mod">
          <ac:chgData name="Christopher Aloo" userId="81d139e4-1a74-45bd-a04a-64f94c7d37c9" providerId="ADAL" clId="{EBB903CD-9A70-439A-80ED-7C8A4BEA0F56}" dt="2025-08-18T17:28:00.819" v="637"/>
          <ac:inkMkLst>
            <pc:docMk/>
            <pc:sldMk cId="3969400573" sldId="337"/>
            <ac:inkMk id="120" creationId="{83C7D6E0-2DBB-3446-B737-2EABC17AF659}"/>
          </ac:inkMkLst>
        </pc:inkChg>
        <pc:inkChg chg="add mod">
          <ac:chgData name="Christopher Aloo" userId="81d139e4-1a74-45bd-a04a-64f94c7d37c9" providerId="ADAL" clId="{EBB903CD-9A70-439A-80ED-7C8A4BEA0F56}" dt="2025-08-18T17:28:07.861" v="651"/>
          <ac:inkMkLst>
            <pc:docMk/>
            <pc:sldMk cId="3969400573" sldId="337"/>
            <ac:inkMk id="121" creationId="{AFFC03A8-F304-6190-8E02-55828946EBE0}"/>
          </ac:inkMkLst>
        </pc:inkChg>
        <pc:inkChg chg="add">
          <ac:chgData name="Christopher Aloo" userId="81d139e4-1a74-45bd-a04a-64f94c7d37c9" providerId="ADAL" clId="{EBB903CD-9A70-439A-80ED-7C8A4BEA0F56}" dt="2025-08-18T17:27:48.531" v="615" actId="9405"/>
          <ac:inkMkLst>
            <pc:docMk/>
            <pc:sldMk cId="3969400573" sldId="337"/>
            <ac:inkMk id="122" creationId="{11455050-062C-22F0-28A5-9F746912DC27}"/>
          </ac:inkMkLst>
        </pc:inkChg>
        <pc:inkChg chg="add mod">
          <ac:chgData name="Christopher Aloo" userId="81d139e4-1a74-45bd-a04a-64f94c7d37c9" providerId="ADAL" clId="{EBB903CD-9A70-439A-80ED-7C8A4BEA0F56}" dt="2025-08-18T17:27:55.258" v="628"/>
          <ac:inkMkLst>
            <pc:docMk/>
            <pc:sldMk cId="3969400573" sldId="337"/>
            <ac:inkMk id="124" creationId="{0D2B9D57-D5C2-FC57-F7AB-D924C05628D1}"/>
          </ac:inkMkLst>
        </pc:inkChg>
        <pc:inkChg chg="add mod">
          <ac:chgData name="Christopher Aloo" userId="81d139e4-1a74-45bd-a04a-64f94c7d37c9" providerId="ADAL" clId="{EBB903CD-9A70-439A-80ED-7C8A4BEA0F56}" dt="2025-08-18T17:27:55.258" v="628"/>
          <ac:inkMkLst>
            <pc:docMk/>
            <pc:sldMk cId="3969400573" sldId="337"/>
            <ac:inkMk id="125" creationId="{4F33BD36-6ECE-E3FA-2A3D-3C4188319FB4}"/>
          </ac:inkMkLst>
        </pc:inkChg>
        <pc:inkChg chg="add mod">
          <ac:chgData name="Christopher Aloo" userId="81d139e4-1a74-45bd-a04a-64f94c7d37c9" providerId="ADAL" clId="{EBB903CD-9A70-439A-80ED-7C8A4BEA0F56}" dt="2025-08-18T17:28:00.819" v="637"/>
          <ac:inkMkLst>
            <pc:docMk/>
            <pc:sldMk cId="3969400573" sldId="337"/>
            <ac:inkMk id="126" creationId="{3622F4DC-53AD-EB07-2213-48331150DADD}"/>
          </ac:inkMkLst>
        </pc:inkChg>
        <pc:inkChg chg="add mod">
          <ac:chgData name="Christopher Aloo" userId="81d139e4-1a74-45bd-a04a-64f94c7d37c9" providerId="ADAL" clId="{EBB903CD-9A70-439A-80ED-7C8A4BEA0F56}" dt="2025-08-18T17:27:55.258" v="628"/>
          <ac:inkMkLst>
            <pc:docMk/>
            <pc:sldMk cId="3969400573" sldId="337"/>
            <ac:inkMk id="127" creationId="{1C64B546-E983-2B93-B714-4AAF4EB277DA}"/>
          </ac:inkMkLst>
        </pc:inkChg>
        <pc:inkChg chg="add">
          <ac:chgData name="Christopher Aloo" userId="81d139e4-1a74-45bd-a04a-64f94c7d37c9" providerId="ADAL" clId="{EBB903CD-9A70-439A-80ED-7C8A4BEA0F56}" dt="2025-08-18T17:27:52.684" v="621" actId="9405"/>
          <ac:inkMkLst>
            <pc:docMk/>
            <pc:sldMk cId="3969400573" sldId="337"/>
            <ac:inkMk id="128" creationId="{1E6B630A-3452-183C-3B01-E0888F14B814}"/>
          </ac:inkMkLst>
        </pc:inkChg>
        <pc:inkChg chg="add mod">
          <ac:chgData name="Christopher Aloo" userId="81d139e4-1a74-45bd-a04a-64f94c7d37c9" providerId="ADAL" clId="{EBB903CD-9A70-439A-80ED-7C8A4BEA0F56}" dt="2025-08-18T17:27:55.258" v="628"/>
          <ac:inkMkLst>
            <pc:docMk/>
            <pc:sldMk cId="3969400573" sldId="337"/>
            <ac:inkMk id="129" creationId="{601FDFC8-EC23-A8A0-4EE6-31872B2EF7D8}"/>
          </ac:inkMkLst>
        </pc:inkChg>
        <pc:inkChg chg="add mod">
          <ac:chgData name="Christopher Aloo" userId="81d139e4-1a74-45bd-a04a-64f94c7d37c9" providerId="ADAL" clId="{EBB903CD-9A70-439A-80ED-7C8A4BEA0F56}" dt="2025-08-18T17:27:55.258" v="628"/>
          <ac:inkMkLst>
            <pc:docMk/>
            <pc:sldMk cId="3969400573" sldId="337"/>
            <ac:inkMk id="130" creationId="{3AB4E3E7-1D5E-EFB0-92B2-1CAD5D357480}"/>
          </ac:inkMkLst>
        </pc:inkChg>
        <pc:inkChg chg="add mod">
          <ac:chgData name="Christopher Aloo" userId="81d139e4-1a74-45bd-a04a-64f94c7d37c9" providerId="ADAL" clId="{EBB903CD-9A70-439A-80ED-7C8A4BEA0F56}" dt="2025-08-18T17:27:55.258" v="628"/>
          <ac:inkMkLst>
            <pc:docMk/>
            <pc:sldMk cId="3969400573" sldId="337"/>
            <ac:inkMk id="131" creationId="{D7050184-006D-4759-79BF-9B1F1FCAB1F2}"/>
          </ac:inkMkLst>
        </pc:inkChg>
        <pc:inkChg chg="add">
          <ac:chgData name="Christopher Aloo" userId="81d139e4-1a74-45bd-a04a-64f94c7d37c9" providerId="ADAL" clId="{EBB903CD-9A70-439A-80ED-7C8A4BEA0F56}" dt="2025-08-18T17:27:53.971" v="625" actId="9405"/>
          <ac:inkMkLst>
            <pc:docMk/>
            <pc:sldMk cId="3969400573" sldId="337"/>
            <ac:inkMk id="132" creationId="{521B3CB8-0A6B-6EDD-2FAF-282CB1290F9E}"/>
          </ac:inkMkLst>
        </pc:inkChg>
        <pc:inkChg chg="add mod">
          <ac:chgData name="Christopher Aloo" userId="81d139e4-1a74-45bd-a04a-64f94c7d37c9" providerId="ADAL" clId="{EBB903CD-9A70-439A-80ED-7C8A4BEA0F56}" dt="2025-08-18T17:27:55.258" v="628"/>
          <ac:inkMkLst>
            <pc:docMk/>
            <pc:sldMk cId="3969400573" sldId="337"/>
            <ac:inkMk id="133" creationId="{2AD50A4C-6F3C-DB2E-2B6A-E7A7122EC20B}"/>
          </ac:inkMkLst>
        </pc:inkChg>
        <pc:inkChg chg="add mod">
          <ac:chgData name="Christopher Aloo" userId="81d139e4-1a74-45bd-a04a-64f94c7d37c9" providerId="ADAL" clId="{EBB903CD-9A70-439A-80ED-7C8A4BEA0F56}" dt="2025-08-18T17:27:55.258" v="628"/>
          <ac:inkMkLst>
            <pc:docMk/>
            <pc:sldMk cId="3969400573" sldId="337"/>
            <ac:inkMk id="134" creationId="{3B88A8C6-0015-DB3D-EB7B-82C656E9C30F}"/>
          </ac:inkMkLst>
        </pc:inkChg>
        <pc:inkChg chg="add mod">
          <ac:chgData name="Christopher Aloo" userId="81d139e4-1a74-45bd-a04a-64f94c7d37c9" providerId="ADAL" clId="{EBB903CD-9A70-439A-80ED-7C8A4BEA0F56}" dt="2025-08-18T17:27:58.010" v="632"/>
          <ac:inkMkLst>
            <pc:docMk/>
            <pc:sldMk cId="3969400573" sldId="337"/>
            <ac:inkMk id="136" creationId="{D7F0384D-AD76-684C-541A-447DFBF07256}"/>
          </ac:inkMkLst>
        </pc:inkChg>
        <pc:inkChg chg="add mod">
          <ac:chgData name="Christopher Aloo" userId="81d139e4-1a74-45bd-a04a-64f94c7d37c9" providerId="ADAL" clId="{EBB903CD-9A70-439A-80ED-7C8A4BEA0F56}" dt="2025-08-18T17:27:58.010" v="632"/>
          <ac:inkMkLst>
            <pc:docMk/>
            <pc:sldMk cId="3969400573" sldId="337"/>
            <ac:inkMk id="137" creationId="{49D97E60-A013-9341-148F-97A053880817}"/>
          </ac:inkMkLst>
        </pc:inkChg>
        <pc:inkChg chg="add mod">
          <ac:chgData name="Christopher Aloo" userId="81d139e4-1a74-45bd-a04a-64f94c7d37c9" providerId="ADAL" clId="{EBB903CD-9A70-439A-80ED-7C8A4BEA0F56}" dt="2025-08-18T17:27:58.010" v="632"/>
          <ac:inkMkLst>
            <pc:docMk/>
            <pc:sldMk cId="3969400573" sldId="337"/>
            <ac:inkMk id="138" creationId="{5BB3AA85-58AD-3FE8-17F8-35104D5EE3A6}"/>
          </ac:inkMkLst>
        </pc:inkChg>
        <pc:inkChg chg="add">
          <ac:chgData name="Christopher Aloo" userId="81d139e4-1a74-45bd-a04a-64f94c7d37c9" providerId="ADAL" clId="{EBB903CD-9A70-439A-80ED-7C8A4BEA0F56}" dt="2025-08-18T17:27:58.302" v="633" actId="9405"/>
          <ac:inkMkLst>
            <pc:docMk/>
            <pc:sldMk cId="3969400573" sldId="337"/>
            <ac:inkMk id="140" creationId="{8D428A0B-6CD5-7D82-B239-6E21FC30859D}"/>
          </ac:inkMkLst>
        </pc:inkChg>
        <pc:inkChg chg="add">
          <ac:chgData name="Christopher Aloo" userId="81d139e4-1a74-45bd-a04a-64f94c7d37c9" providerId="ADAL" clId="{EBB903CD-9A70-439A-80ED-7C8A4BEA0F56}" dt="2025-08-18T17:27:58.845" v="634" actId="9405"/>
          <ac:inkMkLst>
            <pc:docMk/>
            <pc:sldMk cId="3969400573" sldId="337"/>
            <ac:inkMk id="141" creationId="{249C8D41-B0F6-2286-97BE-4687A7542D2B}"/>
          </ac:inkMkLst>
        </pc:inkChg>
        <pc:inkChg chg="add">
          <ac:chgData name="Christopher Aloo" userId="81d139e4-1a74-45bd-a04a-64f94c7d37c9" providerId="ADAL" clId="{EBB903CD-9A70-439A-80ED-7C8A4BEA0F56}" dt="2025-08-18T17:27:59.488" v="635" actId="9405"/>
          <ac:inkMkLst>
            <pc:docMk/>
            <pc:sldMk cId="3969400573" sldId="337"/>
            <ac:inkMk id="142" creationId="{CF3DB24B-92A4-8BC9-06A6-F2FD998B8B8D}"/>
          </ac:inkMkLst>
        </pc:inkChg>
        <pc:inkChg chg="add">
          <ac:chgData name="Christopher Aloo" userId="81d139e4-1a74-45bd-a04a-64f94c7d37c9" providerId="ADAL" clId="{EBB903CD-9A70-439A-80ED-7C8A4BEA0F56}" dt="2025-08-18T17:28:00.017" v="636" actId="9405"/>
          <ac:inkMkLst>
            <pc:docMk/>
            <pc:sldMk cId="3969400573" sldId="337"/>
            <ac:inkMk id="143" creationId="{3762315E-FFB6-00EE-1CD3-A06CE55510E0}"/>
          </ac:inkMkLst>
        </pc:inkChg>
        <pc:inkChg chg="add">
          <ac:chgData name="Christopher Aloo" userId="81d139e4-1a74-45bd-a04a-64f94c7d37c9" providerId="ADAL" clId="{EBB903CD-9A70-439A-80ED-7C8A4BEA0F56}" dt="2025-08-18T17:28:01.263" v="638" actId="9405"/>
          <ac:inkMkLst>
            <pc:docMk/>
            <pc:sldMk cId="3969400573" sldId="337"/>
            <ac:inkMk id="146" creationId="{B267B79F-080B-87BD-826A-F357471BAEB9}"/>
          </ac:inkMkLst>
        </pc:inkChg>
        <pc:inkChg chg="add">
          <ac:chgData name="Christopher Aloo" userId="81d139e4-1a74-45bd-a04a-64f94c7d37c9" providerId="ADAL" clId="{EBB903CD-9A70-439A-80ED-7C8A4BEA0F56}" dt="2025-08-18T17:28:01.633" v="639" actId="9405"/>
          <ac:inkMkLst>
            <pc:docMk/>
            <pc:sldMk cId="3969400573" sldId="337"/>
            <ac:inkMk id="147" creationId="{D8BB8126-B7A1-C91A-580A-5686B88D13A0}"/>
          </ac:inkMkLst>
        </pc:inkChg>
        <pc:inkChg chg="add">
          <ac:chgData name="Christopher Aloo" userId="81d139e4-1a74-45bd-a04a-64f94c7d37c9" providerId="ADAL" clId="{EBB903CD-9A70-439A-80ED-7C8A4BEA0F56}" dt="2025-08-18T17:28:01.995" v="640" actId="9405"/>
          <ac:inkMkLst>
            <pc:docMk/>
            <pc:sldMk cId="3969400573" sldId="337"/>
            <ac:inkMk id="148" creationId="{76F9DF5D-65EA-23B8-861E-B060C1AD2D1A}"/>
          </ac:inkMkLst>
        </pc:inkChg>
        <pc:inkChg chg="add">
          <ac:chgData name="Christopher Aloo" userId="81d139e4-1a74-45bd-a04a-64f94c7d37c9" providerId="ADAL" clId="{EBB903CD-9A70-439A-80ED-7C8A4BEA0F56}" dt="2025-08-18T17:28:02.361" v="641" actId="9405"/>
          <ac:inkMkLst>
            <pc:docMk/>
            <pc:sldMk cId="3969400573" sldId="337"/>
            <ac:inkMk id="149" creationId="{4BBAECA3-2A0D-9BAD-BC70-A6ED42A86A24}"/>
          </ac:inkMkLst>
        </pc:inkChg>
        <pc:inkChg chg="add">
          <ac:chgData name="Christopher Aloo" userId="81d139e4-1a74-45bd-a04a-64f94c7d37c9" providerId="ADAL" clId="{EBB903CD-9A70-439A-80ED-7C8A4BEA0F56}" dt="2025-08-18T17:28:02.802" v="642" actId="9405"/>
          <ac:inkMkLst>
            <pc:docMk/>
            <pc:sldMk cId="3969400573" sldId="337"/>
            <ac:inkMk id="150" creationId="{FFCD792E-56E5-D267-D606-00F18A8B33C5}"/>
          </ac:inkMkLst>
        </pc:inkChg>
        <pc:inkChg chg="add">
          <ac:chgData name="Christopher Aloo" userId="81d139e4-1a74-45bd-a04a-64f94c7d37c9" providerId="ADAL" clId="{EBB903CD-9A70-439A-80ED-7C8A4BEA0F56}" dt="2025-08-18T17:28:03.271" v="643" actId="9405"/>
          <ac:inkMkLst>
            <pc:docMk/>
            <pc:sldMk cId="3969400573" sldId="337"/>
            <ac:inkMk id="151" creationId="{F690C39D-CA9D-C11A-A357-929C0877AD56}"/>
          </ac:inkMkLst>
        </pc:inkChg>
        <pc:inkChg chg="add">
          <ac:chgData name="Christopher Aloo" userId="81d139e4-1a74-45bd-a04a-64f94c7d37c9" providerId="ADAL" clId="{EBB903CD-9A70-439A-80ED-7C8A4BEA0F56}" dt="2025-08-18T17:28:03.813" v="644" actId="9405"/>
          <ac:inkMkLst>
            <pc:docMk/>
            <pc:sldMk cId="3969400573" sldId="337"/>
            <ac:inkMk id="152" creationId="{08AD974A-8F17-C2DA-BD04-6DDF073FE800}"/>
          </ac:inkMkLst>
        </pc:inkChg>
        <pc:inkChg chg="add">
          <ac:chgData name="Christopher Aloo" userId="81d139e4-1a74-45bd-a04a-64f94c7d37c9" providerId="ADAL" clId="{EBB903CD-9A70-439A-80ED-7C8A4BEA0F56}" dt="2025-08-18T17:28:04.541" v="645" actId="9405"/>
          <ac:inkMkLst>
            <pc:docMk/>
            <pc:sldMk cId="3969400573" sldId="337"/>
            <ac:inkMk id="153" creationId="{1634A272-FFE6-464E-0763-80E764D1D564}"/>
          </ac:inkMkLst>
        </pc:inkChg>
        <pc:inkChg chg="add">
          <ac:chgData name="Christopher Aloo" userId="81d139e4-1a74-45bd-a04a-64f94c7d37c9" providerId="ADAL" clId="{EBB903CD-9A70-439A-80ED-7C8A4BEA0F56}" dt="2025-08-18T17:28:05.283" v="646" actId="9405"/>
          <ac:inkMkLst>
            <pc:docMk/>
            <pc:sldMk cId="3969400573" sldId="337"/>
            <ac:inkMk id="154" creationId="{5D8271F6-AA61-1953-4DFA-CBC689E37A5A}"/>
          </ac:inkMkLst>
        </pc:inkChg>
        <pc:inkChg chg="add">
          <ac:chgData name="Christopher Aloo" userId="81d139e4-1a74-45bd-a04a-64f94c7d37c9" providerId="ADAL" clId="{EBB903CD-9A70-439A-80ED-7C8A4BEA0F56}" dt="2025-08-18T17:28:05.655" v="647" actId="9405"/>
          <ac:inkMkLst>
            <pc:docMk/>
            <pc:sldMk cId="3969400573" sldId="337"/>
            <ac:inkMk id="155" creationId="{6DF6A717-46DB-2AA6-812A-E5FDD95AD7F8}"/>
          </ac:inkMkLst>
        </pc:inkChg>
        <pc:inkChg chg="add">
          <ac:chgData name="Christopher Aloo" userId="81d139e4-1a74-45bd-a04a-64f94c7d37c9" providerId="ADAL" clId="{EBB903CD-9A70-439A-80ED-7C8A4BEA0F56}" dt="2025-08-18T17:28:06.461" v="648" actId="9405"/>
          <ac:inkMkLst>
            <pc:docMk/>
            <pc:sldMk cId="3969400573" sldId="337"/>
            <ac:inkMk id="156" creationId="{5582BEFE-5E03-4F3F-4109-5BB12D3C0209}"/>
          </ac:inkMkLst>
        </pc:inkChg>
        <pc:inkChg chg="add mod">
          <ac:chgData name="Christopher Aloo" userId="81d139e4-1a74-45bd-a04a-64f94c7d37c9" providerId="ADAL" clId="{EBB903CD-9A70-439A-80ED-7C8A4BEA0F56}" dt="2025-08-18T17:28:07.861" v="651"/>
          <ac:inkMkLst>
            <pc:docMk/>
            <pc:sldMk cId="3969400573" sldId="337"/>
            <ac:inkMk id="157" creationId="{4DDD6F30-0D2A-46DD-6925-02C9E50B6B18}"/>
          </ac:inkMkLst>
        </pc:inkChg>
        <pc:inkChg chg="add">
          <ac:chgData name="Christopher Aloo" userId="81d139e4-1a74-45bd-a04a-64f94c7d37c9" providerId="ADAL" clId="{EBB903CD-9A70-439A-80ED-7C8A4BEA0F56}" dt="2025-08-18T17:28:07.093" v="650" actId="9405"/>
          <ac:inkMkLst>
            <pc:docMk/>
            <pc:sldMk cId="3969400573" sldId="337"/>
            <ac:inkMk id="158" creationId="{446CA8B1-AC3F-7315-1BC3-D95B43BF9BFA}"/>
          </ac:inkMkLst>
        </pc:inkChg>
        <pc:inkChg chg="add mod">
          <ac:chgData name="Christopher Aloo" userId="81d139e4-1a74-45bd-a04a-64f94c7d37c9" providerId="ADAL" clId="{EBB903CD-9A70-439A-80ED-7C8A4BEA0F56}" dt="2025-08-18T17:31:27.233" v="781"/>
          <ac:inkMkLst>
            <pc:docMk/>
            <pc:sldMk cId="3969400573" sldId="337"/>
            <ac:inkMk id="160" creationId="{E92AC7D4-065D-B397-B276-B860D4AE3A9F}"/>
          </ac:inkMkLst>
        </pc:inkChg>
        <pc:inkChg chg="add">
          <ac:chgData name="Christopher Aloo" userId="81d139e4-1a74-45bd-a04a-64f94c7d37c9" providerId="ADAL" clId="{EBB903CD-9A70-439A-80ED-7C8A4BEA0F56}" dt="2025-08-18T17:31:05.221" v="758" actId="9405"/>
          <ac:inkMkLst>
            <pc:docMk/>
            <pc:sldMk cId="3969400573" sldId="337"/>
            <ac:inkMk id="161" creationId="{4C096313-C091-F860-1FE9-C9FEC68D0D24}"/>
          </ac:inkMkLst>
        </pc:inkChg>
        <pc:inkChg chg="add mod">
          <ac:chgData name="Christopher Aloo" userId="81d139e4-1a74-45bd-a04a-64f94c7d37c9" providerId="ADAL" clId="{EBB903CD-9A70-439A-80ED-7C8A4BEA0F56}" dt="2025-08-18T17:31:15.566" v="769"/>
          <ac:inkMkLst>
            <pc:docMk/>
            <pc:sldMk cId="3969400573" sldId="337"/>
            <ac:inkMk id="162" creationId="{D1E54D5C-6613-A3AD-A178-8CD381F8FCA6}"/>
          </ac:inkMkLst>
        </pc:inkChg>
        <pc:inkChg chg="add mod">
          <ac:chgData name="Christopher Aloo" userId="81d139e4-1a74-45bd-a04a-64f94c7d37c9" providerId="ADAL" clId="{EBB903CD-9A70-439A-80ED-7C8A4BEA0F56}" dt="2025-08-18T17:31:15.566" v="769"/>
          <ac:inkMkLst>
            <pc:docMk/>
            <pc:sldMk cId="3969400573" sldId="337"/>
            <ac:inkMk id="163" creationId="{03E4A113-991D-894A-3A2F-20F2550446DE}"/>
          </ac:inkMkLst>
        </pc:inkChg>
        <pc:inkChg chg="add mod">
          <ac:chgData name="Christopher Aloo" userId="81d139e4-1a74-45bd-a04a-64f94c7d37c9" providerId="ADAL" clId="{EBB903CD-9A70-439A-80ED-7C8A4BEA0F56}" dt="2025-08-18T17:31:15.566" v="769"/>
          <ac:inkMkLst>
            <pc:docMk/>
            <pc:sldMk cId="3969400573" sldId="337"/>
            <ac:inkMk id="164" creationId="{0F789A83-F974-B61C-3643-F6C1E3A57923}"/>
          </ac:inkMkLst>
        </pc:inkChg>
        <pc:inkChg chg="add mod">
          <ac:chgData name="Christopher Aloo" userId="81d139e4-1a74-45bd-a04a-64f94c7d37c9" providerId="ADAL" clId="{EBB903CD-9A70-439A-80ED-7C8A4BEA0F56}" dt="2025-08-18T17:31:15.566" v="769"/>
          <ac:inkMkLst>
            <pc:docMk/>
            <pc:sldMk cId="3969400573" sldId="337"/>
            <ac:inkMk id="165" creationId="{F673FEB6-B212-5183-3E9A-8BA3FE802E0C}"/>
          </ac:inkMkLst>
        </pc:inkChg>
        <pc:inkChg chg="add mod">
          <ac:chgData name="Christopher Aloo" userId="81d139e4-1a74-45bd-a04a-64f94c7d37c9" providerId="ADAL" clId="{EBB903CD-9A70-439A-80ED-7C8A4BEA0F56}" dt="2025-08-18T17:31:27.233" v="781"/>
          <ac:inkMkLst>
            <pc:docMk/>
            <pc:sldMk cId="3969400573" sldId="337"/>
            <ac:inkMk id="166" creationId="{62AB2AAF-5C25-7E7E-4D36-F71E54A12C45}"/>
          </ac:inkMkLst>
        </pc:inkChg>
        <pc:inkChg chg="add mod">
          <ac:chgData name="Christopher Aloo" userId="81d139e4-1a74-45bd-a04a-64f94c7d37c9" providerId="ADAL" clId="{EBB903CD-9A70-439A-80ED-7C8A4BEA0F56}" dt="2025-08-18T17:31:27.233" v="781"/>
          <ac:inkMkLst>
            <pc:docMk/>
            <pc:sldMk cId="3969400573" sldId="337"/>
            <ac:inkMk id="167" creationId="{1EEF3C03-4AE2-F79E-E4E8-79CE3E24268D}"/>
          </ac:inkMkLst>
        </pc:inkChg>
        <pc:inkChg chg="add">
          <ac:chgData name="Christopher Aloo" userId="81d139e4-1a74-45bd-a04a-64f94c7d37c9" providerId="ADAL" clId="{EBB903CD-9A70-439A-80ED-7C8A4BEA0F56}" dt="2025-08-18T17:31:13.737" v="765" actId="9405"/>
          <ac:inkMkLst>
            <pc:docMk/>
            <pc:sldMk cId="3969400573" sldId="337"/>
            <ac:inkMk id="168" creationId="{C07C9211-1D78-A6CB-EA57-61CBF2EB1DE6}"/>
          </ac:inkMkLst>
        </pc:inkChg>
        <pc:inkChg chg="add mod">
          <ac:chgData name="Christopher Aloo" userId="81d139e4-1a74-45bd-a04a-64f94c7d37c9" providerId="ADAL" clId="{EBB903CD-9A70-439A-80ED-7C8A4BEA0F56}" dt="2025-08-18T17:31:27.233" v="781"/>
          <ac:inkMkLst>
            <pc:docMk/>
            <pc:sldMk cId="3969400573" sldId="337"/>
            <ac:inkMk id="169" creationId="{954C649D-CB74-06C7-D531-AA03EB3D4C46}"/>
          </ac:inkMkLst>
        </pc:inkChg>
        <pc:inkChg chg="add mod">
          <ac:chgData name="Christopher Aloo" userId="81d139e4-1a74-45bd-a04a-64f94c7d37c9" providerId="ADAL" clId="{EBB903CD-9A70-439A-80ED-7C8A4BEA0F56}" dt="2025-08-18T17:31:15.566" v="769"/>
          <ac:inkMkLst>
            <pc:docMk/>
            <pc:sldMk cId="3969400573" sldId="337"/>
            <ac:inkMk id="170" creationId="{189691EF-C847-0ADB-61E7-9912AD83C0DE}"/>
          </ac:inkMkLst>
        </pc:inkChg>
        <pc:inkChg chg="add mod">
          <ac:chgData name="Christopher Aloo" userId="81d139e4-1a74-45bd-a04a-64f94c7d37c9" providerId="ADAL" clId="{EBB903CD-9A70-439A-80ED-7C8A4BEA0F56}" dt="2025-08-18T17:31:27.233" v="781"/>
          <ac:inkMkLst>
            <pc:docMk/>
            <pc:sldMk cId="3969400573" sldId="337"/>
            <ac:inkMk id="171" creationId="{7C59EC93-8629-9D25-A00E-6336744931E2}"/>
          </ac:inkMkLst>
        </pc:inkChg>
        <pc:inkChg chg="add mod">
          <ac:chgData name="Christopher Aloo" userId="81d139e4-1a74-45bd-a04a-64f94c7d37c9" providerId="ADAL" clId="{EBB903CD-9A70-439A-80ED-7C8A4BEA0F56}" dt="2025-08-18T17:31:27.233" v="781"/>
          <ac:inkMkLst>
            <pc:docMk/>
            <pc:sldMk cId="3969400573" sldId="337"/>
            <ac:inkMk id="173" creationId="{E501E1DD-127E-7D6D-C756-E74AC40A16CC}"/>
          </ac:inkMkLst>
        </pc:inkChg>
        <pc:inkChg chg="add mod">
          <ac:chgData name="Christopher Aloo" userId="81d139e4-1a74-45bd-a04a-64f94c7d37c9" providerId="ADAL" clId="{EBB903CD-9A70-439A-80ED-7C8A4BEA0F56}" dt="2025-08-18T17:31:24.075" v="778"/>
          <ac:inkMkLst>
            <pc:docMk/>
            <pc:sldMk cId="3969400573" sldId="337"/>
            <ac:inkMk id="174" creationId="{B1773B61-B356-DB96-8272-6D9F88781F53}"/>
          </ac:inkMkLst>
        </pc:inkChg>
        <pc:inkChg chg="add mod">
          <ac:chgData name="Christopher Aloo" userId="81d139e4-1a74-45bd-a04a-64f94c7d37c9" providerId="ADAL" clId="{EBB903CD-9A70-439A-80ED-7C8A4BEA0F56}" dt="2025-08-18T17:31:24.075" v="778"/>
          <ac:inkMkLst>
            <pc:docMk/>
            <pc:sldMk cId="3969400573" sldId="337"/>
            <ac:inkMk id="175" creationId="{F7DD1F90-C941-EAE5-AB3C-F3BC501588C5}"/>
          </ac:inkMkLst>
        </pc:inkChg>
        <pc:inkChg chg="add mod">
          <ac:chgData name="Christopher Aloo" userId="81d139e4-1a74-45bd-a04a-64f94c7d37c9" providerId="ADAL" clId="{EBB903CD-9A70-439A-80ED-7C8A4BEA0F56}" dt="2025-08-18T17:31:24.075" v="778"/>
          <ac:inkMkLst>
            <pc:docMk/>
            <pc:sldMk cId="3969400573" sldId="337"/>
            <ac:inkMk id="176" creationId="{E087047B-A0DE-A03A-3747-37C95B5BF869}"/>
          </ac:inkMkLst>
        </pc:inkChg>
        <pc:inkChg chg="add mod">
          <ac:chgData name="Christopher Aloo" userId="81d139e4-1a74-45bd-a04a-64f94c7d37c9" providerId="ADAL" clId="{EBB903CD-9A70-439A-80ED-7C8A4BEA0F56}" dt="2025-08-18T17:31:27.233" v="781"/>
          <ac:inkMkLst>
            <pc:docMk/>
            <pc:sldMk cId="3969400573" sldId="337"/>
            <ac:inkMk id="177" creationId="{116A2143-B129-12B2-B1D1-91599F2EF0F3}"/>
          </ac:inkMkLst>
        </pc:inkChg>
        <pc:inkChg chg="add mod">
          <ac:chgData name="Christopher Aloo" userId="81d139e4-1a74-45bd-a04a-64f94c7d37c9" providerId="ADAL" clId="{EBB903CD-9A70-439A-80ED-7C8A4BEA0F56}" dt="2025-08-18T17:31:24.075" v="778"/>
          <ac:inkMkLst>
            <pc:docMk/>
            <pc:sldMk cId="3969400573" sldId="337"/>
            <ac:inkMk id="179" creationId="{AD98C241-E83F-E083-4203-584D40D50BCA}"/>
          </ac:inkMkLst>
        </pc:inkChg>
        <pc:inkChg chg="add mod">
          <ac:chgData name="Christopher Aloo" userId="81d139e4-1a74-45bd-a04a-64f94c7d37c9" providerId="ADAL" clId="{EBB903CD-9A70-439A-80ED-7C8A4BEA0F56}" dt="2025-08-18T17:31:24.075" v="778"/>
          <ac:inkMkLst>
            <pc:docMk/>
            <pc:sldMk cId="3969400573" sldId="337"/>
            <ac:inkMk id="180" creationId="{409FC9CC-671E-5331-2741-131E23AF25DB}"/>
          </ac:inkMkLst>
        </pc:inkChg>
        <pc:inkChg chg="add">
          <ac:chgData name="Christopher Aloo" userId="81d139e4-1a74-45bd-a04a-64f94c7d37c9" providerId="ADAL" clId="{EBB903CD-9A70-439A-80ED-7C8A4BEA0F56}" dt="2025-08-18T17:31:25.705" v="779" actId="9405"/>
          <ac:inkMkLst>
            <pc:docMk/>
            <pc:sldMk cId="3969400573" sldId="337"/>
            <ac:inkMk id="182" creationId="{F6A4B4C3-B9B3-9DCA-108A-FAEE4788F580}"/>
          </ac:inkMkLst>
        </pc:inkChg>
        <pc:inkChg chg="add">
          <ac:chgData name="Christopher Aloo" userId="81d139e4-1a74-45bd-a04a-64f94c7d37c9" providerId="ADAL" clId="{EBB903CD-9A70-439A-80ED-7C8A4BEA0F56}" dt="2025-08-18T17:31:26.281" v="780" actId="9405"/>
          <ac:inkMkLst>
            <pc:docMk/>
            <pc:sldMk cId="3969400573" sldId="337"/>
            <ac:inkMk id="183" creationId="{3A6DEFAD-F9A5-BDDA-402E-21625F730E4A}"/>
          </ac:inkMkLst>
        </pc:inkChg>
        <pc:inkChg chg="add mod">
          <ac:chgData name="Christopher Aloo" userId="81d139e4-1a74-45bd-a04a-64f94c7d37c9" providerId="ADAL" clId="{EBB903CD-9A70-439A-80ED-7C8A4BEA0F56}" dt="2025-08-18T17:31:51.865" v="805"/>
          <ac:inkMkLst>
            <pc:docMk/>
            <pc:sldMk cId="3969400573" sldId="337"/>
            <ac:inkMk id="185" creationId="{3B6CE8AE-9A50-C1BB-883E-F81B655E79FF}"/>
          </ac:inkMkLst>
        </pc:inkChg>
        <pc:inkChg chg="add mod">
          <ac:chgData name="Christopher Aloo" userId="81d139e4-1a74-45bd-a04a-64f94c7d37c9" providerId="ADAL" clId="{EBB903CD-9A70-439A-80ED-7C8A4BEA0F56}" dt="2025-08-18T17:31:51.865" v="805"/>
          <ac:inkMkLst>
            <pc:docMk/>
            <pc:sldMk cId="3969400573" sldId="337"/>
            <ac:inkMk id="186" creationId="{F997D2FD-50E0-1C74-ACBF-689A05C62959}"/>
          </ac:inkMkLst>
        </pc:inkChg>
        <pc:inkChg chg="add mod">
          <ac:chgData name="Christopher Aloo" userId="81d139e4-1a74-45bd-a04a-64f94c7d37c9" providerId="ADAL" clId="{EBB903CD-9A70-439A-80ED-7C8A4BEA0F56}" dt="2025-08-18T17:31:51.865" v="805"/>
          <ac:inkMkLst>
            <pc:docMk/>
            <pc:sldMk cId="3969400573" sldId="337"/>
            <ac:inkMk id="187" creationId="{07B4A6B0-D525-639B-E42F-244E6D1B3D1B}"/>
          </ac:inkMkLst>
        </pc:inkChg>
        <pc:inkChg chg="add mod">
          <ac:chgData name="Christopher Aloo" userId="81d139e4-1a74-45bd-a04a-64f94c7d37c9" providerId="ADAL" clId="{EBB903CD-9A70-439A-80ED-7C8A4BEA0F56}" dt="2025-08-18T17:31:34.885" v="788"/>
          <ac:inkMkLst>
            <pc:docMk/>
            <pc:sldMk cId="3969400573" sldId="337"/>
            <ac:inkMk id="188" creationId="{34C4C4ED-6D17-4F69-A3D0-32FBFE050B8F}"/>
          </ac:inkMkLst>
        </pc:inkChg>
        <pc:inkChg chg="add mod">
          <ac:chgData name="Christopher Aloo" userId="81d139e4-1a74-45bd-a04a-64f94c7d37c9" providerId="ADAL" clId="{EBB903CD-9A70-439A-80ED-7C8A4BEA0F56}" dt="2025-08-18T17:31:51.865" v="805"/>
          <ac:inkMkLst>
            <pc:docMk/>
            <pc:sldMk cId="3969400573" sldId="337"/>
            <ac:inkMk id="189" creationId="{75D4E03B-6207-CD04-C666-600E545D5567}"/>
          </ac:inkMkLst>
        </pc:inkChg>
        <pc:inkChg chg="add mod">
          <ac:chgData name="Christopher Aloo" userId="81d139e4-1a74-45bd-a04a-64f94c7d37c9" providerId="ADAL" clId="{EBB903CD-9A70-439A-80ED-7C8A4BEA0F56}" dt="2025-08-18T17:31:34.885" v="788"/>
          <ac:inkMkLst>
            <pc:docMk/>
            <pc:sldMk cId="3969400573" sldId="337"/>
            <ac:inkMk id="190" creationId="{94A51523-E6A2-6256-363D-D1544B78E862}"/>
          </ac:inkMkLst>
        </pc:inkChg>
        <pc:inkChg chg="add mod">
          <ac:chgData name="Christopher Aloo" userId="81d139e4-1a74-45bd-a04a-64f94c7d37c9" providerId="ADAL" clId="{EBB903CD-9A70-439A-80ED-7C8A4BEA0F56}" dt="2025-08-18T17:31:51.865" v="805"/>
          <ac:inkMkLst>
            <pc:docMk/>
            <pc:sldMk cId="3969400573" sldId="337"/>
            <ac:inkMk id="192" creationId="{D32773B6-E8EF-FA17-63A4-9FF30F5AE01D}"/>
          </ac:inkMkLst>
        </pc:inkChg>
        <pc:inkChg chg="add mod">
          <ac:chgData name="Christopher Aloo" userId="81d139e4-1a74-45bd-a04a-64f94c7d37c9" providerId="ADAL" clId="{EBB903CD-9A70-439A-80ED-7C8A4BEA0F56}" dt="2025-08-18T17:31:44.440" v="800"/>
          <ac:inkMkLst>
            <pc:docMk/>
            <pc:sldMk cId="3969400573" sldId="337"/>
            <ac:inkMk id="193" creationId="{0392C6D3-B910-78AD-754A-BB1ABDD50F3B}"/>
          </ac:inkMkLst>
        </pc:inkChg>
        <pc:inkChg chg="add mod">
          <ac:chgData name="Christopher Aloo" userId="81d139e4-1a74-45bd-a04a-64f94c7d37c9" providerId="ADAL" clId="{EBB903CD-9A70-439A-80ED-7C8A4BEA0F56}" dt="2025-08-18T17:31:44.440" v="800"/>
          <ac:inkMkLst>
            <pc:docMk/>
            <pc:sldMk cId="3969400573" sldId="337"/>
            <ac:inkMk id="194" creationId="{576F2923-4A76-6879-6983-E3C53893815F}"/>
          </ac:inkMkLst>
        </pc:inkChg>
        <pc:inkChg chg="add mod">
          <ac:chgData name="Christopher Aloo" userId="81d139e4-1a74-45bd-a04a-64f94c7d37c9" providerId="ADAL" clId="{EBB903CD-9A70-439A-80ED-7C8A4BEA0F56}" dt="2025-08-18T17:31:44.440" v="800"/>
          <ac:inkMkLst>
            <pc:docMk/>
            <pc:sldMk cId="3969400573" sldId="337"/>
            <ac:inkMk id="195" creationId="{26342233-882A-79DE-083F-F0CB2EBA1357}"/>
          </ac:inkMkLst>
        </pc:inkChg>
        <pc:inkChg chg="add mod">
          <ac:chgData name="Christopher Aloo" userId="81d139e4-1a74-45bd-a04a-64f94c7d37c9" providerId="ADAL" clId="{EBB903CD-9A70-439A-80ED-7C8A4BEA0F56}" dt="2025-08-18T17:31:44.440" v="800"/>
          <ac:inkMkLst>
            <pc:docMk/>
            <pc:sldMk cId="3969400573" sldId="337"/>
            <ac:inkMk id="196" creationId="{172FF038-E523-819A-C165-0932F666BBFF}"/>
          </ac:inkMkLst>
        </pc:inkChg>
        <pc:inkChg chg="add mod">
          <ac:chgData name="Christopher Aloo" userId="81d139e4-1a74-45bd-a04a-64f94c7d37c9" providerId="ADAL" clId="{EBB903CD-9A70-439A-80ED-7C8A4BEA0F56}" dt="2025-08-18T17:31:45.952" v="802"/>
          <ac:inkMkLst>
            <pc:docMk/>
            <pc:sldMk cId="3969400573" sldId="337"/>
            <ac:inkMk id="199" creationId="{FB270868-450F-5776-5F95-422D68422DE8}"/>
          </ac:inkMkLst>
        </pc:inkChg>
        <pc:inkChg chg="add mod">
          <ac:chgData name="Christopher Aloo" userId="81d139e4-1a74-45bd-a04a-64f94c7d37c9" providerId="ADAL" clId="{EBB903CD-9A70-439A-80ED-7C8A4BEA0F56}" dt="2025-08-18T17:31:45.952" v="802"/>
          <ac:inkMkLst>
            <pc:docMk/>
            <pc:sldMk cId="3969400573" sldId="337"/>
            <ac:inkMk id="200" creationId="{4BB9E7D3-2DC8-865D-B91C-B01A618DCD7F}"/>
          </ac:inkMkLst>
        </pc:inkChg>
        <pc:inkChg chg="add mod">
          <ac:chgData name="Christopher Aloo" userId="81d139e4-1a74-45bd-a04a-64f94c7d37c9" providerId="ADAL" clId="{EBB903CD-9A70-439A-80ED-7C8A4BEA0F56}" dt="2025-08-18T17:31:44.440" v="800"/>
          <ac:inkMkLst>
            <pc:docMk/>
            <pc:sldMk cId="3969400573" sldId="337"/>
            <ac:inkMk id="202" creationId="{4F320185-3058-7B9D-21F5-2D81232446A2}"/>
          </ac:inkMkLst>
        </pc:inkChg>
        <pc:inkChg chg="add mod">
          <ac:chgData name="Christopher Aloo" userId="81d139e4-1a74-45bd-a04a-64f94c7d37c9" providerId="ADAL" clId="{EBB903CD-9A70-439A-80ED-7C8A4BEA0F56}" dt="2025-08-18T17:31:44.440" v="800"/>
          <ac:inkMkLst>
            <pc:docMk/>
            <pc:sldMk cId="3969400573" sldId="337"/>
            <ac:inkMk id="203" creationId="{FB836E1E-C798-E015-F017-6392D6F6B683}"/>
          </ac:inkMkLst>
        </pc:inkChg>
        <pc:inkChg chg="add mod">
          <ac:chgData name="Christopher Aloo" userId="81d139e4-1a74-45bd-a04a-64f94c7d37c9" providerId="ADAL" clId="{EBB903CD-9A70-439A-80ED-7C8A4BEA0F56}" dt="2025-08-18T17:31:51.865" v="805"/>
          <ac:inkMkLst>
            <pc:docMk/>
            <pc:sldMk cId="3969400573" sldId="337"/>
            <ac:inkMk id="206" creationId="{BB8C22C0-EC4E-ABCB-7A5F-FC1B22D31EF9}"/>
          </ac:inkMkLst>
        </pc:inkChg>
        <pc:inkChg chg="add mod">
          <ac:chgData name="Christopher Aloo" userId="81d139e4-1a74-45bd-a04a-64f94c7d37c9" providerId="ADAL" clId="{EBB903CD-9A70-439A-80ED-7C8A4BEA0F56}" dt="2025-08-18T17:31:51.865" v="805"/>
          <ac:inkMkLst>
            <pc:docMk/>
            <pc:sldMk cId="3969400573" sldId="337"/>
            <ac:inkMk id="208" creationId="{37210B77-1BA1-4442-C4A4-D78890140671}"/>
          </ac:inkMkLst>
        </pc:inkChg>
        <pc:inkChg chg="add">
          <ac:chgData name="Christopher Aloo" userId="81d139e4-1a74-45bd-a04a-64f94c7d37c9" providerId="ADAL" clId="{EBB903CD-9A70-439A-80ED-7C8A4BEA0F56}" dt="2025-08-18T17:31:50.925" v="804" actId="9405"/>
          <ac:inkMkLst>
            <pc:docMk/>
            <pc:sldMk cId="3969400573" sldId="337"/>
            <ac:inkMk id="209" creationId="{4887C48F-08D9-DFBB-C277-5986DA792BFB}"/>
          </ac:inkMkLst>
        </pc:inkChg>
        <pc:inkChg chg="add">
          <ac:chgData name="Christopher Aloo" userId="81d139e4-1a74-45bd-a04a-64f94c7d37c9" providerId="ADAL" clId="{EBB903CD-9A70-439A-80ED-7C8A4BEA0F56}" dt="2025-08-18T17:32:00.075" v="806" actId="9405"/>
          <ac:inkMkLst>
            <pc:docMk/>
            <pc:sldMk cId="3969400573" sldId="337"/>
            <ac:inkMk id="211" creationId="{68013C3F-2FE4-6FB4-B0FE-29FE289984A1}"/>
          </ac:inkMkLst>
        </pc:inkChg>
        <pc:inkChg chg="add mod">
          <ac:chgData name="Christopher Aloo" userId="81d139e4-1a74-45bd-a04a-64f94c7d37c9" providerId="ADAL" clId="{EBB903CD-9A70-439A-80ED-7C8A4BEA0F56}" dt="2025-08-18T17:32:08.590" v="818"/>
          <ac:inkMkLst>
            <pc:docMk/>
            <pc:sldMk cId="3969400573" sldId="337"/>
            <ac:inkMk id="212" creationId="{F14D93F6-6C56-23C1-262F-C717281DEA4D}"/>
          </ac:inkMkLst>
        </pc:inkChg>
        <pc:inkChg chg="add">
          <ac:chgData name="Christopher Aloo" userId="81d139e4-1a74-45bd-a04a-64f94c7d37c9" providerId="ADAL" clId="{EBB903CD-9A70-439A-80ED-7C8A4BEA0F56}" dt="2025-08-18T17:32:02.340" v="808" actId="9405"/>
          <ac:inkMkLst>
            <pc:docMk/>
            <pc:sldMk cId="3969400573" sldId="337"/>
            <ac:inkMk id="213" creationId="{80CDFCA1-372E-2A6A-1670-B4AEF5897AD1}"/>
          </ac:inkMkLst>
        </pc:inkChg>
        <pc:inkChg chg="add">
          <ac:chgData name="Christopher Aloo" userId="81d139e4-1a74-45bd-a04a-64f94c7d37c9" providerId="ADAL" clId="{EBB903CD-9A70-439A-80ED-7C8A4BEA0F56}" dt="2025-08-18T17:32:02.846" v="809" actId="9405"/>
          <ac:inkMkLst>
            <pc:docMk/>
            <pc:sldMk cId="3969400573" sldId="337"/>
            <ac:inkMk id="214" creationId="{EF3EE6E3-54B1-D8A5-12EF-A57509523307}"/>
          </ac:inkMkLst>
        </pc:inkChg>
        <pc:inkChg chg="add mod">
          <ac:chgData name="Christopher Aloo" userId="81d139e4-1a74-45bd-a04a-64f94c7d37c9" providerId="ADAL" clId="{EBB903CD-9A70-439A-80ED-7C8A4BEA0F56}" dt="2025-08-18T17:32:08.590" v="818"/>
          <ac:inkMkLst>
            <pc:docMk/>
            <pc:sldMk cId="3969400573" sldId="337"/>
            <ac:inkMk id="215" creationId="{6813D17E-7BCB-443A-A7F1-6BF4C512C381}"/>
          </ac:inkMkLst>
        </pc:inkChg>
        <pc:inkChg chg="add mod">
          <ac:chgData name="Christopher Aloo" userId="81d139e4-1a74-45bd-a04a-64f94c7d37c9" providerId="ADAL" clId="{EBB903CD-9A70-439A-80ED-7C8A4BEA0F56}" dt="2025-08-18T17:32:08.590" v="818"/>
          <ac:inkMkLst>
            <pc:docMk/>
            <pc:sldMk cId="3969400573" sldId="337"/>
            <ac:inkMk id="216" creationId="{2953660E-36D1-B524-FD0A-6A21C163C656}"/>
          </ac:inkMkLst>
        </pc:inkChg>
        <pc:inkChg chg="add mod">
          <ac:chgData name="Christopher Aloo" userId="81d139e4-1a74-45bd-a04a-64f94c7d37c9" providerId="ADAL" clId="{EBB903CD-9A70-439A-80ED-7C8A4BEA0F56}" dt="2025-08-18T17:32:08.590" v="818"/>
          <ac:inkMkLst>
            <pc:docMk/>
            <pc:sldMk cId="3969400573" sldId="337"/>
            <ac:inkMk id="217" creationId="{AA179CAB-0FBF-725F-DF58-DD032085F365}"/>
          </ac:inkMkLst>
        </pc:inkChg>
        <pc:inkChg chg="add mod">
          <ac:chgData name="Christopher Aloo" userId="81d139e4-1a74-45bd-a04a-64f94c7d37c9" providerId="ADAL" clId="{EBB903CD-9A70-439A-80ED-7C8A4BEA0F56}" dt="2025-08-18T17:32:08.590" v="818"/>
          <ac:inkMkLst>
            <pc:docMk/>
            <pc:sldMk cId="3969400573" sldId="337"/>
            <ac:inkMk id="218" creationId="{E55B5BA8-CB5E-34E3-D1FB-1EDF4C49F6B7}"/>
          </ac:inkMkLst>
        </pc:inkChg>
        <pc:inkChg chg="add mod">
          <ac:chgData name="Christopher Aloo" userId="81d139e4-1a74-45bd-a04a-64f94c7d37c9" providerId="ADAL" clId="{EBB903CD-9A70-439A-80ED-7C8A4BEA0F56}" dt="2025-08-18T17:32:08.590" v="818"/>
          <ac:inkMkLst>
            <pc:docMk/>
            <pc:sldMk cId="3969400573" sldId="337"/>
            <ac:inkMk id="219" creationId="{55F952BC-9ED1-8D00-9E5D-8127D72F2559}"/>
          </ac:inkMkLst>
        </pc:inkChg>
        <pc:inkChg chg="add mod">
          <ac:chgData name="Christopher Aloo" userId="81d139e4-1a74-45bd-a04a-64f94c7d37c9" providerId="ADAL" clId="{EBB903CD-9A70-439A-80ED-7C8A4BEA0F56}" dt="2025-08-18T17:32:08.590" v="818"/>
          <ac:inkMkLst>
            <pc:docMk/>
            <pc:sldMk cId="3969400573" sldId="337"/>
            <ac:inkMk id="220" creationId="{FE7E6964-9698-9F60-AB8F-A0FB6CA2A13B}"/>
          </ac:inkMkLst>
        </pc:inkChg>
        <pc:inkChg chg="add mod">
          <ac:chgData name="Christopher Aloo" userId="81d139e4-1a74-45bd-a04a-64f94c7d37c9" providerId="ADAL" clId="{EBB903CD-9A70-439A-80ED-7C8A4BEA0F56}" dt="2025-08-18T17:32:08.590" v="818"/>
          <ac:inkMkLst>
            <pc:docMk/>
            <pc:sldMk cId="3969400573" sldId="337"/>
            <ac:inkMk id="221" creationId="{35D8076B-38F8-735F-1CB4-2A834CDE65B5}"/>
          </ac:inkMkLst>
        </pc:inkChg>
        <pc:inkChg chg="add mod">
          <ac:chgData name="Christopher Aloo" userId="81d139e4-1a74-45bd-a04a-64f94c7d37c9" providerId="ADAL" clId="{EBB903CD-9A70-439A-80ED-7C8A4BEA0F56}" dt="2025-08-18T17:32:08.590" v="818"/>
          <ac:inkMkLst>
            <pc:docMk/>
            <pc:sldMk cId="3969400573" sldId="337"/>
            <ac:inkMk id="222" creationId="{8F1F3DD3-1506-8EF1-69DE-A3EC6AA22145}"/>
          </ac:inkMkLst>
        </pc:inkChg>
      </pc:sldChg>
      <pc:sldChg chg="addSp delSp modSp add mod">
        <pc:chgData name="Christopher Aloo" userId="81d139e4-1a74-45bd-a04a-64f94c7d37c9" providerId="ADAL" clId="{EBB903CD-9A70-439A-80ED-7C8A4BEA0F56}" dt="2025-08-18T17:23:59.373" v="487"/>
        <pc:sldMkLst>
          <pc:docMk/>
          <pc:sldMk cId="3158232615" sldId="338"/>
        </pc:sldMkLst>
        <pc:grpChg chg="del mod">
          <ac:chgData name="Christopher Aloo" userId="81d139e4-1a74-45bd-a04a-64f94c7d37c9" providerId="ADAL" clId="{EBB903CD-9A70-439A-80ED-7C8A4BEA0F56}" dt="2025-08-18T17:20:13.982" v="324"/>
          <ac:grpSpMkLst>
            <pc:docMk/>
            <pc:sldMk cId="3158232615" sldId="338"/>
            <ac:grpSpMk id="32" creationId="{BFC0CED8-2209-EE2E-388C-65ADEB862CEE}"/>
          </ac:grpSpMkLst>
        </pc:grpChg>
        <pc:grpChg chg="del mod">
          <ac:chgData name="Christopher Aloo" userId="81d139e4-1a74-45bd-a04a-64f94c7d37c9" providerId="ADAL" clId="{EBB903CD-9A70-439A-80ED-7C8A4BEA0F56}" dt="2025-08-18T17:20:02.393" v="317"/>
          <ac:grpSpMkLst>
            <pc:docMk/>
            <pc:sldMk cId="3158232615" sldId="338"/>
            <ac:grpSpMk id="39" creationId="{983A9368-7888-9964-E21A-03A84C58ACBD}"/>
          </ac:grpSpMkLst>
        </pc:grpChg>
        <pc:grpChg chg="del mod">
          <ac:chgData name="Christopher Aloo" userId="81d139e4-1a74-45bd-a04a-64f94c7d37c9" providerId="ADAL" clId="{EBB903CD-9A70-439A-80ED-7C8A4BEA0F56}" dt="2025-08-18T17:22:39.083" v="364"/>
          <ac:grpSpMkLst>
            <pc:docMk/>
            <pc:sldMk cId="3158232615" sldId="338"/>
            <ac:grpSpMk id="42" creationId="{42719E1F-C023-18F8-87E8-D77563C0042E}"/>
          </ac:grpSpMkLst>
        </pc:grpChg>
        <pc:grpChg chg="del mod">
          <ac:chgData name="Christopher Aloo" userId="81d139e4-1a74-45bd-a04a-64f94c7d37c9" providerId="ADAL" clId="{EBB903CD-9A70-439A-80ED-7C8A4BEA0F56}" dt="2025-08-18T17:20:22.822" v="332"/>
          <ac:grpSpMkLst>
            <pc:docMk/>
            <pc:sldMk cId="3158232615" sldId="338"/>
            <ac:grpSpMk id="48" creationId="{F2170A0C-45C0-FAA1-7A7B-2746A53D701F}"/>
          </ac:grpSpMkLst>
        </pc:grpChg>
        <pc:grpChg chg="del mod">
          <ac:chgData name="Christopher Aloo" userId="81d139e4-1a74-45bd-a04a-64f94c7d37c9" providerId="ADAL" clId="{EBB903CD-9A70-439A-80ED-7C8A4BEA0F56}" dt="2025-08-18T17:20:25.672" v="338"/>
          <ac:grpSpMkLst>
            <pc:docMk/>
            <pc:sldMk cId="3158232615" sldId="338"/>
            <ac:grpSpMk id="50" creationId="{77C81862-C7B5-D78E-1EAA-2953073B7AB2}"/>
          </ac:grpSpMkLst>
        </pc:grpChg>
        <pc:grpChg chg="del mod">
          <ac:chgData name="Christopher Aloo" userId="81d139e4-1a74-45bd-a04a-64f94c7d37c9" providerId="ADAL" clId="{EBB903CD-9A70-439A-80ED-7C8A4BEA0F56}" dt="2025-08-18T17:22:39.085" v="367"/>
          <ac:grpSpMkLst>
            <pc:docMk/>
            <pc:sldMk cId="3158232615" sldId="338"/>
            <ac:grpSpMk id="56" creationId="{538A61C1-2475-7205-D785-6204553C1DD4}"/>
          </ac:grpSpMkLst>
        </pc:grpChg>
        <pc:grpChg chg="del mod">
          <ac:chgData name="Christopher Aloo" userId="81d139e4-1a74-45bd-a04a-64f94c7d37c9" providerId="ADAL" clId="{EBB903CD-9A70-439A-80ED-7C8A4BEA0F56}" dt="2025-08-18T17:22:39.084" v="366"/>
          <ac:grpSpMkLst>
            <pc:docMk/>
            <pc:sldMk cId="3158232615" sldId="338"/>
            <ac:grpSpMk id="66" creationId="{161CB1BF-53E3-4D43-A24B-D244AA884232}"/>
          </ac:grpSpMkLst>
        </pc:grpChg>
        <pc:grpChg chg="mod">
          <ac:chgData name="Christopher Aloo" userId="81d139e4-1a74-45bd-a04a-64f94c7d37c9" providerId="ADAL" clId="{EBB903CD-9A70-439A-80ED-7C8A4BEA0F56}" dt="2025-08-18T17:22:39.086" v="368"/>
          <ac:grpSpMkLst>
            <pc:docMk/>
            <pc:sldMk cId="3158232615" sldId="338"/>
            <ac:grpSpMk id="67" creationId="{42573FE4-C5B4-DE65-15ED-815A963E9CE0}"/>
          </ac:grpSpMkLst>
        </pc:grpChg>
        <pc:grpChg chg="del mod">
          <ac:chgData name="Christopher Aloo" userId="81d139e4-1a74-45bd-a04a-64f94c7d37c9" providerId="ADAL" clId="{EBB903CD-9A70-439A-80ED-7C8A4BEA0F56}" dt="2025-08-18T17:22:53.252" v="387"/>
          <ac:grpSpMkLst>
            <pc:docMk/>
            <pc:sldMk cId="3158232615" sldId="338"/>
            <ac:grpSpMk id="77" creationId="{4C10B9DF-7071-57CD-3E69-CAB8BD32B87A}"/>
          </ac:grpSpMkLst>
        </pc:grpChg>
        <pc:grpChg chg="del mod">
          <ac:chgData name="Christopher Aloo" userId="81d139e4-1a74-45bd-a04a-64f94c7d37c9" providerId="ADAL" clId="{EBB903CD-9A70-439A-80ED-7C8A4BEA0F56}" dt="2025-08-18T17:22:54.992" v="389"/>
          <ac:grpSpMkLst>
            <pc:docMk/>
            <pc:sldMk cId="3158232615" sldId="338"/>
            <ac:grpSpMk id="83" creationId="{37E60F75-E05A-E1DC-DF9E-5D1507431FEE}"/>
          </ac:grpSpMkLst>
        </pc:grpChg>
        <pc:grpChg chg="del mod">
          <ac:chgData name="Christopher Aloo" userId="81d139e4-1a74-45bd-a04a-64f94c7d37c9" providerId="ADAL" clId="{EBB903CD-9A70-439A-80ED-7C8A4BEA0F56}" dt="2025-08-18T17:23:16.463" v="421"/>
          <ac:grpSpMkLst>
            <pc:docMk/>
            <pc:sldMk cId="3158232615" sldId="338"/>
            <ac:grpSpMk id="85" creationId="{F9E35B8F-AF56-5071-6F77-9D44CCDFD984}"/>
          </ac:grpSpMkLst>
        </pc:grpChg>
        <pc:grpChg chg="mod">
          <ac:chgData name="Christopher Aloo" userId="81d139e4-1a74-45bd-a04a-64f94c7d37c9" providerId="ADAL" clId="{EBB903CD-9A70-439A-80ED-7C8A4BEA0F56}" dt="2025-08-18T17:23:01.118" v="401"/>
          <ac:grpSpMkLst>
            <pc:docMk/>
            <pc:sldMk cId="3158232615" sldId="338"/>
            <ac:grpSpMk id="97" creationId="{266695E2-2476-6CCA-4F77-442B3600F1B7}"/>
          </ac:grpSpMkLst>
        </pc:grpChg>
        <pc:grpChg chg="mod">
          <ac:chgData name="Christopher Aloo" userId="81d139e4-1a74-45bd-a04a-64f94c7d37c9" providerId="ADAL" clId="{EBB903CD-9A70-439A-80ED-7C8A4BEA0F56}" dt="2025-08-18T17:23:01.118" v="401"/>
          <ac:grpSpMkLst>
            <pc:docMk/>
            <pc:sldMk cId="3158232615" sldId="338"/>
            <ac:grpSpMk id="98" creationId="{2A8BFAA9-BC80-2A47-2C05-7BEABD0BC5C6}"/>
          </ac:grpSpMkLst>
        </pc:grpChg>
        <pc:grpChg chg="mod">
          <ac:chgData name="Christopher Aloo" userId="81d139e4-1a74-45bd-a04a-64f94c7d37c9" providerId="ADAL" clId="{EBB903CD-9A70-439A-80ED-7C8A4BEA0F56}" dt="2025-08-18T17:23:01.118" v="401"/>
          <ac:grpSpMkLst>
            <pc:docMk/>
            <pc:sldMk cId="3158232615" sldId="338"/>
            <ac:grpSpMk id="99" creationId="{E9F0F0F1-584A-E52F-F3F4-5F3A6F0A56AB}"/>
          </ac:grpSpMkLst>
        </pc:grpChg>
        <pc:grpChg chg="del mod">
          <ac:chgData name="Christopher Aloo" userId="81d139e4-1a74-45bd-a04a-64f94c7d37c9" providerId="ADAL" clId="{EBB903CD-9A70-439A-80ED-7C8A4BEA0F56}" dt="2025-08-18T17:23:16.463" v="421"/>
          <ac:grpSpMkLst>
            <pc:docMk/>
            <pc:sldMk cId="3158232615" sldId="338"/>
            <ac:grpSpMk id="119" creationId="{26211A8A-03C7-6BF1-2EDB-7CE9FF2179C9}"/>
          </ac:grpSpMkLst>
        </pc:grpChg>
        <pc:grpChg chg="del mod">
          <ac:chgData name="Christopher Aloo" userId="81d139e4-1a74-45bd-a04a-64f94c7d37c9" providerId="ADAL" clId="{EBB903CD-9A70-439A-80ED-7C8A4BEA0F56}" dt="2025-08-18T17:23:30.900" v="440"/>
          <ac:grpSpMkLst>
            <pc:docMk/>
            <pc:sldMk cId="3158232615" sldId="338"/>
            <ac:grpSpMk id="120" creationId="{0633041F-2361-3B83-B609-2961D76731D8}"/>
          </ac:grpSpMkLst>
        </pc:grpChg>
        <pc:grpChg chg="del mod">
          <ac:chgData name="Christopher Aloo" userId="81d139e4-1a74-45bd-a04a-64f94c7d37c9" providerId="ADAL" clId="{EBB903CD-9A70-439A-80ED-7C8A4BEA0F56}" dt="2025-08-18T17:23:30.900" v="440"/>
          <ac:grpSpMkLst>
            <pc:docMk/>
            <pc:sldMk cId="3158232615" sldId="338"/>
            <ac:grpSpMk id="123" creationId="{767E5156-4A69-36CD-1A4F-EC58AC6AED85}"/>
          </ac:grpSpMkLst>
        </pc:grpChg>
        <pc:grpChg chg="del mod">
          <ac:chgData name="Christopher Aloo" userId="81d139e4-1a74-45bd-a04a-64f94c7d37c9" providerId="ADAL" clId="{EBB903CD-9A70-439A-80ED-7C8A4BEA0F56}" dt="2025-08-18T17:23:39.400" v="456"/>
          <ac:grpSpMkLst>
            <pc:docMk/>
            <pc:sldMk cId="3158232615" sldId="338"/>
            <ac:grpSpMk id="139" creationId="{0F2890EE-4DB2-5A0A-2096-01835D274924}"/>
          </ac:grpSpMkLst>
        </pc:grpChg>
        <pc:grpChg chg="del mod">
          <ac:chgData name="Christopher Aloo" userId="81d139e4-1a74-45bd-a04a-64f94c7d37c9" providerId="ADAL" clId="{EBB903CD-9A70-439A-80ED-7C8A4BEA0F56}" dt="2025-08-18T17:23:55.859" v="483"/>
          <ac:grpSpMkLst>
            <pc:docMk/>
            <pc:sldMk cId="3158232615" sldId="338"/>
            <ac:grpSpMk id="155" creationId="{98DE0261-0D6D-9B06-0950-30323C0FDF15}"/>
          </ac:grpSpMkLst>
        </pc:grpChg>
        <pc:grpChg chg="del mod">
          <ac:chgData name="Christopher Aloo" userId="81d139e4-1a74-45bd-a04a-64f94c7d37c9" providerId="ADAL" clId="{EBB903CD-9A70-439A-80ED-7C8A4BEA0F56}" dt="2025-08-18T17:23:55.859" v="483"/>
          <ac:grpSpMkLst>
            <pc:docMk/>
            <pc:sldMk cId="3158232615" sldId="338"/>
            <ac:grpSpMk id="174" creationId="{B3254431-7B39-3B1F-3DBA-3092A54ED67A}"/>
          </ac:grpSpMkLst>
        </pc:grpChg>
        <pc:grpChg chg="del mod">
          <ac:chgData name="Christopher Aloo" userId="81d139e4-1a74-45bd-a04a-64f94c7d37c9" providerId="ADAL" clId="{EBB903CD-9A70-439A-80ED-7C8A4BEA0F56}" dt="2025-08-18T17:23:53.116" v="480"/>
          <ac:grpSpMkLst>
            <pc:docMk/>
            <pc:sldMk cId="3158232615" sldId="338"/>
            <ac:grpSpMk id="175" creationId="{0EA09009-7692-7361-9020-D5D28E64FFAD}"/>
          </ac:grpSpMkLst>
        </pc:grpChg>
        <pc:grpChg chg="del mod">
          <ac:chgData name="Christopher Aloo" userId="81d139e4-1a74-45bd-a04a-64f94c7d37c9" providerId="ADAL" clId="{EBB903CD-9A70-439A-80ED-7C8A4BEA0F56}" dt="2025-08-18T17:23:55.859" v="483"/>
          <ac:grpSpMkLst>
            <pc:docMk/>
            <pc:sldMk cId="3158232615" sldId="338"/>
            <ac:grpSpMk id="180" creationId="{E169981E-587B-DD39-C549-0796F220381F}"/>
          </ac:grpSpMkLst>
        </pc:grpChg>
        <pc:grpChg chg="del mod">
          <ac:chgData name="Christopher Aloo" userId="81d139e4-1a74-45bd-a04a-64f94c7d37c9" providerId="ADAL" clId="{EBB903CD-9A70-439A-80ED-7C8A4BEA0F56}" dt="2025-08-18T17:23:59.373" v="487"/>
          <ac:grpSpMkLst>
            <pc:docMk/>
            <pc:sldMk cId="3158232615" sldId="338"/>
            <ac:grpSpMk id="183" creationId="{B35CD8B3-0285-3027-B398-F7D29D3FB92F}"/>
          </ac:grpSpMkLst>
        </pc:grpChg>
        <pc:grpChg chg="mod">
          <ac:chgData name="Christopher Aloo" userId="81d139e4-1a74-45bd-a04a-64f94c7d37c9" providerId="ADAL" clId="{EBB903CD-9A70-439A-80ED-7C8A4BEA0F56}" dt="2025-08-18T17:23:59.373" v="487"/>
          <ac:grpSpMkLst>
            <pc:docMk/>
            <pc:sldMk cId="3158232615" sldId="338"/>
            <ac:grpSpMk id="187" creationId="{0084095F-6F79-817C-43FB-9D91DB58C416}"/>
          </ac:grpSpMkLst>
        </pc:grpChg>
        <pc:inkChg chg="add">
          <ac:chgData name="Christopher Aloo" userId="81d139e4-1a74-45bd-a04a-64f94c7d37c9" providerId="ADAL" clId="{EBB903CD-9A70-439A-80ED-7C8A4BEA0F56}" dt="2025-08-18T17:19:50.012" v="283" actId="9405"/>
          <ac:inkMkLst>
            <pc:docMk/>
            <pc:sldMk cId="3158232615" sldId="338"/>
            <ac:inkMk id="2" creationId="{09D01B00-30B5-BA32-2998-12A23674D917}"/>
          </ac:inkMkLst>
        </pc:inkChg>
        <pc:inkChg chg="add del">
          <ac:chgData name="Christopher Aloo" userId="81d139e4-1a74-45bd-a04a-64f94c7d37c9" providerId="ADAL" clId="{EBB903CD-9A70-439A-80ED-7C8A4BEA0F56}" dt="2025-08-18T17:20:02.385" v="299"/>
          <ac:inkMkLst>
            <pc:docMk/>
            <pc:sldMk cId="3158232615" sldId="338"/>
            <ac:inkMk id="3" creationId="{03D95695-D372-220A-A571-470EAEA27639}"/>
          </ac:inkMkLst>
        </pc:inkChg>
        <pc:inkChg chg="add">
          <ac:chgData name="Christopher Aloo" userId="81d139e4-1a74-45bd-a04a-64f94c7d37c9" providerId="ADAL" clId="{EBB903CD-9A70-439A-80ED-7C8A4BEA0F56}" dt="2025-08-18T17:19:51.046" v="285" actId="9405"/>
          <ac:inkMkLst>
            <pc:docMk/>
            <pc:sldMk cId="3158232615" sldId="338"/>
            <ac:inkMk id="4" creationId="{519C9510-7BEF-2AA7-11EE-BAD3EC59862C}"/>
          </ac:inkMkLst>
        </pc:inkChg>
        <pc:inkChg chg="add del">
          <ac:chgData name="Christopher Aloo" userId="81d139e4-1a74-45bd-a04a-64f94c7d37c9" providerId="ADAL" clId="{EBB903CD-9A70-439A-80ED-7C8A4BEA0F56}" dt="2025-08-18T17:20:02.392" v="315"/>
          <ac:inkMkLst>
            <pc:docMk/>
            <pc:sldMk cId="3158232615" sldId="338"/>
            <ac:inkMk id="5" creationId="{A81EEDBB-CA0B-AF92-C129-4D8C116B9831}"/>
          </ac:inkMkLst>
        </pc:inkChg>
        <pc:inkChg chg="del mod">
          <ac:chgData name="Christopher Aloo" userId="81d139e4-1a74-45bd-a04a-64f94c7d37c9" providerId="ADAL" clId="{EBB903CD-9A70-439A-80ED-7C8A4BEA0F56}" dt="2025-08-18T17:20:02.386" v="301"/>
          <ac:inkMkLst>
            <pc:docMk/>
            <pc:sldMk cId="3158232615" sldId="338"/>
            <ac:inkMk id="6" creationId="{76E3FC80-F00C-4FA8-8BCD-08143A0F0857}"/>
          </ac:inkMkLst>
        </pc:inkChg>
        <pc:inkChg chg="del mod">
          <ac:chgData name="Christopher Aloo" userId="81d139e4-1a74-45bd-a04a-64f94c7d37c9" providerId="ADAL" clId="{EBB903CD-9A70-439A-80ED-7C8A4BEA0F56}" dt="2025-08-18T17:20:02.392" v="316"/>
          <ac:inkMkLst>
            <pc:docMk/>
            <pc:sldMk cId="3158232615" sldId="338"/>
            <ac:inkMk id="8" creationId="{85D81190-B00E-2203-2C04-A7C2C8E629E0}"/>
          </ac:inkMkLst>
        </pc:inkChg>
        <pc:inkChg chg="del mod">
          <ac:chgData name="Christopher Aloo" userId="81d139e4-1a74-45bd-a04a-64f94c7d37c9" providerId="ADAL" clId="{EBB903CD-9A70-439A-80ED-7C8A4BEA0F56}" dt="2025-08-18T17:20:02.386" v="302"/>
          <ac:inkMkLst>
            <pc:docMk/>
            <pc:sldMk cId="3158232615" sldId="338"/>
            <ac:inkMk id="9" creationId="{B40C6586-4387-A14F-4B83-1A9CCF2C4E81}"/>
          </ac:inkMkLst>
        </pc:inkChg>
        <pc:inkChg chg="mod">
          <ac:chgData name="Christopher Aloo" userId="81d139e4-1a74-45bd-a04a-64f94c7d37c9" providerId="ADAL" clId="{EBB903CD-9A70-439A-80ED-7C8A4BEA0F56}" dt="2025-08-18T17:20:02.382" v="294"/>
          <ac:inkMkLst>
            <pc:docMk/>
            <pc:sldMk cId="3158232615" sldId="338"/>
            <ac:inkMk id="10" creationId="{5E1CE375-F822-5B41-874D-05A929E26B18}"/>
          </ac:inkMkLst>
        </pc:inkChg>
        <pc:inkChg chg="del mod">
          <ac:chgData name="Christopher Aloo" userId="81d139e4-1a74-45bd-a04a-64f94c7d37c9" providerId="ADAL" clId="{EBB903CD-9A70-439A-80ED-7C8A4BEA0F56}" dt="2025-08-18T17:20:02.389" v="309"/>
          <ac:inkMkLst>
            <pc:docMk/>
            <pc:sldMk cId="3158232615" sldId="338"/>
            <ac:inkMk id="11" creationId="{5571FEB6-5B79-34AE-CB23-7C4A535A588A}"/>
          </ac:inkMkLst>
        </pc:inkChg>
        <pc:inkChg chg="add del mod">
          <ac:chgData name="Christopher Aloo" userId="81d139e4-1a74-45bd-a04a-64f94c7d37c9" providerId="ADAL" clId="{EBB903CD-9A70-439A-80ED-7C8A4BEA0F56}" dt="2025-08-18T17:22:39.086" v="370"/>
          <ac:inkMkLst>
            <pc:docMk/>
            <pc:sldMk cId="3158232615" sldId="338"/>
            <ac:inkMk id="12" creationId="{DB57F5EE-A971-F80D-5CAF-8FB5ED2685C2}"/>
          </ac:inkMkLst>
        </pc:inkChg>
        <pc:inkChg chg="del mod">
          <ac:chgData name="Christopher Aloo" userId="81d139e4-1a74-45bd-a04a-64f94c7d37c9" providerId="ADAL" clId="{EBB903CD-9A70-439A-80ED-7C8A4BEA0F56}" dt="2025-08-18T17:20:02.391" v="313"/>
          <ac:inkMkLst>
            <pc:docMk/>
            <pc:sldMk cId="3158232615" sldId="338"/>
            <ac:inkMk id="13" creationId="{F0D1B7BD-01F7-4211-CEB4-F91F5D256AE7}"/>
          </ac:inkMkLst>
        </pc:inkChg>
        <pc:inkChg chg="del mod">
          <ac:chgData name="Christopher Aloo" userId="81d139e4-1a74-45bd-a04a-64f94c7d37c9" providerId="ADAL" clId="{EBB903CD-9A70-439A-80ED-7C8A4BEA0F56}" dt="2025-08-18T17:20:02.388" v="305"/>
          <ac:inkMkLst>
            <pc:docMk/>
            <pc:sldMk cId="3158232615" sldId="338"/>
            <ac:inkMk id="14" creationId="{CD8BD958-CB82-9530-574C-611E1AB2ED7B}"/>
          </ac:inkMkLst>
        </pc:inkChg>
        <pc:inkChg chg="del mod">
          <ac:chgData name="Christopher Aloo" userId="81d139e4-1a74-45bd-a04a-64f94c7d37c9" providerId="ADAL" clId="{EBB903CD-9A70-439A-80ED-7C8A4BEA0F56}" dt="2025-08-18T17:20:02.390" v="310"/>
          <ac:inkMkLst>
            <pc:docMk/>
            <pc:sldMk cId="3158232615" sldId="338"/>
            <ac:inkMk id="15" creationId="{BF985F95-18E4-C3DC-E4A3-CAC734794C67}"/>
          </ac:inkMkLst>
        </pc:inkChg>
        <pc:inkChg chg="del mod">
          <ac:chgData name="Christopher Aloo" userId="81d139e4-1a74-45bd-a04a-64f94c7d37c9" providerId="ADAL" clId="{EBB903CD-9A70-439A-80ED-7C8A4BEA0F56}" dt="2025-08-18T17:20:02.377" v="289"/>
          <ac:inkMkLst>
            <pc:docMk/>
            <pc:sldMk cId="3158232615" sldId="338"/>
            <ac:inkMk id="17" creationId="{434A2C45-4EFA-4B40-EA80-D47BDDB7AE7B}"/>
          </ac:inkMkLst>
        </pc:inkChg>
        <pc:inkChg chg="add del mod">
          <ac:chgData name="Christopher Aloo" userId="81d139e4-1a74-45bd-a04a-64f94c7d37c9" providerId="ADAL" clId="{EBB903CD-9A70-439A-80ED-7C8A4BEA0F56}" dt="2025-08-18T17:22:39.083" v="364"/>
          <ac:inkMkLst>
            <pc:docMk/>
            <pc:sldMk cId="3158232615" sldId="338"/>
            <ac:inkMk id="18" creationId="{96328351-99B6-8C4A-2D8C-351E975E24C1}"/>
          </ac:inkMkLst>
        </pc:inkChg>
        <pc:inkChg chg="del mod">
          <ac:chgData name="Christopher Aloo" userId="81d139e4-1a74-45bd-a04a-64f94c7d37c9" providerId="ADAL" clId="{EBB903CD-9A70-439A-80ED-7C8A4BEA0F56}" dt="2025-08-18T17:20:02.384" v="298"/>
          <ac:inkMkLst>
            <pc:docMk/>
            <pc:sldMk cId="3158232615" sldId="338"/>
            <ac:inkMk id="19" creationId="{2167D362-DD4D-A277-D643-288C0B7E7477}"/>
          </ac:inkMkLst>
        </pc:inkChg>
        <pc:inkChg chg="mod">
          <ac:chgData name="Christopher Aloo" userId="81d139e4-1a74-45bd-a04a-64f94c7d37c9" providerId="ADAL" clId="{EBB903CD-9A70-439A-80ED-7C8A4BEA0F56}" dt="2025-08-18T17:20:02.382" v="294"/>
          <ac:inkMkLst>
            <pc:docMk/>
            <pc:sldMk cId="3158232615" sldId="338"/>
            <ac:inkMk id="21" creationId="{F2B83B4B-ADC5-C60F-647E-C17EE48D3914}"/>
          </ac:inkMkLst>
        </pc:inkChg>
        <pc:inkChg chg="del mod">
          <ac:chgData name="Christopher Aloo" userId="81d139e4-1a74-45bd-a04a-64f94c7d37c9" providerId="ADAL" clId="{EBB903CD-9A70-439A-80ED-7C8A4BEA0F56}" dt="2025-08-18T17:20:02.393" v="318"/>
          <ac:inkMkLst>
            <pc:docMk/>
            <pc:sldMk cId="3158232615" sldId="338"/>
            <ac:inkMk id="22" creationId="{61D5E2D5-CC71-56BB-C41E-5D0B946946DD}"/>
          </ac:inkMkLst>
        </pc:inkChg>
        <pc:inkChg chg="mod">
          <ac:chgData name="Christopher Aloo" userId="81d139e4-1a74-45bd-a04a-64f94c7d37c9" providerId="ADAL" clId="{EBB903CD-9A70-439A-80ED-7C8A4BEA0F56}" dt="2025-08-18T17:20:02.383" v="296"/>
          <ac:inkMkLst>
            <pc:docMk/>
            <pc:sldMk cId="3158232615" sldId="338"/>
            <ac:inkMk id="23" creationId="{486BF653-5A9D-836A-447F-6AF588DA6224}"/>
          </ac:inkMkLst>
        </pc:inkChg>
        <pc:inkChg chg="del mod">
          <ac:chgData name="Christopher Aloo" userId="81d139e4-1a74-45bd-a04a-64f94c7d37c9" providerId="ADAL" clId="{EBB903CD-9A70-439A-80ED-7C8A4BEA0F56}" dt="2025-08-18T17:20:02.390" v="311"/>
          <ac:inkMkLst>
            <pc:docMk/>
            <pc:sldMk cId="3158232615" sldId="338"/>
            <ac:inkMk id="24" creationId="{27EC593C-09DA-D45A-0814-DEDF2E507587}"/>
          </ac:inkMkLst>
        </pc:inkChg>
        <pc:inkChg chg="del mod">
          <ac:chgData name="Christopher Aloo" userId="81d139e4-1a74-45bd-a04a-64f94c7d37c9" providerId="ADAL" clId="{EBB903CD-9A70-439A-80ED-7C8A4BEA0F56}" dt="2025-08-18T17:20:02.378" v="290"/>
          <ac:inkMkLst>
            <pc:docMk/>
            <pc:sldMk cId="3158232615" sldId="338"/>
            <ac:inkMk id="26" creationId="{E63CAF6C-D22C-3145-1EDB-C4E8705EF183}"/>
          </ac:inkMkLst>
        </pc:inkChg>
        <pc:inkChg chg="del mod">
          <ac:chgData name="Christopher Aloo" userId="81d139e4-1a74-45bd-a04a-64f94c7d37c9" providerId="ADAL" clId="{EBB903CD-9A70-439A-80ED-7C8A4BEA0F56}" dt="2025-08-18T17:20:02.379" v="291"/>
          <ac:inkMkLst>
            <pc:docMk/>
            <pc:sldMk cId="3158232615" sldId="338"/>
            <ac:inkMk id="29" creationId="{3FCF8241-311B-31EE-C9A3-77DD074C8C1F}"/>
          </ac:inkMkLst>
        </pc:inkChg>
        <pc:inkChg chg="del">
          <ac:chgData name="Christopher Aloo" userId="81d139e4-1a74-45bd-a04a-64f94c7d37c9" providerId="ADAL" clId="{EBB903CD-9A70-439A-80ED-7C8A4BEA0F56}" dt="2025-08-18T17:20:02.374" v="287"/>
          <ac:inkMkLst>
            <pc:docMk/>
            <pc:sldMk cId="3158232615" sldId="338"/>
            <ac:inkMk id="30" creationId="{A2115D0F-A7DB-776A-37D8-598A53EA9D62}"/>
          </ac:inkMkLst>
        </pc:inkChg>
        <pc:inkChg chg="del mod">
          <ac:chgData name="Christopher Aloo" userId="81d139e4-1a74-45bd-a04a-64f94c7d37c9" providerId="ADAL" clId="{EBB903CD-9A70-439A-80ED-7C8A4BEA0F56}" dt="2025-08-18T17:20:02.393" v="317"/>
          <ac:inkMkLst>
            <pc:docMk/>
            <pc:sldMk cId="3158232615" sldId="338"/>
            <ac:inkMk id="31" creationId="{69ABC9B0-6D38-1F4B-E852-5C578FC275D0}"/>
          </ac:inkMkLst>
        </pc:inkChg>
        <pc:inkChg chg="del mod">
          <ac:chgData name="Christopher Aloo" userId="81d139e4-1a74-45bd-a04a-64f94c7d37c9" providerId="ADAL" clId="{EBB903CD-9A70-439A-80ED-7C8A4BEA0F56}" dt="2025-08-18T17:20:02.389" v="307"/>
          <ac:inkMkLst>
            <pc:docMk/>
            <pc:sldMk cId="3158232615" sldId="338"/>
            <ac:inkMk id="33" creationId="{1B8F7B91-6663-BC16-BAE9-80A9E8E1C508}"/>
          </ac:inkMkLst>
        </pc:inkChg>
        <pc:inkChg chg="del mod">
          <ac:chgData name="Christopher Aloo" userId="81d139e4-1a74-45bd-a04a-64f94c7d37c9" providerId="ADAL" clId="{EBB903CD-9A70-439A-80ED-7C8A4BEA0F56}" dt="2025-08-18T17:20:02.385" v="300"/>
          <ac:inkMkLst>
            <pc:docMk/>
            <pc:sldMk cId="3158232615" sldId="338"/>
            <ac:inkMk id="34" creationId="{7D483CFB-2471-609A-F9BD-6D7001F856F6}"/>
          </ac:inkMkLst>
        </pc:inkChg>
        <pc:inkChg chg="del mod">
          <ac:chgData name="Christopher Aloo" userId="81d139e4-1a74-45bd-a04a-64f94c7d37c9" providerId="ADAL" clId="{EBB903CD-9A70-439A-80ED-7C8A4BEA0F56}" dt="2025-08-18T17:20:02.389" v="308"/>
          <ac:inkMkLst>
            <pc:docMk/>
            <pc:sldMk cId="3158232615" sldId="338"/>
            <ac:inkMk id="35" creationId="{D051AC83-EDA6-7974-D1C2-5DE7A2F7CCA0}"/>
          </ac:inkMkLst>
        </pc:inkChg>
        <pc:inkChg chg="del mod">
          <ac:chgData name="Christopher Aloo" userId="81d139e4-1a74-45bd-a04a-64f94c7d37c9" providerId="ADAL" clId="{EBB903CD-9A70-439A-80ED-7C8A4BEA0F56}" dt="2025-08-18T17:20:02.391" v="314"/>
          <ac:inkMkLst>
            <pc:docMk/>
            <pc:sldMk cId="3158232615" sldId="338"/>
            <ac:inkMk id="37" creationId="{539B3787-6682-03F0-6DC2-A26CACEF644A}"/>
          </ac:inkMkLst>
        </pc:inkChg>
        <pc:inkChg chg="del mod">
          <ac:chgData name="Christopher Aloo" userId="81d139e4-1a74-45bd-a04a-64f94c7d37c9" providerId="ADAL" clId="{EBB903CD-9A70-439A-80ED-7C8A4BEA0F56}" dt="2025-08-18T17:20:02.391" v="312"/>
          <ac:inkMkLst>
            <pc:docMk/>
            <pc:sldMk cId="3158232615" sldId="338"/>
            <ac:inkMk id="38" creationId="{6AB98963-C268-6C5D-102D-C170B1A75DB9}"/>
          </ac:inkMkLst>
        </pc:inkChg>
        <pc:inkChg chg="add del mod">
          <ac:chgData name="Christopher Aloo" userId="81d139e4-1a74-45bd-a04a-64f94c7d37c9" providerId="ADAL" clId="{EBB903CD-9A70-439A-80ED-7C8A4BEA0F56}" dt="2025-08-18T17:22:39.081" v="358"/>
          <ac:inkMkLst>
            <pc:docMk/>
            <pc:sldMk cId="3158232615" sldId="338"/>
            <ac:inkMk id="40" creationId="{0A8881C1-9FF6-D26A-AF09-CDDA2D959135}"/>
          </ac:inkMkLst>
        </pc:inkChg>
        <pc:inkChg chg="add del mod">
          <ac:chgData name="Christopher Aloo" userId="81d139e4-1a74-45bd-a04a-64f94c7d37c9" providerId="ADAL" clId="{EBB903CD-9A70-439A-80ED-7C8A4BEA0F56}" dt="2025-08-18T17:22:39.079" v="355"/>
          <ac:inkMkLst>
            <pc:docMk/>
            <pc:sldMk cId="3158232615" sldId="338"/>
            <ac:inkMk id="41" creationId="{8EB38B18-5F67-0D33-A5CD-936CD8BE8039}"/>
          </ac:inkMkLst>
        </pc:inkChg>
        <pc:inkChg chg="add del">
          <ac:chgData name="Christopher Aloo" userId="81d139e4-1a74-45bd-a04a-64f94c7d37c9" providerId="ADAL" clId="{EBB903CD-9A70-439A-80ED-7C8A4BEA0F56}" dt="2025-08-18T17:22:39.079" v="354"/>
          <ac:inkMkLst>
            <pc:docMk/>
            <pc:sldMk cId="3158232615" sldId="338"/>
            <ac:inkMk id="43" creationId="{789AB22F-72E1-8EC3-27A3-44B83D7E7157}"/>
          </ac:inkMkLst>
        </pc:inkChg>
        <pc:inkChg chg="add del mod">
          <ac:chgData name="Christopher Aloo" userId="81d139e4-1a74-45bd-a04a-64f94c7d37c9" providerId="ADAL" clId="{EBB903CD-9A70-439A-80ED-7C8A4BEA0F56}" dt="2025-08-18T17:22:39.080" v="356"/>
          <ac:inkMkLst>
            <pc:docMk/>
            <pc:sldMk cId="3158232615" sldId="338"/>
            <ac:inkMk id="44" creationId="{49CA5D6E-A8EA-0C34-9F5A-0E1EA1C512F3}"/>
          </ac:inkMkLst>
        </pc:inkChg>
        <pc:inkChg chg="add del mod">
          <ac:chgData name="Christopher Aloo" userId="81d139e4-1a74-45bd-a04a-64f94c7d37c9" providerId="ADAL" clId="{EBB903CD-9A70-439A-80ED-7C8A4BEA0F56}" dt="2025-08-18T17:22:39.086" v="372"/>
          <ac:inkMkLst>
            <pc:docMk/>
            <pc:sldMk cId="3158232615" sldId="338"/>
            <ac:inkMk id="45" creationId="{A94B5725-54C6-F65A-C3E2-4C5959CC9F55}"/>
          </ac:inkMkLst>
        </pc:inkChg>
        <pc:inkChg chg="add del mod">
          <ac:chgData name="Christopher Aloo" userId="81d139e4-1a74-45bd-a04a-64f94c7d37c9" providerId="ADAL" clId="{EBB903CD-9A70-439A-80ED-7C8A4BEA0F56}" dt="2025-08-18T17:22:39.082" v="362"/>
          <ac:inkMkLst>
            <pc:docMk/>
            <pc:sldMk cId="3158232615" sldId="338"/>
            <ac:inkMk id="46" creationId="{7C7A4819-CBEB-1FD9-E51A-EA93328003B2}"/>
          </ac:inkMkLst>
        </pc:inkChg>
        <pc:inkChg chg="add del mod">
          <ac:chgData name="Christopher Aloo" userId="81d139e4-1a74-45bd-a04a-64f94c7d37c9" providerId="ADAL" clId="{EBB903CD-9A70-439A-80ED-7C8A4BEA0F56}" dt="2025-08-18T17:22:39.082" v="360"/>
          <ac:inkMkLst>
            <pc:docMk/>
            <pc:sldMk cId="3158232615" sldId="338"/>
            <ac:inkMk id="47" creationId="{5ED35946-0595-C9CF-0718-9484652979E0}"/>
          </ac:inkMkLst>
        </pc:inkChg>
        <pc:inkChg chg="add del mod">
          <ac:chgData name="Christopher Aloo" userId="81d139e4-1a74-45bd-a04a-64f94c7d37c9" providerId="ADAL" clId="{EBB903CD-9A70-439A-80ED-7C8A4BEA0F56}" dt="2025-08-18T17:22:39.080" v="357"/>
          <ac:inkMkLst>
            <pc:docMk/>
            <pc:sldMk cId="3158232615" sldId="338"/>
            <ac:inkMk id="49" creationId="{7A2CE831-3232-E4CD-4903-E5BB6F842751}"/>
          </ac:inkMkLst>
        </pc:inkChg>
        <pc:inkChg chg="add del mod">
          <ac:chgData name="Christopher Aloo" userId="81d139e4-1a74-45bd-a04a-64f94c7d37c9" providerId="ADAL" clId="{EBB903CD-9A70-439A-80ED-7C8A4BEA0F56}" dt="2025-08-18T17:22:39.082" v="361"/>
          <ac:inkMkLst>
            <pc:docMk/>
            <pc:sldMk cId="3158232615" sldId="338"/>
            <ac:inkMk id="51" creationId="{282BE37A-C902-4450-C6D1-86BF6C7470F2}"/>
          </ac:inkMkLst>
        </pc:inkChg>
        <pc:inkChg chg="add del mod">
          <ac:chgData name="Christopher Aloo" userId="81d139e4-1a74-45bd-a04a-64f94c7d37c9" providerId="ADAL" clId="{EBB903CD-9A70-439A-80ED-7C8A4BEA0F56}" dt="2025-08-18T17:22:39.084" v="365"/>
          <ac:inkMkLst>
            <pc:docMk/>
            <pc:sldMk cId="3158232615" sldId="338"/>
            <ac:inkMk id="52" creationId="{53DF7B49-5063-1CC4-0623-0AE742DC6C18}"/>
          </ac:inkMkLst>
        </pc:inkChg>
        <pc:inkChg chg="add del mod">
          <ac:chgData name="Christopher Aloo" userId="81d139e4-1a74-45bd-a04a-64f94c7d37c9" providerId="ADAL" clId="{EBB903CD-9A70-439A-80ED-7C8A4BEA0F56}" dt="2025-08-18T17:22:39.085" v="367"/>
          <ac:inkMkLst>
            <pc:docMk/>
            <pc:sldMk cId="3158232615" sldId="338"/>
            <ac:inkMk id="53" creationId="{2F911D56-4E24-4911-C55D-D19F5E7E0AE0}"/>
          </ac:inkMkLst>
        </pc:inkChg>
        <pc:inkChg chg="add del mod">
          <ac:chgData name="Christopher Aloo" userId="81d139e4-1a74-45bd-a04a-64f94c7d37c9" providerId="ADAL" clId="{EBB903CD-9A70-439A-80ED-7C8A4BEA0F56}" dt="2025-08-18T17:22:39.081" v="359"/>
          <ac:inkMkLst>
            <pc:docMk/>
            <pc:sldMk cId="3158232615" sldId="338"/>
            <ac:inkMk id="54" creationId="{F790F779-0043-36E2-E85C-29463A76F8B9}"/>
          </ac:inkMkLst>
        </pc:inkChg>
        <pc:inkChg chg="add del">
          <ac:chgData name="Christopher Aloo" userId="81d139e4-1a74-45bd-a04a-64f94c7d37c9" providerId="ADAL" clId="{EBB903CD-9A70-439A-80ED-7C8A4BEA0F56}" dt="2025-08-18T17:22:39.076" v="350"/>
          <ac:inkMkLst>
            <pc:docMk/>
            <pc:sldMk cId="3158232615" sldId="338"/>
            <ac:inkMk id="55" creationId="{37E87A1C-FE2D-D239-2389-2A4EBA9DC8E4}"/>
          </ac:inkMkLst>
        </pc:inkChg>
        <pc:inkChg chg="add del">
          <ac:chgData name="Christopher Aloo" userId="81d139e4-1a74-45bd-a04a-64f94c7d37c9" providerId="ADAL" clId="{EBB903CD-9A70-439A-80ED-7C8A4BEA0F56}" dt="2025-08-18T17:22:39.078" v="352"/>
          <ac:inkMkLst>
            <pc:docMk/>
            <pc:sldMk cId="3158232615" sldId="338"/>
            <ac:inkMk id="57" creationId="{7D56899D-3D5B-6D26-7BB0-C2F1B1E1D898}"/>
          </ac:inkMkLst>
        </pc:inkChg>
        <pc:inkChg chg="add mod">
          <ac:chgData name="Christopher Aloo" userId="81d139e4-1a74-45bd-a04a-64f94c7d37c9" providerId="ADAL" clId="{EBB903CD-9A70-439A-80ED-7C8A4BEA0F56}" dt="2025-08-18T17:22:39.086" v="368"/>
          <ac:inkMkLst>
            <pc:docMk/>
            <pc:sldMk cId="3158232615" sldId="338"/>
            <ac:inkMk id="58" creationId="{CA8FE1A5-F548-2953-FACE-ECF4DC0D24F4}"/>
          </ac:inkMkLst>
        </pc:inkChg>
        <pc:inkChg chg="add del mod">
          <ac:chgData name="Christopher Aloo" userId="81d139e4-1a74-45bd-a04a-64f94c7d37c9" providerId="ADAL" clId="{EBB903CD-9A70-439A-80ED-7C8A4BEA0F56}" dt="2025-08-18T17:22:39.086" v="368"/>
          <ac:inkMkLst>
            <pc:docMk/>
            <pc:sldMk cId="3158232615" sldId="338"/>
            <ac:inkMk id="59" creationId="{64CC624D-E9CF-441A-720B-43C8BC64591C}"/>
          </ac:inkMkLst>
        </pc:inkChg>
        <pc:inkChg chg="add del mod">
          <ac:chgData name="Christopher Aloo" userId="81d139e4-1a74-45bd-a04a-64f94c7d37c9" providerId="ADAL" clId="{EBB903CD-9A70-439A-80ED-7C8A4BEA0F56}" dt="2025-08-18T17:22:39.083" v="363"/>
          <ac:inkMkLst>
            <pc:docMk/>
            <pc:sldMk cId="3158232615" sldId="338"/>
            <ac:inkMk id="60" creationId="{B436F66D-98BD-C757-6F15-8E4906931E89}"/>
          </ac:inkMkLst>
        </pc:inkChg>
        <pc:inkChg chg="add mod">
          <ac:chgData name="Christopher Aloo" userId="81d139e4-1a74-45bd-a04a-64f94c7d37c9" providerId="ADAL" clId="{EBB903CD-9A70-439A-80ED-7C8A4BEA0F56}" dt="2025-08-18T17:22:39.086" v="368"/>
          <ac:inkMkLst>
            <pc:docMk/>
            <pc:sldMk cId="3158232615" sldId="338"/>
            <ac:inkMk id="61" creationId="{96FD9811-5A8B-3CBC-335C-5D840FD6C9C0}"/>
          </ac:inkMkLst>
        </pc:inkChg>
        <pc:inkChg chg="add del mod">
          <ac:chgData name="Christopher Aloo" userId="81d139e4-1a74-45bd-a04a-64f94c7d37c9" providerId="ADAL" clId="{EBB903CD-9A70-439A-80ED-7C8A4BEA0F56}" dt="2025-08-18T17:22:39.077" v="351"/>
          <ac:inkMkLst>
            <pc:docMk/>
            <pc:sldMk cId="3158232615" sldId="338"/>
            <ac:inkMk id="62" creationId="{F1EB5E1A-2D8B-9659-F02E-ED53BB9BD685}"/>
          </ac:inkMkLst>
        </pc:inkChg>
        <pc:inkChg chg="add del mod">
          <ac:chgData name="Christopher Aloo" userId="81d139e4-1a74-45bd-a04a-64f94c7d37c9" providerId="ADAL" clId="{EBB903CD-9A70-439A-80ED-7C8A4BEA0F56}" dt="2025-08-18T17:22:39.086" v="371"/>
          <ac:inkMkLst>
            <pc:docMk/>
            <pc:sldMk cId="3158232615" sldId="338"/>
            <ac:inkMk id="63" creationId="{0DB50082-0292-32CD-90A0-1E8318AA084B}"/>
          </ac:inkMkLst>
        </pc:inkChg>
        <pc:inkChg chg="add del mod">
          <ac:chgData name="Christopher Aloo" userId="81d139e4-1a74-45bd-a04a-64f94c7d37c9" providerId="ADAL" clId="{EBB903CD-9A70-439A-80ED-7C8A4BEA0F56}" dt="2025-08-18T17:22:39.084" v="366"/>
          <ac:inkMkLst>
            <pc:docMk/>
            <pc:sldMk cId="3158232615" sldId="338"/>
            <ac:inkMk id="64" creationId="{561FBA27-4C49-75E7-3B58-60E5A932951B}"/>
          </ac:inkMkLst>
        </pc:inkChg>
        <pc:inkChg chg="add del mod">
          <ac:chgData name="Christopher Aloo" userId="81d139e4-1a74-45bd-a04a-64f94c7d37c9" providerId="ADAL" clId="{EBB903CD-9A70-439A-80ED-7C8A4BEA0F56}" dt="2025-08-18T17:22:39.078" v="353"/>
          <ac:inkMkLst>
            <pc:docMk/>
            <pc:sldMk cId="3158232615" sldId="338"/>
            <ac:inkMk id="65" creationId="{05032501-C3E2-AB40-67A5-93984E05B35A}"/>
          </ac:inkMkLst>
        </pc:inkChg>
        <pc:inkChg chg="add del">
          <ac:chgData name="Christopher Aloo" userId="81d139e4-1a74-45bd-a04a-64f94c7d37c9" providerId="ADAL" clId="{EBB903CD-9A70-439A-80ED-7C8A4BEA0F56}" dt="2025-08-18T17:22:39.086" v="369"/>
          <ac:inkMkLst>
            <pc:docMk/>
            <pc:sldMk cId="3158232615" sldId="338"/>
            <ac:inkMk id="68" creationId="{550798E9-AF99-AC59-6C72-CE11E8DF4AED}"/>
          </ac:inkMkLst>
        </pc:inkChg>
        <pc:inkChg chg="add mod">
          <ac:chgData name="Christopher Aloo" userId="81d139e4-1a74-45bd-a04a-64f94c7d37c9" providerId="ADAL" clId="{EBB903CD-9A70-439A-80ED-7C8A4BEA0F56}" dt="2025-08-18T17:23:16.463" v="421"/>
          <ac:inkMkLst>
            <pc:docMk/>
            <pc:sldMk cId="3158232615" sldId="338"/>
            <ac:inkMk id="69" creationId="{1B6AE485-AFFD-C16E-D797-B37C22FD40FD}"/>
          </ac:inkMkLst>
        </pc:inkChg>
        <pc:inkChg chg="add mod">
          <ac:chgData name="Christopher Aloo" userId="81d139e4-1a74-45bd-a04a-64f94c7d37c9" providerId="ADAL" clId="{EBB903CD-9A70-439A-80ED-7C8A4BEA0F56}" dt="2025-08-18T17:22:54.992" v="389"/>
          <ac:inkMkLst>
            <pc:docMk/>
            <pc:sldMk cId="3158232615" sldId="338"/>
            <ac:inkMk id="70" creationId="{4F6A36E8-2A28-2C83-5A5C-AEB776774F7B}"/>
          </ac:inkMkLst>
        </pc:inkChg>
        <pc:inkChg chg="add mod">
          <ac:chgData name="Christopher Aloo" userId="81d139e4-1a74-45bd-a04a-64f94c7d37c9" providerId="ADAL" clId="{EBB903CD-9A70-439A-80ED-7C8A4BEA0F56}" dt="2025-08-18T17:23:16.463" v="421"/>
          <ac:inkMkLst>
            <pc:docMk/>
            <pc:sldMk cId="3158232615" sldId="338"/>
            <ac:inkMk id="71" creationId="{C4218153-7FE6-36EC-16B2-38E02192A087}"/>
          </ac:inkMkLst>
        </pc:inkChg>
        <pc:inkChg chg="add mod">
          <ac:chgData name="Christopher Aloo" userId="81d139e4-1a74-45bd-a04a-64f94c7d37c9" providerId="ADAL" clId="{EBB903CD-9A70-439A-80ED-7C8A4BEA0F56}" dt="2025-08-18T17:22:54.992" v="389"/>
          <ac:inkMkLst>
            <pc:docMk/>
            <pc:sldMk cId="3158232615" sldId="338"/>
            <ac:inkMk id="72" creationId="{243CFB43-458C-F964-062F-E518C4D13822}"/>
          </ac:inkMkLst>
        </pc:inkChg>
        <pc:inkChg chg="add mod">
          <ac:chgData name="Christopher Aloo" userId="81d139e4-1a74-45bd-a04a-64f94c7d37c9" providerId="ADAL" clId="{EBB903CD-9A70-439A-80ED-7C8A4BEA0F56}" dt="2025-08-18T17:22:48.925" v="381"/>
          <ac:inkMkLst>
            <pc:docMk/>
            <pc:sldMk cId="3158232615" sldId="338"/>
            <ac:inkMk id="73" creationId="{9CDBD7DE-A372-BA04-D010-050346FE79AE}"/>
          </ac:inkMkLst>
        </pc:inkChg>
        <pc:inkChg chg="add mod">
          <ac:chgData name="Christopher Aloo" userId="81d139e4-1a74-45bd-a04a-64f94c7d37c9" providerId="ADAL" clId="{EBB903CD-9A70-439A-80ED-7C8A4BEA0F56}" dt="2025-08-18T17:23:16.463" v="421"/>
          <ac:inkMkLst>
            <pc:docMk/>
            <pc:sldMk cId="3158232615" sldId="338"/>
            <ac:inkMk id="74" creationId="{65C0F2C6-E797-9DC8-9944-E9F1A7945A67}"/>
          </ac:inkMkLst>
        </pc:inkChg>
        <pc:inkChg chg="add mod">
          <ac:chgData name="Christopher Aloo" userId="81d139e4-1a74-45bd-a04a-64f94c7d37c9" providerId="ADAL" clId="{EBB903CD-9A70-439A-80ED-7C8A4BEA0F56}" dt="2025-08-18T17:23:39.400" v="456"/>
          <ac:inkMkLst>
            <pc:docMk/>
            <pc:sldMk cId="3158232615" sldId="338"/>
            <ac:inkMk id="75" creationId="{1049448C-9CA1-3815-B8ED-573BAC0D3D32}"/>
          </ac:inkMkLst>
        </pc:inkChg>
        <pc:inkChg chg="add mod">
          <ac:chgData name="Christopher Aloo" userId="81d139e4-1a74-45bd-a04a-64f94c7d37c9" providerId="ADAL" clId="{EBB903CD-9A70-439A-80ED-7C8A4BEA0F56}" dt="2025-08-18T17:22:48.925" v="381"/>
          <ac:inkMkLst>
            <pc:docMk/>
            <pc:sldMk cId="3158232615" sldId="338"/>
            <ac:inkMk id="76" creationId="{382F4350-91B0-24F1-E4EA-BDF6580589A0}"/>
          </ac:inkMkLst>
        </pc:inkChg>
        <pc:inkChg chg="add mod">
          <ac:chgData name="Christopher Aloo" userId="81d139e4-1a74-45bd-a04a-64f94c7d37c9" providerId="ADAL" clId="{EBB903CD-9A70-439A-80ED-7C8A4BEA0F56}" dt="2025-08-18T17:23:39.400" v="456"/>
          <ac:inkMkLst>
            <pc:docMk/>
            <pc:sldMk cId="3158232615" sldId="338"/>
            <ac:inkMk id="78" creationId="{77704873-4740-3977-AEF9-97DFD305CAB8}"/>
          </ac:inkMkLst>
        </pc:inkChg>
        <pc:inkChg chg="add">
          <ac:chgData name="Christopher Aloo" userId="81d139e4-1a74-45bd-a04a-64f94c7d37c9" providerId="ADAL" clId="{EBB903CD-9A70-439A-80ED-7C8A4BEA0F56}" dt="2025-08-18T17:22:50.887" v="383" actId="9405"/>
          <ac:inkMkLst>
            <pc:docMk/>
            <pc:sldMk cId="3158232615" sldId="338"/>
            <ac:inkMk id="79" creationId="{FA2D2995-6DF0-9D46-3610-62ABDF2AAFAB}"/>
          </ac:inkMkLst>
        </pc:inkChg>
        <pc:inkChg chg="add mod">
          <ac:chgData name="Christopher Aloo" userId="81d139e4-1a74-45bd-a04a-64f94c7d37c9" providerId="ADAL" clId="{EBB903CD-9A70-439A-80ED-7C8A4BEA0F56}" dt="2025-08-18T17:23:59.373" v="487"/>
          <ac:inkMkLst>
            <pc:docMk/>
            <pc:sldMk cId="3158232615" sldId="338"/>
            <ac:inkMk id="80" creationId="{2E23E6B9-FB96-6888-6993-C7CDE2BB39F3}"/>
          </ac:inkMkLst>
        </pc:inkChg>
        <pc:inkChg chg="add">
          <ac:chgData name="Christopher Aloo" userId="81d139e4-1a74-45bd-a04a-64f94c7d37c9" providerId="ADAL" clId="{EBB903CD-9A70-439A-80ED-7C8A4BEA0F56}" dt="2025-08-18T17:22:52.256" v="385" actId="9405"/>
          <ac:inkMkLst>
            <pc:docMk/>
            <pc:sldMk cId="3158232615" sldId="338"/>
            <ac:inkMk id="81" creationId="{32216C4D-3830-32FE-B16D-DC8D5EA5DEFE}"/>
          </ac:inkMkLst>
        </pc:inkChg>
        <pc:inkChg chg="add mod">
          <ac:chgData name="Christopher Aloo" userId="81d139e4-1a74-45bd-a04a-64f94c7d37c9" providerId="ADAL" clId="{EBB903CD-9A70-439A-80ED-7C8A4BEA0F56}" dt="2025-08-18T17:23:30.900" v="440"/>
          <ac:inkMkLst>
            <pc:docMk/>
            <pc:sldMk cId="3158232615" sldId="338"/>
            <ac:inkMk id="82" creationId="{0901E467-F3F3-28E5-83BA-4EA46FB4E749}"/>
          </ac:inkMkLst>
        </pc:inkChg>
        <pc:inkChg chg="add mod">
          <ac:chgData name="Christopher Aloo" userId="81d139e4-1a74-45bd-a04a-64f94c7d37c9" providerId="ADAL" clId="{EBB903CD-9A70-439A-80ED-7C8A4BEA0F56}" dt="2025-08-18T17:23:39.400" v="456"/>
          <ac:inkMkLst>
            <pc:docMk/>
            <pc:sldMk cId="3158232615" sldId="338"/>
            <ac:inkMk id="84" creationId="{A8BF3F43-2F4B-CF3C-8A23-BA9739EC1119}"/>
          </ac:inkMkLst>
        </pc:inkChg>
        <pc:inkChg chg="add mod">
          <ac:chgData name="Christopher Aloo" userId="81d139e4-1a74-45bd-a04a-64f94c7d37c9" providerId="ADAL" clId="{EBB903CD-9A70-439A-80ED-7C8A4BEA0F56}" dt="2025-08-18T17:23:01.118" v="401"/>
          <ac:inkMkLst>
            <pc:docMk/>
            <pc:sldMk cId="3158232615" sldId="338"/>
            <ac:inkMk id="86" creationId="{042C904A-C928-A9E9-19CB-0AB67324946D}"/>
          </ac:inkMkLst>
        </pc:inkChg>
        <pc:inkChg chg="add">
          <ac:chgData name="Christopher Aloo" userId="81d139e4-1a74-45bd-a04a-64f94c7d37c9" providerId="ADAL" clId="{EBB903CD-9A70-439A-80ED-7C8A4BEA0F56}" dt="2025-08-18T17:22:57.364" v="391" actId="9405"/>
          <ac:inkMkLst>
            <pc:docMk/>
            <pc:sldMk cId="3158232615" sldId="338"/>
            <ac:inkMk id="87" creationId="{38567B00-DB94-5420-2776-64E0FEDC47FD}"/>
          </ac:inkMkLst>
        </pc:inkChg>
        <pc:inkChg chg="add">
          <ac:chgData name="Christopher Aloo" userId="81d139e4-1a74-45bd-a04a-64f94c7d37c9" providerId="ADAL" clId="{EBB903CD-9A70-439A-80ED-7C8A4BEA0F56}" dt="2025-08-18T17:22:57.787" v="392" actId="9405"/>
          <ac:inkMkLst>
            <pc:docMk/>
            <pc:sldMk cId="3158232615" sldId="338"/>
            <ac:inkMk id="88" creationId="{C3AEEC46-B5A0-3500-ED94-242C7A7F6724}"/>
          </ac:inkMkLst>
        </pc:inkChg>
        <pc:inkChg chg="add mod">
          <ac:chgData name="Christopher Aloo" userId="81d139e4-1a74-45bd-a04a-64f94c7d37c9" providerId="ADAL" clId="{EBB903CD-9A70-439A-80ED-7C8A4BEA0F56}" dt="2025-08-18T17:23:01.118" v="401"/>
          <ac:inkMkLst>
            <pc:docMk/>
            <pc:sldMk cId="3158232615" sldId="338"/>
            <ac:inkMk id="89" creationId="{066ECC3F-719A-CA5C-F55E-D82FEC98BEC6}"/>
          </ac:inkMkLst>
        </pc:inkChg>
        <pc:inkChg chg="add mod">
          <ac:chgData name="Christopher Aloo" userId="81d139e4-1a74-45bd-a04a-64f94c7d37c9" providerId="ADAL" clId="{EBB903CD-9A70-439A-80ED-7C8A4BEA0F56}" dt="2025-08-18T17:23:01.118" v="401"/>
          <ac:inkMkLst>
            <pc:docMk/>
            <pc:sldMk cId="3158232615" sldId="338"/>
            <ac:inkMk id="90" creationId="{307C3983-E8C1-AA75-6283-FE6FADF286E9}"/>
          </ac:inkMkLst>
        </pc:inkChg>
        <pc:inkChg chg="add mod">
          <ac:chgData name="Christopher Aloo" userId="81d139e4-1a74-45bd-a04a-64f94c7d37c9" providerId="ADAL" clId="{EBB903CD-9A70-439A-80ED-7C8A4BEA0F56}" dt="2025-08-18T17:23:01.118" v="401"/>
          <ac:inkMkLst>
            <pc:docMk/>
            <pc:sldMk cId="3158232615" sldId="338"/>
            <ac:inkMk id="91" creationId="{2C0D307A-3885-5554-94DB-EC353C6619A5}"/>
          </ac:inkMkLst>
        </pc:inkChg>
        <pc:inkChg chg="add mod">
          <ac:chgData name="Christopher Aloo" userId="81d139e4-1a74-45bd-a04a-64f94c7d37c9" providerId="ADAL" clId="{EBB903CD-9A70-439A-80ED-7C8A4BEA0F56}" dt="2025-08-18T17:23:01.118" v="401"/>
          <ac:inkMkLst>
            <pc:docMk/>
            <pc:sldMk cId="3158232615" sldId="338"/>
            <ac:inkMk id="92" creationId="{6B246155-C7E7-08C1-CA9C-1D2872BFEE34}"/>
          </ac:inkMkLst>
        </pc:inkChg>
        <pc:inkChg chg="add mod">
          <ac:chgData name="Christopher Aloo" userId="81d139e4-1a74-45bd-a04a-64f94c7d37c9" providerId="ADAL" clId="{EBB903CD-9A70-439A-80ED-7C8A4BEA0F56}" dt="2025-08-18T17:23:01.118" v="401"/>
          <ac:inkMkLst>
            <pc:docMk/>
            <pc:sldMk cId="3158232615" sldId="338"/>
            <ac:inkMk id="93" creationId="{FD5BDDF9-033E-0DDD-5E38-41707BFF1A97}"/>
          </ac:inkMkLst>
        </pc:inkChg>
        <pc:inkChg chg="add">
          <ac:chgData name="Christopher Aloo" userId="81d139e4-1a74-45bd-a04a-64f94c7d37c9" providerId="ADAL" clId="{EBB903CD-9A70-439A-80ED-7C8A4BEA0F56}" dt="2025-08-18T17:22:59.535" v="398" actId="9405"/>
          <ac:inkMkLst>
            <pc:docMk/>
            <pc:sldMk cId="3158232615" sldId="338"/>
            <ac:inkMk id="94" creationId="{6470E007-410F-C58A-396B-0B92F9DE550C}"/>
          </ac:inkMkLst>
        </pc:inkChg>
        <pc:inkChg chg="add mod">
          <ac:chgData name="Christopher Aloo" userId="81d139e4-1a74-45bd-a04a-64f94c7d37c9" providerId="ADAL" clId="{EBB903CD-9A70-439A-80ED-7C8A4BEA0F56}" dt="2025-08-18T17:23:01.118" v="401"/>
          <ac:inkMkLst>
            <pc:docMk/>
            <pc:sldMk cId="3158232615" sldId="338"/>
            <ac:inkMk id="95" creationId="{AD84FF40-43BE-E020-3A7E-0F21FE8B0530}"/>
          </ac:inkMkLst>
        </pc:inkChg>
        <pc:inkChg chg="add">
          <ac:chgData name="Christopher Aloo" userId="81d139e4-1a74-45bd-a04a-64f94c7d37c9" providerId="ADAL" clId="{EBB903CD-9A70-439A-80ED-7C8A4BEA0F56}" dt="2025-08-18T17:23:00.183" v="400" actId="9405"/>
          <ac:inkMkLst>
            <pc:docMk/>
            <pc:sldMk cId="3158232615" sldId="338"/>
            <ac:inkMk id="96" creationId="{76E1841D-3689-396C-A542-A57E2FEADFE9}"/>
          </ac:inkMkLst>
        </pc:inkChg>
        <pc:inkChg chg="add">
          <ac:chgData name="Christopher Aloo" userId="81d139e4-1a74-45bd-a04a-64f94c7d37c9" providerId="ADAL" clId="{EBB903CD-9A70-439A-80ED-7C8A4BEA0F56}" dt="2025-08-18T17:23:04.505" v="402" actId="9405"/>
          <ac:inkMkLst>
            <pc:docMk/>
            <pc:sldMk cId="3158232615" sldId="338"/>
            <ac:inkMk id="100" creationId="{681C89D5-5E4C-D358-FEF2-E4E10402C4E8}"/>
          </ac:inkMkLst>
        </pc:inkChg>
        <pc:inkChg chg="add">
          <ac:chgData name="Christopher Aloo" userId="81d139e4-1a74-45bd-a04a-64f94c7d37c9" providerId="ADAL" clId="{EBB903CD-9A70-439A-80ED-7C8A4BEA0F56}" dt="2025-08-18T17:23:05.112" v="403" actId="9405"/>
          <ac:inkMkLst>
            <pc:docMk/>
            <pc:sldMk cId="3158232615" sldId="338"/>
            <ac:inkMk id="101" creationId="{537676E4-68A7-AF08-6FD4-EE0E128F1660}"/>
          </ac:inkMkLst>
        </pc:inkChg>
        <pc:inkChg chg="add mod">
          <ac:chgData name="Christopher Aloo" userId="81d139e4-1a74-45bd-a04a-64f94c7d37c9" providerId="ADAL" clId="{EBB903CD-9A70-439A-80ED-7C8A4BEA0F56}" dt="2025-08-18T17:23:30.900" v="440"/>
          <ac:inkMkLst>
            <pc:docMk/>
            <pc:sldMk cId="3158232615" sldId="338"/>
            <ac:inkMk id="102" creationId="{E37FF679-3195-9519-D2D3-564729ED4DB4}"/>
          </ac:inkMkLst>
        </pc:inkChg>
        <pc:inkChg chg="add">
          <ac:chgData name="Christopher Aloo" userId="81d139e4-1a74-45bd-a04a-64f94c7d37c9" providerId="ADAL" clId="{EBB903CD-9A70-439A-80ED-7C8A4BEA0F56}" dt="2025-08-18T17:23:06.525" v="405" actId="9405"/>
          <ac:inkMkLst>
            <pc:docMk/>
            <pc:sldMk cId="3158232615" sldId="338"/>
            <ac:inkMk id="103" creationId="{D084251B-D27D-3AD7-1059-53F5109D9E75}"/>
          </ac:inkMkLst>
        </pc:inkChg>
        <pc:inkChg chg="add">
          <ac:chgData name="Christopher Aloo" userId="81d139e4-1a74-45bd-a04a-64f94c7d37c9" providerId="ADAL" clId="{EBB903CD-9A70-439A-80ED-7C8A4BEA0F56}" dt="2025-08-18T17:23:06.739" v="406" actId="9405"/>
          <ac:inkMkLst>
            <pc:docMk/>
            <pc:sldMk cId="3158232615" sldId="338"/>
            <ac:inkMk id="104" creationId="{79204EBF-3FB2-C91B-127A-867E6704D2F6}"/>
          </ac:inkMkLst>
        </pc:inkChg>
        <pc:inkChg chg="add">
          <ac:chgData name="Christopher Aloo" userId="81d139e4-1a74-45bd-a04a-64f94c7d37c9" providerId="ADAL" clId="{EBB903CD-9A70-439A-80ED-7C8A4BEA0F56}" dt="2025-08-18T17:23:06.954" v="407" actId="9405"/>
          <ac:inkMkLst>
            <pc:docMk/>
            <pc:sldMk cId="3158232615" sldId="338"/>
            <ac:inkMk id="105" creationId="{E3548846-17F7-C6CF-137E-50CC9B7B0483}"/>
          </ac:inkMkLst>
        </pc:inkChg>
        <pc:inkChg chg="add">
          <ac:chgData name="Christopher Aloo" userId="81d139e4-1a74-45bd-a04a-64f94c7d37c9" providerId="ADAL" clId="{EBB903CD-9A70-439A-80ED-7C8A4BEA0F56}" dt="2025-08-18T17:23:07.328" v="408" actId="9405"/>
          <ac:inkMkLst>
            <pc:docMk/>
            <pc:sldMk cId="3158232615" sldId="338"/>
            <ac:inkMk id="106" creationId="{8A3A813A-8144-C737-AB6F-ABEF34E34284}"/>
          </ac:inkMkLst>
        </pc:inkChg>
        <pc:inkChg chg="add">
          <ac:chgData name="Christopher Aloo" userId="81d139e4-1a74-45bd-a04a-64f94c7d37c9" providerId="ADAL" clId="{EBB903CD-9A70-439A-80ED-7C8A4BEA0F56}" dt="2025-08-18T17:23:07.578" v="409" actId="9405"/>
          <ac:inkMkLst>
            <pc:docMk/>
            <pc:sldMk cId="3158232615" sldId="338"/>
            <ac:inkMk id="107" creationId="{39E12601-623B-78F4-DDB0-06E2DB33BC25}"/>
          </ac:inkMkLst>
        </pc:inkChg>
        <pc:inkChg chg="add">
          <ac:chgData name="Christopher Aloo" userId="81d139e4-1a74-45bd-a04a-64f94c7d37c9" providerId="ADAL" clId="{EBB903CD-9A70-439A-80ED-7C8A4BEA0F56}" dt="2025-08-18T17:23:08.466" v="410" actId="9405"/>
          <ac:inkMkLst>
            <pc:docMk/>
            <pc:sldMk cId="3158232615" sldId="338"/>
            <ac:inkMk id="108" creationId="{58C11867-AF48-4831-C4E1-16C3A27CA831}"/>
          </ac:inkMkLst>
        </pc:inkChg>
        <pc:inkChg chg="add">
          <ac:chgData name="Christopher Aloo" userId="81d139e4-1a74-45bd-a04a-64f94c7d37c9" providerId="ADAL" clId="{EBB903CD-9A70-439A-80ED-7C8A4BEA0F56}" dt="2025-08-18T17:23:08.845" v="411" actId="9405"/>
          <ac:inkMkLst>
            <pc:docMk/>
            <pc:sldMk cId="3158232615" sldId="338"/>
            <ac:inkMk id="109" creationId="{BF350805-5056-FD01-5DB8-AEEDB73EBBBA}"/>
          </ac:inkMkLst>
        </pc:inkChg>
        <pc:inkChg chg="add">
          <ac:chgData name="Christopher Aloo" userId="81d139e4-1a74-45bd-a04a-64f94c7d37c9" providerId="ADAL" clId="{EBB903CD-9A70-439A-80ED-7C8A4BEA0F56}" dt="2025-08-18T17:23:09.725" v="412" actId="9405"/>
          <ac:inkMkLst>
            <pc:docMk/>
            <pc:sldMk cId="3158232615" sldId="338"/>
            <ac:inkMk id="110" creationId="{22EBFC5A-FC4E-7FA5-D64D-75E77DB44EEC}"/>
          </ac:inkMkLst>
        </pc:inkChg>
        <pc:inkChg chg="add mod">
          <ac:chgData name="Christopher Aloo" userId="81d139e4-1a74-45bd-a04a-64f94c7d37c9" providerId="ADAL" clId="{EBB903CD-9A70-439A-80ED-7C8A4BEA0F56}" dt="2025-08-18T17:23:16.463" v="421"/>
          <ac:inkMkLst>
            <pc:docMk/>
            <pc:sldMk cId="3158232615" sldId="338"/>
            <ac:inkMk id="111" creationId="{3D0BFFD9-20C4-0B2E-343F-5A66D5391C4F}"/>
          </ac:inkMkLst>
        </pc:inkChg>
        <pc:inkChg chg="add mod">
          <ac:chgData name="Christopher Aloo" userId="81d139e4-1a74-45bd-a04a-64f94c7d37c9" providerId="ADAL" clId="{EBB903CD-9A70-439A-80ED-7C8A4BEA0F56}" dt="2025-08-18T17:23:30.900" v="440"/>
          <ac:inkMkLst>
            <pc:docMk/>
            <pc:sldMk cId="3158232615" sldId="338"/>
            <ac:inkMk id="112" creationId="{1D984601-5F01-6D01-4A31-F9D6E17BFCA1}"/>
          </ac:inkMkLst>
        </pc:inkChg>
        <pc:inkChg chg="add">
          <ac:chgData name="Christopher Aloo" userId="81d139e4-1a74-45bd-a04a-64f94c7d37c9" providerId="ADAL" clId="{EBB903CD-9A70-439A-80ED-7C8A4BEA0F56}" dt="2025-08-18T17:23:12.342" v="415" actId="9405"/>
          <ac:inkMkLst>
            <pc:docMk/>
            <pc:sldMk cId="3158232615" sldId="338"/>
            <ac:inkMk id="113" creationId="{2D230587-8260-65B3-F10C-93D2BC00F25D}"/>
          </ac:inkMkLst>
        </pc:inkChg>
        <pc:inkChg chg="add">
          <ac:chgData name="Christopher Aloo" userId="81d139e4-1a74-45bd-a04a-64f94c7d37c9" providerId="ADAL" clId="{EBB903CD-9A70-439A-80ED-7C8A4BEA0F56}" dt="2025-08-18T17:23:13.080" v="416" actId="9405"/>
          <ac:inkMkLst>
            <pc:docMk/>
            <pc:sldMk cId="3158232615" sldId="338"/>
            <ac:inkMk id="114" creationId="{5555E25D-D991-3A60-5774-9B013BDFC959}"/>
          </ac:inkMkLst>
        </pc:inkChg>
        <pc:inkChg chg="add">
          <ac:chgData name="Christopher Aloo" userId="81d139e4-1a74-45bd-a04a-64f94c7d37c9" providerId="ADAL" clId="{EBB903CD-9A70-439A-80ED-7C8A4BEA0F56}" dt="2025-08-18T17:23:13.693" v="417" actId="9405"/>
          <ac:inkMkLst>
            <pc:docMk/>
            <pc:sldMk cId="3158232615" sldId="338"/>
            <ac:inkMk id="115" creationId="{BFE07031-78F4-398E-9090-8289E4596B77}"/>
          </ac:inkMkLst>
        </pc:inkChg>
        <pc:inkChg chg="add mod">
          <ac:chgData name="Christopher Aloo" userId="81d139e4-1a74-45bd-a04a-64f94c7d37c9" providerId="ADAL" clId="{EBB903CD-9A70-439A-80ED-7C8A4BEA0F56}" dt="2025-08-18T17:23:30.900" v="440"/>
          <ac:inkMkLst>
            <pc:docMk/>
            <pc:sldMk cId="3158232615" sldId="338"/>
            <ac:inkMk id="116" creationId="{C362B7DA-1421-A137-7D3A-D409116312B0}"/>
          </ac:inkMkLst>
        </pc:inkChg>
        <pc:inkChg chg="add">
          <ac:chgData name="Christopher Aloo" userId="81d139e4-1a74-45bd-a04a-64f94c7d37c9" providerId="ADAL" clId="{EBB903CD-9A70-439A-80ED-7C8A4BEA0F56}" dt="2025-08-18T17:23:15.169" v="419" actId="9405"/>
          <ac:inkMkLst>
            <pc:docMk/>
            <pc:sldMk cId="3158232615" sldId="338"/>
            <ac:inkMk id="117" creationId="{5EF8DCA6-FB6E-B646-1126-AB1270E3B017}"/>
          </ac:inkMkLst>
        </pc:inkChg>
        <pc:inkChg chg="add mod">
          <ac:chgData name="Christopher Aloo" userId="81d139e4-1a74-45bd-a04a-64f94c7d37c9" providerId="ADAL" clId="{EBB903CD-9A70-439A-80ED-7C8A4BEA0F56}" dt="2025-08-18T17:23:16.463" v="421"/>
          <ac:inkMkLst>
            <pc:docMk/>
            <pc:sldMk cId="3158232615" sldId="338"/>
            <ac:inkMk id="118" creationId="{3ADED823-7E6B-04F9-9D7D-A03B3848A8EE}"/>
          </ac:inkMkLst>
        </pc:inkChg>
        <pc:inkChg chg="add mod">
          <ac:chgData name="Christopher Aloo" userId="81d139e4-1a74-45bd-a04a-64f94c7d37c9" providerId="ADAL" clId="{EBB903CD-9A70-439A-80ED-7C8A4BEA0F56}" dt="2025-08-18T17:23:30.900" v="440"/>
          <ac:inkMkLst>
            <pc:docMk/>
            <pc:sldMk cId="3158232615" sldId="338"/>
            <ac:inkMk id="121" creationId="{71FF6AD1-9599-8548-81C3-A84890B82B98}"/>
          </ac:inkMkLst>
        </pc:inkChg>
        <pc:inkChg chg="add mod">
          <ac:chgData name="Christopher Aloo" userId="81d139e4-1a74-45bd-a04a-64f94c7d37c9" providerId="ADAL" clId="{EBB903CD-9A70-439A-80ED-7C8A4BEA0F56}" dt="2025-08-18T17:23:20.969" v="424"/>
          <ac:inkMkLst>
            <pc:docMk/>
            <pc:sldMk cId="3158232615" sldId="338"/>
            <ac:inkMk id="122" creationId="{92E4E495-473C-25F5-5184-A191807983D4}"/>
          </ac:inkMkLst>
        </pc:inkChg>
        <pc:inkChg chg="add">
          <ac:chgData name="Christopher Aloo" userId="81d139e4-1a74-45bd-a04a-64f94c7d37c9" providerId="ADAL" clId="{EBB903CD-9A70-439A-80ED-7C8A4BEA0F56}" dt="2025-08-18T17:23:23.432" v="425" actId="9405"/>
          <ac:inkMkLst>
            <pc:docMk/>
            <pc:sldMk cId="3158232615" sldId="338"/>
            <ac:inkMk id="124" creationId="{4AD8A855-6CCA-7516-CE83-728C91DCAA3C}"/>
          </ac:inkMkLst>
        </pc:inkChg>
        <pc:inkChg chg="add">
          <ac:chgData name="Christopher Aloo" userId="81d139e4-1a74-45bd-a04a-64f94c7d37c9" providerId="ADAL" clId="{EBB903CD-9A70-439A-80ED-7C8A4BEA0F56}" dt="2025-08-18T17:23:24.633" v="426" actId="9405"/>
          <ac:inkMkLst>
            <pc:docMk/>
            <pc:sldMk cId="3158232615" sldId="338"/>
            <ac:inkMk id="125" creationId="{221FB6FF-E0DA-2807-CD6E-DF9FBBEFA639}"/>
          </ac:inkMkLst>
        </pc:inkChg>
        <pc:inkChg chg="add">
          <ac:chgData name="Christopher Aloo" userId="81d139e4-1a74-45bd-a04a-64f94c7d37c9" providerId="ADAL" clId="{EBB903CD-9A70-439A-80ED-7C8A4BEA0F56}" dt="2025-08-18T17:23:24.925" v="427" actId="9405"/>
          <ac:inkMkLst>
            <pc:docMk/>
            <pc:sldMk cId="3158232615" sldId="338"/>
            <ac:inkMk id="126" creationId="{B04C3A10-6218-56A6-FE0C-1E6428B380CD}"/>
          </ac:inkMkLst>
        </pc:inkChg>
        <pc:inkChg chg="add">
          <ac:chgData name="Christopher Aloo" userId="81d139e4-1a74-45bd-a04a-64f94c7d37c9" providerId="ADAL" clId="{EBB903CD-9A70-439A-80ED-7C8A4BEA0F56}" dt="2025-08-18T17:23:25.774" v="428" actId="9405"/>
          <ac:inkMkLst>
            <pc:docMk/>
            <pc:sldMk cId="3158232615" sldId="338"/>
            <ac:inkMk id="127" creationId="{21E7CC72-CBF6-A3DD-B862-AA390DDFC9A4}"/>
          </ac:inkMkLst>
        </pc:inkChg>
        <pc:inkChg chg="add">
          <ac:chgData name="Christopher Aloo" userId="81d139e4-1a74-45bd-a04a-64f94c7d37c9" providerId="ADAL" clId="{EBB903CD-9A70-439A-80ED-7C8A4BEA0F56}" dt="2025-08-18T17:23:26.036" v="429" actId="9405"/>
          <ac:inkMkLst>
            <pc:docMk/>
            <pc:sldMk cId="3158232615" sldId="338"/>
            <ac:inkMk id="128" creationId="{2DA1EC48-FEBD-90A5-D517-2E050C6AD5F1}"/>
          </ac:inkMkLst>
        </pc:inkChg>
        <pc:inkChg chg="add">
          <ac:chgData name="Christopher Aloo" userId="81d139e4-1a74-45bd-a04a-64f94c7d37c9" providerId="ADAL" clId="{EBB903CD-9A70-439A-80ED-7C8A4BEA0F56}" dt="2025-08-18T17:23:26.359" v="430" actId="9405"/>
          <ac:inkMkLst>
            <pc:docMk/>
            <pc:sldMk cId="3158232615" sldId="338"/>
            <ac:inkMk id="129" creationId="{79C046C9-31A6-C23A-6B66-E3DBBE6C6387}"/>
          </ac:inkMkLst>
        </pc:inkChg>
        <pc:inkChg chg="add mod">
          <ac:chgData name="Christopher Aloo" userId="81d139e4-1a74-45bd-a04a-64f94c7d37c9" providerId="ADAL" clId="{EBB903CD-9A70-439A-80ED-7C8A4BEA0F56}" dt="2025-08-18T17:23:39.400" v="456"/>
          <ac:inkMkLst>
            <pc:docMk/>
            <pc:sldMk cId="3158232615" sldId="338"/>
            <ac:inkMk id="130" creationId="{BE0BA3A5-8DB8-7711-7BA2-D5E4CD3D0122}"/>
          </ac:inkMkLst>
        </pc:inkChg>
        <pc:inkChg chg="add">
          <ac:chgData name="Christopher Aloo" userId="81d139e4-1a74-45bd-a04a-64f94c7d37c9" providerId="ADAL" clId="{EBB903CD-9A70-439A-80ED-7C8A4BEA0F56}" dt="2025-08-18T17:23:27.174" v="432" actId="9405"/>
          <ac:inkMkLst>
            <pc:docMk/>
            <pc:sldMk cId="3158232615" sldId="338"/>
            <ac:inkMk id="131" creationId="{778E8160-DDBB-B7FD-37FB-252D6754838F}"/>
          </ac:inkMkLst>
        </pc:inkChg>
        <pc:inkChg chg="add">
          <ac:chgData name="Christopher Aloo" userId="81d139e4-1a74-45bd-a04a-64f94c7d37c9" providerId="ADAL" clId="{EBB903CD-9A70-439A-80ED-7C8A4BEA0F56}" dt="2025-08-18T17:23:27.578" v="433" actId="9405"/>
          <ac:inkMkLst>
            <pc:docMk/>
            <pc:sldMk cId="3158232615" sldId="338"/>
            <ac:inkMk id="132" creationId="{213EBC22-D336-6154-B411-03A066C9ECC1}"/>
          </ac:inkMkLst>
        </pc:inkChg>
        <pc:inkChg chg="add">
          <ac:chgData name="Christopher Aloo" userId="81d139e4-1a74-45bd-a04a-64f94c7d37c9" providerId="ADAL" clId="{EBB903CD-9A70-439A-80ED-7C8A4BEA0F56}" dt="2025-08-18T17:23:27.907" v="434" actId="9405"/>
          <ac:inkMkLst>
            <pc:docMk/>
            <pc:sldMk cId="3158232615" sldId="338"/>
            <ac:inkMk id="133" creationId="{85BC4387-AB5D-DB00-A49E-3763C6B86356}"/>
          </ac:inkMkLst>
        </pc:inkChg>
        <pc:inkChg chg="add mod">
          <ac:chgData name="Christopher Aloo" userId="81d139e4-1a74-45bd-a04a-64f94c7d37c9" providerId="ADAL" clId="{EBB903CD-9A70-439A-80ED-7C8A4BEA0F56}" dt="2025-08-18T17:23:30.900" v="440"/>
          <ac:inkMkLst>
            <pc:docMk/>
            <pc:sldMk cId="3158232615" sldId="338"/>
            <ac:inkMk id="134" creationId="{7E91AA12-CD61-31CB-CD61-23530306F67D}"/>
          </ac:inkMkLst>
        </pc:inkChg>
        <pc:inkChg chg="add mod">
          <ac:chgData name="Christopher Aloo" userId="81d139e4-1a74-45bd-a04a-64f94c7d37c9" providerId="ADAL" clId="{EBB903CD-9A70-439A-80ED-7C8A4BEA0F56}" dt="2025-08-18T17:23:59.373" v="487"/>
          <ac:inkMkLst>
            <pc:docMk/>
            <pc:sldMk cId="3158232615" sldId="338"/>
            <ac:inkMk id="135" creationId="{4E4E0421-3D71-8F7D-0459-4D56815B4E41}"/>
          </ac:inkMkLst>
        </pc:inkChg>
        <pc:inkChg chg="add">
          <ac:chgData name="Christopher Aloo" userId="81d139e4-1a74-45bd-a04a-64f94c7d37c9" providerId="ADAL" clId="{EBB903CD-9A70-439A-80ED-7C8A4BEA0F56}" dt="2025-08-18T17:23:29.363" v="437" actId="9405"/>
          <ac:inkMkLst>
            <pc:docMk/>
            <pc:sldMk cId="3158232615" sldId="338"/>
            <ac:inkMk id="136" creationId="{9A6BBC4A-457F-FA1E-E207-6A32603B1849}"/>
          </ac:inkMkLst>
        </pc:inkChg>
        <pc:inkChg chg="add">
          <ac:chgData name="Christopher Aloo" userId="81d139e4-1a74-45bd-a04a-64f94c7d37c9" providerId="ADAL" clId="{EBB903CD-9A70-439A-80ED-7C8A4BEA0F56}" dt="2025-08-18T17:23:29.816" v="438" actId="9405"/>
          <ac:inkMkLst>
            <pc:docMk/>
            <pc:sldMk cId="3158232615" sldId="338"/>
            <ac:inkMk id="137" creationId="{3FD7DC71-2A04-F19E-5EE5-C91C59154CD9}"/>
          </ac:inkMkLst>
        </pc:inkChg>
        <pc:inkChg chg="add">
          <ac:chgData name="Christopher Aloo" userId="81d139e4-1a74-45bd-a04a-64f94c7d37c9" providerId="ADAL" clId="{EBB903CD-9A70-439A-80ED-7C8A4BEA0F56}" dt="2025-08-18T17:23:30.326" v="439" actId="9405"/>
          <ac:inkMkLst>
            <pc:docMk/>
            <pc:sldMk cId="3158232615" sldId="338"/>
            <ac:inkMk id="138" creationId="{A7716B6F-08C3-6835-EBE4-FEF4DD383AA4}"/>
          </ac:inkMkLst>
        </pc:inkChg>
        <pc:inkChg chg="add mod">
          <ac:chgData name="Christopher Aloo" userId="81d139e4-1a74-45bd-a04a-64f94c7d37c9" providerId="ADAL" clId="{EBB903CD-9A70-439A-80ED-7C8A4BEA0F56}" dt="2025-08-18T17:23:59.373" v="487"/>
          <ac:inkMkLst>
            <pc:docMk/>
            <pc:sldMk cId="3158232615" sldId="338"/>
            <ac:inkMk id="140" creationId="{51D95F88-C139-1C71-BCDD-B474EEAE31DC}"/>
          </ac:inkMkLst>
        </pc:inkChg>
        <pc:inkChg chg="add">
          <ac:chgData name="Christopher Aloo" userId="81d139e4-1a74-45bd-a04a-64f94c7d37c9" providerId="ADAL" clId="{EBB903CD-9A70-439A-80ED-7C8A4BEA0F56}" dt="2025-08-18T17:23:31.430" v="442" actId="9405"/>
          <ac:inkMkLst>
            <pc:docMk/>
            <pc:sldMk cId="3158232615" sldId="338"/>
            <ac:inkMk id="141" creationId="{1A619FBB-7A4A-18CE-EDDB-9A2EF2F39447}"/>
          </ac:inkMkLst>
        </pc:inkChg>
        <pc:inkChg chg="add">
          <ac:chgData name="Christopher Aloo" userId="81d139e4-1a74-45bd-a04a-64f94c7d37c9" providerId="ADAL" clId="{EBB903CD-9A70-439A-80ED-7C8A4BEA0F56}" dt="2025-08-18T17:23:31.759" v="443" actId="9405"/>
          <ac:inkMkLst>
            <pc:docMk/>
            <pc:sldMk cId="3158232615" sldId="338"/>
            <ac:inkMk id="142" creationId="{38CCDF28-14D1-83ED-9351-C6C52717D132}"/>
          </ac:inkMkLst>
        </pc:inkChg>
        <pc:inkChg chg="add">
          <ac:chgData name="Christopher Aloo" userId="81d139e4-1a74-45bd-a04a-64f94c7d37c9" providerId="ADAL" clId="{EBB903CD-9A70-439A-80ED-7C8A4BEA0F56}" dt="2025-08-18T17:23:32.024" v="444" actId="9405"/>
          <ac:inkMkLst>
            <pc:docMk/>
            <pc:sldMk cId="3158232615" sldId="338"/>
            <ac:inkMk id="143" creationId="{1F68E622-28F7-4B96-C775-EDABC12C8B4B}"/>
          </ac:inkMkLst>
        </pc:inkChg>
        <pc:inkChg chg="add mod">
          <ac:chgData name="Christopher Aloo" userId="81d139e4-1a74-45bd-a04a-64f94c7d37c9" providerId="ADAL" clId="{EBB903CD-9A70-439A-80ED-7C8A4BEA0F56}" dt="2025-08-18T17:23:59.373" v="487"/>
          <ac:inkMkLst>
            <pc:docMk/>
            <pc:sldMk cId="3158232615" sldId="338"/>
            <ac:inkMk id="144" creationId="{7C47F498-6D34-BAFE-E2D4-0BBDFC585033}"/>
          </ac:inkMkLst>
        </pc:inkChg>
        <pc:inkChg chg="add">
          <ac:chgData name="Christopher Aloo" userId="81d139e4-1a74-45bd-a04a-64f94c7d37c9" providerId="ADAL" clId="{EBB903CD-9A70-439A-80ED-7C8A4BEA0F56}" dt="2025-08-18T17:23:33.232" v="446" actId="9405"/>
          <ac:inkMkLst>
            <pc:docMk/>
            <pc:sldMk cId="3158232615" sldId="338"/>
            <ac:inkMk id="145" creationId="{DE35230D-949F-A3D8-8FEC-BDD19A498B0B}"/>
          </ac:inkMkLst>
        </pc:inkChg>
        <pc:inkChg chg="add">
          <ac:chgData name="Christopher Aloo" userId="81d139e4-1a74-45bd-a04a-64f94c7d37c9" providerId="ADAL" clId="{EBB903CD-9A70-439A-80ED-7C8A4BEA0F56}" dt="2025-08-18T17:23:34.581" v="447" actId="9405"/>
          <ac:inkMkLst>
            <pc:docMk/>
            <pc:sldMk cId="3158232615" sldId="338"/>
            <ac:inkMk id="146" creationId="{CCEDBDEB-476C-B669-C03A-29977AB15997}"/>
          </ac:inkMkLst>
        </pc:inkChg>
        <pc:inkChg chg="add">
          <ac:chgData name="Christopher Aloo" userId="81d139e4-1a74-45bd-a04a-64f94c7d37c9" providerId="ADAL" clId="{EBB903CD-9A70-439A-80ED-7C8A4BEA0F56}" dt="2025-08-18T17:23:35.016" v="448" actId="9405"/>
          <ac:inkMkLst>
            <pc:docMk/>
            <pc:sldMk cId="3158232615" sldId="338"/>
            <ac:inkMk id="147" creationId="{81CE5B3B-AE97-B919-0D5A-C30E54B13D9D}"/>
          </ac:inkMkLst>
        </pc:inkChg>
        <pc:inkChg chg="add">
          <ac:chgData name="Christopher Aloo" userId="81d139e4-1a74-45bd-a04a-64f94c7d37c9" providerId="ADAL" clId="{EBB903CD-9A70-439A-80ED-7C8A4BEA0F56}" dt="2025-08-18T17:23:35.627" v="449" actId="9405"/>
          <ac:inkMkLst>
            <pc:docMk/>
            <pc:sldMk cId="3158232615" sldId="338"/>
            <ac:inkMk id="148" creationId="{F6F60408-5CE3-0BBA-93E1-75DAD4BD31BF}"/>
          </ac:inkMkLst>
        </pc:inkChg>
        <pc:inkChg chg="add">
          <ac:chgData name="Christopher Aloo" userId="81d139e4-1a74-45bd-a04a-64f94c7d37c9" providerId="ADAL" clId="{EBB903CD-9A70-439A-80ED-7C8A4BEA0F56}" dt="2025-08-18T17:23:36.076" v="450" actId="9405"/>
          <ac:inkMkLst>
            <pc:docMk/>
            <pc:sldMk cId="3158232615" sldId="338"/>
            <ac:inkMk id="149" creationId="{FDF7C760-7FDD-B1B2-EC99-E240751F1C3C}"/>
          </ac:inkMkLst>
        </pc:inkChg>
        <pc:inkChg chg="add">
          <ac:chgData name="Christopher Aloo" userId="81d139e4-1a74-45bd-a04a-64f94c7d37c9" providerId="ADAL" clId="{EBB903CD-9A70-439A-80ED-7C8A4BEA0F56}" dt="2025-08-18T17:23:36.355" v="451" actId="9405"/>
          <ac:inkMkLst>
            <pc:docMk/>
            <pc:sldMk cId="3158232615" sldId="338"/>
            <ac:inkMk id="150" creationId="{6EE04D76-204D-54A7-4414-6DBA457CC0BE}"/>
          </ac:inkMkLst>
        </pc:inkChg>
        <pc:inkChg chg="add">
          <ac:chgData name="Christopher Aloo" userId="81d139e4-1a74-45bd-a04a-64f94c7d37c9" providerId="ADAL" clId="{EBB903CD-9A70-439A-80ED-7C8A4BEA0F56}" dt="2025-08-18T17:23:37.175" v="452" actId="9405"/>
          <ac:inkMkLst>
            <pc:docMk/>
            <pc:sldMk cId="3158232615" sldId="338"/>
            <ac:inkMk id="151" creationId="{402B551F-8406-F5FD-967D-6A6E31C4898F}"/>
          </ac:inkMkLst>
        </pc:inkChg>
        <pc:inkChg chg="add">
          <ac:chgData name="Christopher Aloo" userId="81d139e4-1a74-45bd-a04a-64f94c7d37c9" providerId="ADAL" clId="{EBB903CD-9A70-439A-80ED-7C8A4BEA0F56}" dt="2025-08-18T17:23:37.533" v="453" actId="9405"/>
          <ac:inkMkLst>
            <pc:docMk/>
            <pc:sldMk cId="3158232615" sldId="338"/>
            <ac:inkMk id="152" creationId="{E000D743-6B83-417F-DD60-94CE100DBECC}"/>
          </ac:inkMkLst>
        </pc:inkChg>
        <pc:inkChg chg="add">
          <ac:chgData name="Christopher Aloo" userId="81d139e4-1a74-45bd-a04a-64f94c7d37c9" providerId="ADAL" clId="{EBB903CD-9A70-439A-80ED-7C8A4BEA0F56}" dt="2025-08-18T17:23:38.175" v="454" actId="9405"/>
          <ac:inkMkLst>
            <pc:docMk/>
            <pc:sldMk cId="3158232615" sldId="338"/>
            <ac:inkMk id="153" creationId="{C6D46804-55B8-B244-8A4E-6C1E04ACC84E}"/>
          </ac:inkMkLst>
        </pc:inkChg>
        <pc:inkChg chg="add">
          <ac:chgData name="Christopher Aloo" userId="81d139e4-1a74-45bd-a04a-64f94c7d37c9" providerId="ADAL" clId="{EBB903CD-9A70-439A-80ED-7C8A4BEA0F56}" dt="2025-08-18T17:23:38.484" v="455" actId="9405"/>
          <ac:inkMkLst>
            <pc:docMk/>
            <pc:sldMk cId="3158232615" sldId="338"/>
            <ac:inkMk id="154" creationId="{1F005B56-0765-CCE2-9BAD-43F8A343DDCE}"/>
          </ac:inkMkLst>
        </pc:inkChg>
        <pc:inkChg chg="add mod">
          <ac:chgData name="Christopher Aloo" userId="81d139e4-1a74-45bd-a04a-64f94c7d37c9" providerId="ADAL" clId="{EBB903CD-9A70-439A-80ED-7C8A4BEA0F56}" dt="2025-08-18T17:23:53.116" v="480"/>
          <ac:inkMkLst>
            <pc:docMk/>
            <pc:sldMk cId="3158232615" sldId="338"/>
            <ac:inkMk id="156" creationId="{8F41BDCB-5DE6-7AB5-BB39-728B6B3D8430}"/>
          </ac:inkMkLst>
        </pc:inkChg>
        <pc:inkChg chg="add mod">
          <ac:chgData name="Christopher Aloo" userId="81d139e4-1a74-45bd-a04a-64f94c7d37c9" providerId="ADAL" clId="{EBB903CD-9A70-439A-80ED-7C8A4BEA0F56}" dt="2025-08-18T17:23:53.116" v="480"/>
          <ac:inkMkLst>
            <pc:docMk/>
            <pc:sldMk cId="3158232615" sldId="338"/>
            <ac:inkMk id="157" creationId="{62DA53E0-6909-A6DA-FB4F-BAD580A4CF4D}"/>
          </ac:inkMkLst>
        </pc:inkChg>
        <pc:inkChg chg="add mod">
          <ac:chgData name="Christopher Aloo" userId="81d139e4-1a74-45bd-a04a-64f94c7d37c9" providerId="ADAL" clId="{EBB903CD-9A70-439A-80ED-7C8A4BEA0F56}" dt="2025-08-18T17:23:53.116" v="480"/>
          <ac:inkMkLst>
            <pc:docMk/>
            <pc:sldMk cId="3158232615" sldId="338"/>
            <ac:inkMk id="158" creationId="{5D6D3BC1-CB0C-9CAF-FEA8-FBC20CEC361E}"/>
          </ac:inkMkLst>
        </pc:inkChg>
        <pc:inkChg chg="add">
          <ac:chgData name="Christopher Aloo" userId="81d139e4-1a74-45bd-a04a-64f94c7d37c9" providerId="ADAL" clId="{EBB903CD-9A70-439A-80ED-7C8A4BEA0F56}" dt="2025-08-18T17:23:43.793" v="460" actId="9405"/>
          <ac:inkMkLst>
            <pc:docMk/>
            <pc:sldMk cId="3158232615" sldId="338"/>
            <ac:inkMk id="159" creationId="{5FE82B63-5C5E-31AA-6B69-1D18500B57FB}"/>
          </ac:inkMkLst>
        </pc:inkChg>
        <pc:inkChg chg="add mod">
          <ac:chgData name="Christopher Aloo" userId="81d139e4-1a74-45bd-a04a-64f94c7d37c9" providerId="ADAL" clId="{EBB903CD-9A70-439A-80ED-7C8A4BEA0F56}" dt="2025-08-18T17:23:50.057" v="475"/>
          <ac:inkMkLst>
            <pc:docMk/>
            <pc:sldMk cId="3158232615" sldId="338"/>
            <ac:inkMk id="160" creationId="{7FC77EAF-45DA-03E4-E2EC-A9223DD2B5E3}"/>
          </ac:inkMkLst>
        </pc:inkChg>
        <pc:inkChg chg="add mod">
          <ac:chgData name="Christopher Aloo" userId="81d139e4-1a74-45bd-a04a-64f94c7d37c9" providerId="ADAL" clId="{EBB903CD-9A70-439A-80ED-7C8A4BEA0F56}" dt="2025-08-18T17:23:53.116" v="480"/>
          <ac:inkMkLst>
            <pc:docMk/>
            <pc:sldMk cId="3158232615" sldId="338"/>
            <ac:inkMk id="161" creationId="{3AC89D79-ADC4-8929-AD2E-29321DAE715F}"/>
          </ac:inkMkLst>
        </pc:inkChg>
        <pc:inkChg chg="add mod">
          <ac:chgData name="Christopher Aloo" userId="81d139e4-1a74-45bd-a04a-64f94c7d37c9" providerId="ADAL" clId="{EBB903CD-9A70-439A-80ED-7C8A4BEA0F56}" dt="2025-08-18T17:23:53.116" v="480"/>
          <ac:inkMkLst>
            <pc:docMk/>
            <pc:sldMk cId="3158232615" sldId="338"/>
            <ac:inkMk id="162" creationId="{6213D8DA-BF5A-E600-1F68-C1A1AA1DCB44}"/>
          </ac:inkMkLst>
        </pc:inkChg>
        <pc:inkChg chg="add">
          <ac:chgData name="Christopher Aloo" userId="81d139e4-1a74-45bd-a04a-64f94c7d37c9" providerId="ADAL" clId="{EBB903CD-9A70-439A-80ED-7C8A4BEA0F56}" dt="2025-08-18T17:23:45.365" v="464" actId="9405"/>
          <ac:inkMkLst>
            <pc:docMk/>
            <pc:sldMk cId="3158232615" sldId="338"/>
            <ac:inkMk id="163" creationId="{FD84AAE6-B9D4-A4A9-C9B9-35D3CB67DDDB}"/>
          </ac:inkMkLst>
        </pc:inkChg>
        <pc:inkChg chg="add mod">
          <ac:chgData name="Christopher Aloo" userId="81d139e4-1a74-45bd-a04a-64f94c7d37c9" providerId="ADAL" clId="{EBB903CD-9A70-439A-80ED-7C8A4BEA0F56}" dt="2025-08-18T17:23:53.116" v="480"/>
          <ac:inkMkLst>
            <pc:docMk/>
            <pc:sldMk cId="3158232615" sldId="338"/>
            <ac:inkMk id="164" creationId="{B4BD837F-757C-DB44-145E-7EFC4E25F84A}"/>
          </ac:inkMkLst>
        </pc:inkChg>
        <pc:inkChg chg="add">
          <ac:chgData name="Christopher Aloo" userId="81d139e4-1a74-45bd-a04a-64f94c7d37c9" providerId="ADAL" clId="{EBB903CD-9A70-439A-80ED-7C8A4BEA0F56}" dt="2025-08-18T17:23:46.252" v="466" actId="9405"/>
          <ac:inkMkLst>
            <pc:docMk/>
            <pc:sldMk cId="3158232615" sldId="338"/>
            <ac:inkMk id="165" creationId="{3B3E6053-DF9B-6559-769A-27B9D421F217}"/>
          </ac:inkMkLst>
        </pc:inkChg>
        <pc:inkChg chg="add mod">
          <ac:chgData name="Christopher Aloo" userId="81d139e4-1a74-45bd-a04a-64f94c7d37c9" providerId="ADAL" clId="{EBB903CD-9A70-439A-80ED-7C8A4BEA0F56}" dt="2025-08-18T17:23:50.057" v="475"/>
          <ac:inkMkLst>
            <pc:docMk/>
            <pc:sldMk cId="3158232615" sldId="338"/>
            <ac:inkMk id="166" creationId="{302937DE-AA7A-A2B2-6C55-0F34BA5460C0}"/>
          </ac:inkMkLst>
        </pc:inkChg>
        <pc:inkChg chg="add mod">
          <ac:chgData name="Christopher Aloo" userId="81d139e4-1a74-45bd-a04a-64f94c7d37c9" providerId="ADAL" clId="{EBB903CD-9A70-439A-80ED-7C8A4BEA0F56}" dt="2025-08-18T17:23:59.373" v="487"/>
          <ac:inkMkLst>
            <pc:docMk/>
            <pc:sldMk cId="3158232615" sldId="338"/>
            <ac:inkMk id="167" creationId="{B3F406E7-4DD8-FE07-7846-1D4AD1FB2B8A}"/>
          </ac:inkMkLst>
        </pc:inkChg>
        <pc:inkChg chg="add mod">
          <ac:chgData name="Christopher Aloo" userId="81d139e4-1a74-45bd-a04a-64f94c7d37c9" providerId="ADAL" clId="{EBB903CD-9A70-439A-80ED-7C8A4BEA0F56}" dt="2025-08-18T17:23:50.057" v="475"/>
          <ac:inkMkLst>
            <pc:docMk/>
            <pc:sldMk cId="3158232615" sldId="338"/>
            <ac:inkMk id="168" creationId="{B935DF17-4DD8-1CC7-FE02-BFA7FC00BD59}"/>
          </ac:inkMkLst>
        </pc:inkChg>
        <pc:inkChg chg="add mod">
          <ac:chgData name="Christopher Aloo" userId="81d139e4-1a74-45bd-a04a-64f94c7d37c9" providerId="ADAL" clId="{EBB903CD-9A70-439A-80ED-7C8A4BEA0F56}" dt="2025-08-18T17:23:50.057" v="475"/>
          <ac:inkMkLst>
            <pc:docMk/>
            <pc:sldMk cId="3158232615" sldId="338"/>
            <ac:inkMk id="169" creationId="{3F27F84A-7C83-6388-ADDF-C5C4A440D2AF}"/>
          </ac:inkMkLst>
        </pc:inkChg>
        <pc:inkChg chg="add">
          <ac:chgData name="Christopher Aloo" userId="81d139e4-1a74-45bd-a04a-64f94c7d37c9" providerId="ADAL" clId="{EBB903CD-9A70-439A-80ED-7C8A4BEA0F56}" dt="2025-08-18T17:23:48.224" v="471" actId="9405"/>
          <ac:inkMkLst>
            <pc:docMk/>
            <pc:sldMk cId="3158232615" sldId="338"/>
            <ac:inkMk id="170" creationId="{76555515-D8AC-A310-A6D9-5FF633259D66}"/>
          </ac:inkMkLst>
        </pc:inkChg>
        <pc:inkChg chg="add mod">
          <ac:chgData name="Christopher Aloo" userId="81d139e4-1a74-45bd-a04a-64f94c7d37c9" providerId="ADAL" clId="{EBB903CD-9A70-439A-80ED-7C8A4BEA0F56}" dt="2025-08-18T17:23:50.057" v="475"/>
          <ac:inkMkLst>
            <pc:docMk/>
            <pc:sldMk cId="3158232615" sldId="338"/>
            <ac:inkMk id="171" creationId="{207F547B-5D21-C424-AFEB-411E20B8BF2F}"/>
          </ac:inkMkLst>
        </pc:inkChg>
        <pc:inkChg chg="add">
          <ac:chgData name="Christopher Aloo" userId="81d139e4-1a74-45bd-a04a-64f94c7d37c9" providerId="ADAL" clId="{EBB903CD-9A70-439A-80ED-7C8A4BEA0F56}" dt="2025-08-18T17:23:48.795" v="473" actId="9405"/>
          <ac:inkMkLst>
            <pc:docMk/>
            <pc:sldMk cId="3158232615" sldId="338"/>
            <ac:inkMk id="172" creationId="{FA05C1D1-5561-CA5C-99ED-1C595C2D1C13}"/>
          </ac:inkMkLst>
        </pc:inkChg>
        <pc:inkChg chg="add mod">
          <ac:chgData name="Christopher Aloo" userId="81d139e4-1a74-45bd-a04a-64f94c7d37c9" providerId="ADAL" clId="{EBB903CD-9A70-439A-80ED-7C8A4BEA0F56}" dt="2025-08-18T17:23:59.373" v="487"/>
          <ac:inkMkLst>
            <pc:docMk/>
            <pc:sldMk cId="3158232615" sldId="338"/>
            <ac:inkMk id="173" creationId="{4D71B573-0522-10B4-95C4-D2E6761C9A3F}"/>
          </ac:inkMkLst>
        </pc:inkChg>
        <pc:inkChg chg="add mod">
          <ac:chgData name="Christopher Aloo" userId="81d139e4-1a74-45bd-a04a-64f94c7d37c9" providerId="ADAL" clId="{EBB903CD-9A70-439A-80ED-7C8A4BEA0F56}" dt="2025-08-18T17:23:53.116" v="480"/>
          <ac:inkMkLst>
            <pc:docMk/>
            <pc:sldMk cId="3158232615" sldId="338"/>
            <ac:inkMk id="176" creationId="{79AE105B-EDCC-52E4-794C-B3367DCEF484}"/>
          </ac:inkMkLst>
        </pc:inkChg>
        <pc:inkChg chg="add">
          <ac:chgData name="Christopher Aloo" userId="81d139e4-1a74-45bd-a04a-64f94c7d37c9" providerId="ADAL" clId="{EBB903CD-9A70-439A-80ED-7C8A4BEA0F56}" dt="2025-08-18T17:23:51.079" v="477" actId="9405"/>
          <ac:inkMkLst>
            <pc:docMk/>
            <pc:sldMk cId="3158232615" sldId="338"/>
            <ac:inkMk id="177" creationId="{7E0EABD1-ECC3-8BB2-F41A-897C851E22BB}"/>
          </ac:inkMkLst>
        </pc:inkChg>
        <pc:inkChg chg="add mod">
          <ac:chgData name="Christopher Aloo" userId="81d139e4-1a74-45bd-a04a-64f94c7d37c9" providerId="ADAL" clId="{EBB903CD-9A70-439A-80ED-7C8A4BEA0F56}" dt="2025-08-18T17:23:59.373" v="487"/>
          <ac:inkMkLst>
            <pc:docMk/>
            <pc:sldMk cId="3158232615" sldId="338"/>
            <ac:inkMk id="178" creationId="{722B33BC-90B9-574D-DE77-94BB66A793D8}"/>
          </ac:inkMkLst>
        </pc:inkChg>
        <pc:inkChg chg="add">
          <ac:chgData name="Christopher Aloo" userId="81d139e4-1a74-45bd-a04a-64f94c7d37c9" providerId="ADAL" clId="{EBB903CD-9A70-439A-80ED-7C8A4BEA0F56}" dt="2025-08-18T17:23:52.496" v="479" actId="9405"/>
          <ac:inkMkLst>
            <pc:docMk/>
            <pc:sldMk cId="3158232615" sldId="338"/>
            <ac:inkMk id="179" creationId="{4CEDFA59-BBE2-9383-1C0E-B57239476A04}"/>
          </ac:inkMkLst>
        </pc:inkChg>
        <pc:inkChg chg="add">
          <ac:chgData name="Christopher Aloo" userId="81d139e4-1a74-45bd-a04a-64f94c7d37c9" providerId="ADAL" clId="{EBB903CD-9A70-439A-80ED-7C8A4BEA0F56}" dt="2025-08-18T17:23:54.227" v="481" actId="9405"/>
          <ac:inkMkLst>
            <pc:docMk/>
            <pc:sldMk cId="3158232615" sldId="338"/>
            <ac:inkMk id="181" creationId="{3AAA2DCD-4206-3A34-E9F8-BAD68CF9508C}"/>
          </ac:inkMkLst>
        </pc:inkChg>
        <pc:inkChg chg="add">
          <ac:chgData name="Christopher Aloo" userId="81d139e4-1a74-45bd-a04a-64f94c7d37c9" providerId="ADAL" clId="{EBB903CD-9A70-439A-80ED-7C8A4BEA0F56}" dt="2025-08-18T17:23:54.924" v="482" actId="9405"/>
          <ac:inkMkLst>
            <pc:docMk/>
            <pc:sldMk cId="3158232615" sldId="338"/>
            <ac:inkMk id="182" creationId="{AF90FB16-2F48-ABF4-9656-2EEE476D40AC}"/>
          </ac:inkMkLst>
        </pc:inkChg>
        <pc:inkChg chg="add mod">
          <ac:chgData name="Christopher Aloo" userId="81d139e4-1a74-45bd-a04a-64f94c7d37c9" providerId="ADAL" clId="{EBB903CD-9A70-439A-80ED-7C8A4BEA0F56}" dt="2025-08-18T17:23:59.373" v="487"/>
          <ac:inkMkLst>
            <pc:docMk/>
            <pc:sldMk cId="3158232615" sldId="338"/>
            <ac:inkMk id="184" creationId="{A874A038-77B7-C177-623A-0193CCB871CB}"/>
          </ac:inkMkLst>
        </pc:inkChg>
        <pc:inkChg chg="add">
          <ac:chgData name="Christopher Aloo" userId="81d139e4-1a74-45bd-a04a-64f94c7d37c9" providerId="ADAL" clId="{EBB903CD-9A70-439A-80ED-7C8A4BEA0F56}" dt="2025-08-18T17:23:58.274" v="485" actId="9405"/>
          <ac:inkMkLst>
            <pc:docMk/>
            <pc:sldMk cId="3158232615" sldId="338"/>
            <ac:inkMk id="185" creationId="{346638FB-DAAC-0FF9-5D68-DDCAE53E122E}"/>
          </ac:inkMkLst>
        </pc:inkChg>
        <pc:inkChg chg="add">
          <ac:chgData name="Christopher Aloo" userId="81d139e4-1a74-45bd-a04a-64f94c7d37c9" providerId="ADAL" clId="{EBB903CD-9A70-439A-80ED-7C8A4BEA0F56}" dt="2025-08-18T17:23:58.804" v="486" actId="9405"/>
          <ac:inkMkLst>
            <pc:docMk/>
            <pc:sldMk cId="3158232615" sldId="338"/>
            <ac:inkMk id="186" creationId="{ADF4D0AF-8589-02EA-3704-08F35E54255D}"/>
          </ac:inkMkLst>
        </pc:inkChg>
      </pc:sldChg>
      <pc:sldChg chg="add">
        <pc:chgData name="Christopher Aloo" userId="81d139e4-1a74-45bd-a04a-64f94c7d37c9" providerId="ADAL" clId="{EBB903CD-9A70-439A-80ED-7C8A4BEA0F56}" dt="2025-08-18T17:24:07.021" v="488" actId="2890"/>
        <pc:sldMkLst>
          <pc:docMk/>
          <pc:sldMk cId="2055673126" sldId="339"/>
        </pc:sldMkLst>
      </pc:sldChg>
      <pc:sldChg chg="addSp delSp modSp add mod">
        <pc:chgData name="Christopher Aloo" userId="81d139e4-1a74-45bd-a04a-64f94c7d37c9" providerId="ADAL" clId="{EBB903CD-9A70-439A-80ED-7C8A4BEA0F56}" dt="2025-08-18T17:35:44.517" v="968"/>
        <pc:sldMkLst>
          <pc:docMk/>
          <pc:sldMk cId="3670891185" sldId="340"/>
        </pc:sldMkLst>
        <pc:grpChg chg="del mod">
          <ac:chgData name="Christopher Aloo" userId="81d139e4-1a74-45bd-a04a-64f94c7d37c9" providerId="ADAL" clId="{EBB903CD-9A70-439A-80ED-7C8A4BEA0F56}" dt="2025-08-18T17:34:53.491" v="911"/>
          <ac:grpSpMkLst>
            <pc:docMk/>
            <pc:sldMk cId="3670891185" sldId="340"/>
            <ac:grpSpMk id="5" creationId="{9E918592-A09A-6A93-3B94-13D2BBEB81CE}"/>
          </ac:grpSpMkLst>
        </pc:grpChg>
        <pc:grpChg chg="mod">
          <ac:chgData name="Christopher Aloo" userId="81d139e4-1a74-45bd-a04a-64f94c7d37c9" providerId="ADAL" clId="{EBB903CD-9A70-439A-80ED-7C8A4BEA0F56}" dt="2025-08-18T17:34:53.491" v="911"/>
          <ac:grpSpMkLst>
            <pc:docMk/>
            <pc:sldMk cId="3670891185" sldId="340"/>
            <ac:grpSpMk id="9" creationId="{E5C31A8A-9DB8-D10B-7035-C0FE4AFB67A3}"/>
          </ac:grpSpMkLst>
        </pc:grpChg>
        <pc:grpChg chg="del mod">
          <ac:chgData name="Christopher Aloo" userId="81d139e4-1a74-45bd-a04a-64f94c7d37c9" providerId="ADAL" clId="{EBB903CD-9A70-439A-80ED-7C8A4BEA0F56}" dt="2025-08-18T17:34:58.916" v="922"/>
          <ac:grpSpMkLst>
            <pc:docMk/>
            <pc:sldMk cId="3670891185" sldId="340"/>
            <ac:grpSpMk id="16" creationId="{78B85C61-4274-F318-8678-568052BE1EAB}"/>
          </ac:grpSpMkLst>
        </pc:grpChg>
        <pc:grpChg chg="mod">
          <ac:chgData name="Christopher Aloo" userId="81d139e4-1a74-45bd-a04a-64f94c7d37c9" providerId="ADAL" clId="{EBB903CD-9A70-439A-80ED-7C8A4BEA0F56}" dt="2025-08-18T17:34:56.831" v="918"/>
          <ac:grpSpMkLst>
            <pc:docMk/>
            <pc:sldMk cId="3670891185" sldId="340"/>
            <ac:grpSpMk id="17" creationId="{59A31BF3-F47A-4AD0-384B-6643EE27E7E6}"/>
          </ac:grpSpMkLst>
        </pc:grpChg>
        <pc:grpChg chg="mod">
          <ac:chgData name="Christopher Aloo" userId="81d139e4-1a74-45bd-a04a-64f94c7d37c9" providerId="ADAL" clId="{EBB903CD-9A70-439A-80ED-7C8A4BEA0F56}" dt="2025-08-18T17:34:58.916" v="922"/>
          <ac:grpSpMkLst>
            <pc:docMk/>
            <pc:sldMk cId="3670891185" sldId="340"/>
            <ac:grpSpMk id="21" creationId="{D6CBD963-2235-010D-4EE7-6E2D71E8ABF1}"/>
          </ac:grpSpMkLst>
        </pc:grpChg>
        <pc:grpChg chg="mod">
          <ac:chgData name="Christopher Aloo" userId="81d139e4-1a74-45bd-a04a-64f94c7d37c9" providerId="ADAL" clId="{EBB903CD-9A70-439A-80ED-7C8A4BEA0F56}" dt="2025-08-18T17:35:08.546" v="934"/>
          <ac:grpSpMkLst>
            <pc:docMk/>
            <pc:sldMk cId="3670891185" sldId="340"/>
            <ac:grpSpMk id="33" creationId="{FE37D634-AC45-89D1-CBB8-9284DE7AA3D9}"/>
          </ac:grpSpMkLst>
        </pc:grpChg>
        <pc:grpChg chg="del mod">
          <ac:chgData name="Christopher Aloo" userId="81d139e4-1a74-45bd-a04a-64f94c7d37c9" providerId="ADAL" clId="{EBB903CD-9A70-439A-80ED-7C8A4BEA0F56}" dt="2025-08-18T17:35:24.335" v="948"/>
          <ac:grpSpMkLst>
            <pc:docMk/>
            <pc:sldMk cId="3670891185" sldId="340"/>
            <ac:grpSpMk id="44" creationId="{B0D71722-16B0-2E48-D9FA-9811243E418F}"/>
          </ac:grpSpMkLst>
        </pc:grpChg>
        <pc:grpChg chg="mod">
          <ac:chgData name="Christopher Aloo" userId="81d139e4-1a74-45bd-a04a-64f94c7d37c9" providerId="ADAL" clId="{EBB903CD-9A70-439A-80ED-7C8A4BEA0F56}" dt="2025-08-18T17:35:24.335" v="948"/>
          <ac:grpSpMkLst>
            <pc:docMk/>
            <pc:sldMk cId="3670891185" sldId="340"/>
            <ac:grpSpMk id="47" creationId="{2420A2BA-8DC8-25C1-91DF-63F18BA0FCC7}"/>
          </ac:grpSpMkLst>
        </pc:grpChg>
        <pc:grpChg chg="mod">
          <ac:chgData name="Christopher Aloo" userId="81d139e4-1a74-45bd-a04a-64f94c7d37c9" providerId="ADAL" clId="{EBB903CD-9A70-439A-80ED-7C8A4BEA0F56}" dt="2025-08-18T17:35:32.999" v="953"/>
          <ac:grpSpMkLst>
            <pc:docMk/>
            <pc:sldMk cId="3670891185" sldId="340"/>
            <ac:grpSpMk id="52" creationId="{E1EBB628-C74E-149E-55FF-6961F1EB63A1}"/>
          </ac:grpSpMkLst>
        </pc:grpChg>
        <pc:grpChg chg="mod">
          <ac:chgData name="Christopher Aloo" userId="81d139e4-1a74-45bd-a04a-64f94c7d37c9" providerId="ADAL" clId="{EBB903CD-9A70-439A-80ED-7C8A4BEA0F56}" dt="2025-08-18T17:35:37.775" v="957"/>
          <ac:grpSpMkLst>
            <pc:docMk/>
            <pc:sldMk cId="3670891185" sldId="340"/>
            <ac:grpSpMk id="56" creationId="{18CFC459-B2D8-A359-7429-358C6340BD68}"/>
          </ac:grpSpMkLst>
        </pc:grpChg>
        <pc:grpChg chg="mod">
          <ac:chgData name="Christopher Aloo" userId="81d139e4-1a74-45bd-a04a-64f94c7d37c9" providerId="ADAL" clId="{EBB903CD-9A70-439A-80ED-7C8A4BEA0F56}" dt="2025-08-18T17:35:40.359" v="961"/>
          <ac:grpSpMkLst>
            <pc:docMk/>
            <pc:sldMk cId="3670891185" sldId="340"/>
            <ac:grpSpMk id="60" creationId="{08BA5F15-CCC1-857F-D605-8C37E0860960}"/>
          </ac:grpSpMkLst>
        </pc:grpChg>
        <pc:grpChg chg="mod">
          <ac:chgData name="Christopher Aloo" userId="81d139e4-1a74-45bd-a04a-64f94c7d37c9" providerId="ADAL" clId="{EBB903CD-9A70-439A-80ED-7C8A4BEA0F56}" dt="2025-08-18T17:35:44.517" v="968"/>
          <ac:grpSpMkLst>
            <pc:docMk/>
            <pc:sldMk cId="3670891185" sldId="340"/>
            <ac:grpSpMk id="67" creationId="{2ABA3862-B3FC-2EE6-3E78-0366A7E44111}"/>
          </ac:grpSpMkLst>
        </pc:grpChg>
        <pc:inkChg chg="add mod">
          <ac:chgData name="Christopher Aloo" userId="81d139e4-1a74-45bd-a04a-64f94c7d37c9" providerId="ADAL" clId="{EBB903CD-9A70-439A-80ED-7C8A4BEA0F56}" dt="2025-08-18T17:34:53.491" v="911"/>
          <ac:inkMkLst>
            <pc:docMk/>
            <pc:sldMk cId="3670891185" sldId="340"/>
            <ac:inkMk id="2" creationId="{99234E0D-8EA6-61C7-B164-05B598719B87}"/>
          </ac:inkMkLst>
        </pc:inkChg>
        <pc:inkChg chg="add mod">
          <ac:chgData name="Christopher Aloo" userId="81d139e4-1a74-45bd-a04a-64f94c7d37c9" providerId="ADAL" clId="{EBB903CD-9A70-439A-80ED-7C8A4BEA0F56}" dt="2025-08-18T17:34:53.491" v="911"/>
          <ac:inkMkLst>
            <pc:docMk/>
            <pc:sldMk cId="3670891185" sldId="340"/>
            <ac:inkMk id="3" creationId="{1538B923-723D-50D7-EF61-BB1A61346805}"/>
          </ac:inkMkLst>
        </pc:inkChg>
        <pc:inkChg chg="add mod">
          <ac:chgData name="Christopher Aloo" userId="81d139e4-1a74-45bd-a04a-64f94c7d37c9" providerId="ADAL" clId="{EBB903CD-9A70-439A-80ED-7C8A4BEA0F56}" dt="2025-08-18T17:34:53.491" v="911"/>
          <ac:inkMkLst>
            <pc:docMk/>
            <pc:sldMk cId="3670891185" sldId="340"/>
            <ac:inkMk id="4" creationId="{A0E3BE07-028B-4EA3-1C97-C34E67461D77}"/>
          </ac:inkMkLst>
        </pc:inkChg>
        <pc:inkChg chg="add mod">
          <ac:chgData name="Christopher Aloo" userId="81d139e4-1a74-45bd-a04a-64f94c7d37c9" providerId="ADAL" clId="{EBB903CD-9A70-439A-80ED-7C8A4BEA0F56}" dt="2025-08-18T17:34:53.491" v="911"/>
          <ac:inkMkLst>
            <pc:docMk/>
            <pc:sldMk cId="3670891185" sldId="340"/>
            <ac:inkMk id="6" creationId="{57A77757-8567-CAA0-2B62-3B472E182B81}"/>
          </ac:inkMkLst>
        </pc:inkChg>
        <pc:inkChg chg="add mod">
          <ac:chgData name="Christopher Aloo" userId="81d139e4-1a74-45bd-a04a-64f94c7d37c9" providerId="ADAL" clId="{EBB903CD-9A70-439A-80ED-7C8A4BEA0F56}" dt="2025-08-18T17:34:53.491" v="911"/>
          <ac:inkMkLst>
            <pc:docMk/>
            <pc:sldMk cId="3670891185" sldId="340"/>
            <ac:inkMk id="7" creationId="{E148011D-E592-AC6F-21F1-E01A1BA4AF89}"/>
          </ac:inkMkLst>
        </pc:inkChg>
        <pc:inkChg chg="add mod">
          <ac:chgData name="Christopher Aloo" userId="81d139e4-1a74-45bd-a04a-64f94c7d37c9" providerId="ADAL" clId="{EBB903CD-9A70-439A-80ED-7C8A4BEA0F56}" dt="2025-08-18T17:34:53.491" v="911"/>
          <ac:inkMkLst>
            <pc:docMk/>
            <pc:sldMk cId="3670891185" sldId="340"/>
            <ac:inkMk id="8" creationId="{A6DA3040-B4FF-69E9-498F-18E1BA205A6F}"/>
          </ac:inkMkLst>
        </pc:inkChg>
        <pc:inkChg chg="add mod">
          <ac:chgData name="Christopher Aloo" userId="81d139e4-1a74-45bd-a04a-64f94c7d37c9" providerId="ADAL" clId="{EBB903CD-9A70-439A-80ED-7C8A4BEA0F56}" dt="2025-08-18T17:34:56.831" v="918"/>
          <ac:inkMkLst>
            <pc:docMk/>
            <pc:sldMk cId="3670891185" sldId="340"/>
            <ac:inkMk id="10" creationId="{07B23D94-76BC-7C0B-4CAB-D0AD13E3D7DC}"/>
          </ac:inkMkLst>
        </pc:inkChg>
        <pc:inkChg chg="add mod">
          <ac:chgData name="Christopher Aloo" userId="81d139e4-1a74-45bd-a04a-64f94c7d37c9" providerId="ADAL" clId="{EBB903CD-9A70-439A-80ED-7C8A4BEA0F56}" dt="2025-08-18T17:34:56.831" v="918"/>
          <ac:inkMkLst>
            <pc:docMk/>
            <pc:sldMk cId="3670891185" sldId="340"/>
            <ac:inkMk id="11" creationId="{19A15916-EA80-8BA7-8C31-E10461F535B5}"/>
          </ac:inkMkLst>
        </pc:inkChg>
        <pc:inkChg chg="add mod">
          <ac:chgData name="Christopher Aloo" userId="81d139e4-1a74-45bd-a04a-64f94c7d37c9" providerId="ADAL" clId="{EBB903CD-9A70-439A-80ED-7C8A4BEA0F56}" dt="2025-08-18T17:34:56.831" v="918"/>
          <ac:inkMkLst>
            <pc:docMk/>
            <pc:sldMk cId="3670891185" sldId="340"/>
            <ac:inkMk id="12" creationId="{4940C363-E593-55C4-3C4C-0DC09ED5AA05}"/>
          </ac:inkMkLst>
        </pc:inkChg>
        <pc:inkChg chg="add mod">
          <ac:chgData name="Christopher Aloo" userId="81d139e4-1a74-45bd-a04a-64f94c7d37c9" providerId="ADAL" clId="{EBB903CD-9A70-439A-80ED-7C8A4BEA0F56}" dt="2025-08-18T17:34:58.916" v="922"/>
          <ac:inkMkLst>
            <pc:docMk/>
            <pc:sldMk cId="3670891185" sldId="340"/>
            <ac:inkMk id="13" creationId="{586B822E-DD2A-4198-322D-B30775BF1D2E}"/>
          </ac:inkMkLst>
        </pc:inkChg>
        <pc:inkChg chg="add mod">
          <ac:chgData name="Christopher Aloo" userId="81d139e4-1a74-45bd-a04a-64f94c7d37c9" providerId="ADAL" clId="{EBB903CD-9A70-439A-80ED-7C8A4BEA0F56}" dt="2025-08-18T17:34:58.916" v="922"/>
          <ac:inkMkLst>
            <pc:docMk/>
            <pc:sldMk cId="3670891185" sldId="340"/>
            <ac:inkMk id="14" creationId="{7067709F-F25B-4525-15B5-2C046A384406}"/>
          </ac:inkMkLst>
        </pc:inkChg>
        <pc:inkChg chg="add mod">
          <ac:chgData name="Christopher Aloo" userId="81d139e4-1a74-45bd-a04a-64f94c7d37c9" providerId="ADAL" clId="{EBB903CD-9A70-439A-80ED-7C8A4BEA0F56}" dt="2025-08-18T17:34:58.916" v="922"/>
          <ac:inkMkLst>
            <pc:docMk/>
            <pc:sldMk cId="3670891185" sldId="340"/>
            <ac:inkMk id="15" creationId="{86C83155-19FF-AD64-F52D-F79CDBCCB3BC}"/>
          </ac:inkMkLst>
        </pc:inkChg>
        <pc:inkChg chg="add mod">
          <ac:chgData name="Christopher Aloo" userId="81d139e4-1a74-45bd-a04a-64f94c7d37c9" providerId="ADAL" clId="{EBB903CD-9A70-439A-80ED-7C8A4BEA0F56}" dt="2025-08-18T17:34:58.916" v="922"/>
          <ac:inkMkLst>
            <pc:docMk/>
            <pc:sldMk cId="3670891185" sldId="340"/>
            <ac:inkMk id="18" creationId="{532FF7F2-8C46-9070-06FC-3054F944CBE8}"/>
          </ac:inkMkLst>
        </pc:inkChg>
        <pc:inkChg chg="add mod">
          <ac:chgData name="Christopher Aloo" userId="81d139e4-1a74-45bd-a04a-64f94c7d37c9" providerId="ADAL" clId="{EBB903CD-9A70-439A-80ED-7C8A4BEA0F56}" dt="2025-08-18T17:34:58.916" v="922"/>
          <ac:inkMkLst>
            <pc:docMk/>
            <pc:sldMk cId="3670891185" sldId="340"/>
            <ac:inkMk id="19" creationId="{CB576CCC-8E4E-E3EA-6781-A06A9E43A0F5}"/>
          </ac:inkMkLst>
        </pc:inkChg>
        <pc:inkChg chg="add mod">
          <ac:chgData name="Christopher Aloo" userId="81d139e4-1a74-45bd-a04a-64f94c7d37c9" providerId="ADAL" clId="{EBB903CD-9A70-439A-80ED-7C8A4BEA0F56}" dt="2025-08-18T17:34:58.916" v="922"/>
          <ac:inkMkLst>
            <pc:docMk/>
            <pc:sldMk cId="3670891185" sldId="340"/>
            <ac:inkMk id="20" creationId="{883E803E-E7AD-3624-D7E5-C69F96FE3849}"/>
          </ac:inkMkLst>
        </pc:inkChg>
        <pc:inkChg chg="add mod">
          <ac:chgData name="Christopher Aloo" userId="81d139e4-1a74-45bd-a04a-64f94c7d37c9" providerId="ADAL" clId="{EBB903CD-9A70-439A-80ED-7C8A4BEA0F56}" dt="2025-08-18T17:35:08.546" v="934"/>
          <ac:inkMkLst>
            <pc:docMk/>
            <pc:sldMk cId="3670891185" sldId="340"/>
            <ac:inkMk id="22" creationId="{0769D9CC-517C-73F3-3790-1D52ACAA3059}"/>
          </ac:inkMkLst>
        </pc:inkChg>
        <pc:inkChg chg="add mod">
          <ac:chgData name="Christopher Aloo" userId="81d139e4-1a74-45bd-a04a-64f94c7d37c9" providerId="ADAL" clId="{EBB903CD-9A70-439A-80ED-7C8A4BEA0F56}" dt="2025-08-18T17:35:08.546" v="934"/>
          <ac:inkMkLst>
            <pc:docMk/>
            <pc:sldMk cId="3670891185" sldId="340"/>
            <ac:inkMk id="23" creationId="{D6B96B4A-2B74-E3B3-B847-28A51516FC10}"/>
          </ac:inkMkLst>
        </pc:inkChg>
        <pc:inkChg chg="add">
          <ac:chgData name="Christopher Aloo" userId="81d139e4-1a74-45bd-a04a-64f94c7d37c9" providerId="ADAL" clId="{EBB903CD-9A70-439A-80ED-7C8A4BEA0F56}" dt="2025-08-18T17:35:04.345" v="925" actId="9405"/>
          <ac:inkMkLst>
            <pc:docMk/>
            <pc:sldMk cId="3670891185" sldId="340"/>
            <ac:inkMk id="24" creationId="{07219B27-497E-D09C-20DB-CD8949674EF2}"/>
          </ac:inkMkLst>
        </pc:inkChg>
        <pc:inkChg chg="add mod">
          <ac:chgData name="Christopher Aloo" userId="81d139e4-1a74-45bd-a04a-64f94c7d37c9" providerId="ADAL" clId="{EBB903CD-9A70-439A-80ED-7C8A4BEA0F56}" dt="2025-08-18T17:35:08.546" v="934"/>
          <ac:inkMkLst>
            <pc:docMk/>
            <pc:sldMk cId="3670891185" sldId="340"/>
            <ac:inkMk id="25" creationId="{647121BD-A9A0-89A8-CE48-9861A58AA893}"/>
          </ac:inkMkLst>
        </pc:inkChg>
        <pc:inkChg chg="add mod">
          <ac:chgData name="Christopher Aloo" userId="81d139e4-1a74-45bd-a04a-64f94c7d37c9" providerId="ADAL" clId="{EBB903CD-9A70-439A-80ED-7C8A4BEA0F56}" dt="2025-08-18T17:35:08.546" v="934"/>
          <ac:inkMkLst>
            <pc:docMk/>
            <pc:sldMk cId="3670891185" sldId="340"/>
            <ac:inkMk id="26" creationId="{C0C9F983-F62B-A3DC-78CA-568E9E704BE9}"/>
          </ac:inkMkLst>
        </pc:inkChg>
        <pc:inkChg chg="add mod">
          <ac:chgData name="Christopher Aloo" userId="81d139e4-1a74-45bd-a04a-64f94c7d37c9" providerId="ADAL" clId="{EBB903CD-9A70-439A-80ED-7C8A4BEA0F56}" dt="2025-08-18T17:35:08.546" v="934"/>
          <ac:inkMkLst>
            <pc:docMk/>
            <pc:sldMk cId="3670891185" sldId="340"/>
            <ac:inkMk id="27" creationId="{59BB0D9C-55DF-E967-C821-95F87556184D}"/>
          </ac:inkMkLst>
        </pc:inkChg>
        <pc:inkChg chg="add mod">
          <ac:chgData name="Christopher Aloo" userId="81d139e4-1a74-45bd-a04a-64f94c7d37c9" providerId="ADAL" clId="{EBB903CD-9A70-439A-80ED-7C8A4BEA0F56}" dt="2025-08-18T17:35:08.546" v="934"/>
          <ac:inkMkLst>
            <pc:docMk/>
            <pc:sldMk cId="3670891185" sldId="340"/>
            <ac:inkMk id="28" creationId="{E739D780-3B3F-BD2D-E4D6-D2C9FCD49277}"/>
          </ac:inkMkLst>
        </pc:inkChg>
        <pc:inkChg chg="add mod">
          <ac:chgData name="Christopher Aloo" userId="81d139e4-1a74-45bd-a04a-64f94c7d37c9" providerId="ADAL" clId="{EBB903CD-9A70-439A-80ED-7C8A4BEA0F56}" dt="2025-08-18T17:35:08.546" v="934"/>
          <ac:inkMkLst>
            <pc:docMk/>
            <pc:sldMk cId="3670891185" sldId="340"/>
            <ac:inkMk id="29" creationId="{ED1365EC-A931-D069-C998-4B071DE5D424}"/>
          </ac:inkMkLst>
        </pc:inkChg>
        <pc:inkChg chg="add">
          <ac:chgData name="Christopher Aloo" userId="81d139e4-1a74-45bd-a04a-64f94c7d37c9" providerId="ADAL" clId="{EBB903CD-9A70-439A-80ED-7C8A4BEA0F56}" dt="2025-08-18T17:35:06.777" v="931" actId="9405"/>
          <ac:inkMkLst>
            <pc:docMk/>
            <pc:sldMk cId="3670891185" sldId="340"/>
            <ac:inkMk id="30" creationId="{33F51B84-60D9-91A5-82DA-3C08A99B8A43}"/>
          </ac:inkMkLst>
        </pc:inkChg>
        <pc:inkChg chg="add mod">
          <ac:chgData name="Christopher Aloo" userId="81d139e4-1a74-45bd-a04a-64f94c7d37c9" providerId="ADAL" clId="{EBB903CD-9A70-439A-80ED-7C8A4BEA0F56}" dt="2025-08-18T17:35:08.546" v="934"/>
          <ac:inkMkLst>
            <pc:docMk/>
            <pc:sldMk cId="3670891185" sldId="340"/>
            <ac:inkMk id="31" creationId="{3970C199-A976-2E52-4D86-9630645A11C0}"/>
          </ac:inkMkLst>
        </pc:inkChg>
        <pc:inkChg chg="add mod">
          <ac:chgData name="Christopher Aloo" userId="81d139e4-1a74-45bd-a04a-64f94c7d37c9" providerId="ADAL" clId="{EBB903CD-9A70-439A-80ED-7C8A4BEA0F56}" dt="2025-08-18T17:35:08.546" v="934"/>
          <ac:inkMkLst>
            <pc:docMk/>
            <pc:sldMk cId="3670891185" sldId="340"/>
            <ac:inkMk id="32" creationId="{DB5F6F97-7EA3-7CF4-E5D9-8060B1FB2915}"/>
          </ac:inkMkLst>
        </pc:inkChg>
        <pc:inkChg chg="add mod">
          <ac:chgData name="Christopher Aloo" userId="81d139e4-1a74-45bd-a04a-64f94c7d37c9" providerId="ADAL" clId="{EBB903CD-9A70-439A-80ED-7C8A4BEA0F56}" dt="2025-08-18T17:35:24.335" v="948"/>
          <ac:inkMkLst>
            <pc:docMk/>
            <pc:sldMk cId="3670891185" sldId="340"/>
            <ac:inkMk id="34" creationId="{A6DADC70-6F8C-77E0-2378-36A9BF87AABC}"/>
          </ac:inkMkLst>
        </pc:inkChg>
        <pc:inkChg chg="add mod">
          <ac:chgData name="Christopher Aloo" userId="81d139e4-1a74-45bd-a04a-64f94c7d37c9" providerId="ADAL" clId="{EBB903CD-9A70-439A-80ED-7C8A4BEA0F56}" dt="2025-08-18T17:35:24.335" v="948"/>
          <ac:inkMkLst>
            <pc:docMk/>
            <pc:sldMk cId="3670891185" sldId="340"/>
            <ac:inkMk id="35" creationId="{1A1C969B-64C7-C648-DD66-8448BB1268F7}"/>
          </ac:inkMkLst>
        </pc:inkChg>
        <pc:inkChg chg="add mod">
          <ac:chgData name="Christopher Aloo" userId="81d139e4-1a74-45bd-a04a-64f94c7d37c9" providerId="ADAL" clId="{EBB903CD-9A70-439A-80ED-7C8A4BEA0F56}" dt="2025-08-18T17:35:17.997" v="945"/>
          <ac:inkMkLst>
            <pc:docMk/>
            <pc:sldMk cId="3670891185" sldId="340"/>
            <ac:inkMk id="36" creationId="{00EFB38D-BA68-3361-5797-4EE8108688F1}"/>
          </ac:inkMkLst>
        </pc:inkChg>
        <pc:inkChg chg="add mod">
          <ac:chgData name="Christopher Aloo" userId="81d139e4-1a74-45bd-a04a-64f94c7d37c9" providerId="ADAL" clId="{EBB903CD-9A70-439A-80ED-7C8A4BEA0F56}" dt="2025-08-18T17:35:17.997" v="945"/>
          <ac:inkMkLst>
            <pc:docMk/>
            <pc:sldMk cId="3670891185" sldId="340"/>
            <ac:inkMk id="37" creationId="{25D13D9B-9F9D-0B37-7526-7B71AA9B3037}"/>
          </ac:inkMkLst>
        </pc:inkChg>
        <pc:inkChg chg="add mod">
          <ac:chgData name="Christopher Aloo" userId="81d139e4-1a74-45bd-a04a-64f94c7d37c9" providerId="ADAL" clId="{EBB903CD-9A70-439A-80ED-7C8A4BEA0F56}" dt="2025-08-18T17:35:24.335" v="948"/>
          <ac:inkMkLst>
            <pc:docMk/>
            <pc:sldMk cId="3670891185" sldId="340"/>
            <ac:inkMk id="38" creationId="{3040E82B-77C2-1D44-8367-2318DFDD7C1E}"/>
          </ac:inkMkLst>
        </pc:inkChg>
        <pc:inkChg chg="add mod">
          <ac:chgData name="Christopher Aloo" userId="81d139e4-1a74-45bd-a04a-64f94c7d37c9" providerId="ADAL" clId="{EBB903CD-9A70-439A-80ED-7C8A4BEA0F56}" dt="2025-08-18T17:35:24.335" v="948"/>
          <ac:inkMkLst>
            <pc:docMk/>
            <pc:sldMk cId="3670891185" sldId="340"/>
            <ac:inkMk id="39" creationId="{10186597-A32D-B677-480D-581A2982CF05}"/>
          </ac:inkMkLst>
        </pc:inkChg>
        <pc:inkChg chg="add mod">
          <ac:chgData name="Christopher Aloo" userId="81d139e4-1a74-45bd-a04a-64f94c7d37c9" providerId="ADAL" clId="{EBB903CD-9A70-439A-80ED-7C8A4BEA0F56}" dt="2025-08-18T17:35:17.997" v="945"/>
          <ac:inkMkLst>
            <pc:docMk/>
            <pc:sldMk cId="3670891185" sldId="340"/>
            <ac:inkMk id="40" creationId="{3153C150-9BCC-F6F1-928A-998CA3A9099F}"/>
          </ac:inkMkLst>
        </pc:inkChg>
        <pc:inkChg chg="add mod">
          <ac:chgData name="Christopher Aloo" userId="81d139e4-1a74-45bd-a04a-64f94c7d37c9" providerId="ADAL" clId="{EBB903CD-9A70-439A-80ED-7C8A4BEA0F56}" dt="2025-08-18T17:35:17.997" v="945"/>
          <ac:inkMkLst>
            <pc:docMk/>
            <pc:sldMk cId="3670891185" sldId="340"/>
            <ac:inkMk id="41" creationId="{C84BA00D-3263-BDC2-C768-809CA83850DF}"/>
          </ac:inkMkLst>
        </pc:inkChg>
        <pc:inkChg chg="add mod">
          <ac:chgData name="Christopher Aloo" userId="81d139e4-1a74-45bd-a04a-64f94c7d37c9" providerId="ADAL" clId="{EBB903CD-9A70-439A-80ED-7C8A4BEA0F56}" dt="2025-08-18T17:35:24.335" v="948"/>
          <ac:inkMkLst>
            <pc:docMk/>
            <pc:sldMk cId="3670891185" sldId="340"/>
            <ac:inkMk id="42" creationId="{3C77472B-B5B7-2773-58EE-C9F07EA3DC1F}"/>
          </ac:inkMkLst>
        </pc:inkChg>
        <pc:inkChg chg="add mod">
          <ac:chgData name="Christopher Aloo" userId="81d139e4-1a74-45bd-a04a-64f94c7d37c9" providerId="ADAL" clId="{EBB903CD-9A70-439A-80ED-7C8A4BEA0F56}" dt="2025-08-18T17:35:24.335" v="948"/>
          <ac:inkMkLst>
            <pc:docMk/>
            <pc:sldMk cId="3670891185" sldId="340"/>
            <ac:inkMk id="43" creationId="{9B97BB38-5D12-0B2F-7E08-034E56282A2C}"/>
          </ac:inkMkLst>
        </pc:inkChg>
        <pc:inkChg chg="add mod">
          <ac:chgData name="Christopher Aloo" userId="81d139e4-1a74-45bd-a04a-64f94c7d37c9" providerId="ADAL" clId="{EBB903CD-9A70-439A-80ED-7C8A4BEA0F56}" dt="2025-08-18T17:35:24.335" v="948"/>
          <ac:inkMkLst>
            <pc:docMk/>
            <pc:sldMk cId="3670891185" sldId="340"/>
            <ac:inkMk id="45" creationId="{5FB653A1-7ECE-6ECF-189E-557768911F1E}"/>
          </ac:inkMkLst>
        </pc:inkChg>
        <pc:inkChg chg="add mod">
          <ac:chgData name="Christopher Aloo" userId="81d139e4-1a74-45bd-a04a-64f94c7d37c9" providerId="ADAL" clId="{EBB903CD-9A70-439A-80ED-7C8A4BEA0F56}" dt="2025-08-18T17:35:24.335" v="948"/>
          <ac:inkMkLst>
            <pc:docMk/>
            <pc:sldMk cId="3670891185" sldId="340"/>
            <ac:inkMk id="46" creationId="{C2A09CB6-5D30-5FFD-987B-FC1B98A89EFD}"/>
          </ac:inkMkLst>
        </pc:inkChg>
        <pc:inkChg chg="add mod">
          <ac:chgData name="Christopher Aloo" userId="81d139e4-1a74-45bd-a04a-64f94c7d37c9" providerId="ADAL" clId="{EBB903CD-9A70-439A-80ED-7C8A4BEA0F56}" dt="2025-08-18T17:35:32.999" v="953"/>
          <ac:inkMkLst>
            <pc:docMk/>
            <pc:sldMk cId="3670891185" sldId="340"/>
            <ac:inkMk id="48" creationId="{1762B657-A4AF-4555-B154-ECC44779521D}"/>
          </ac:inkMkLst>
        </pc:inkChg>
        <pc:inkChg chg="add mod">
          <ac:chgData name="Christopher Aloo" userId="81d139e4-1a74-45bd-a04a-64f94c7d37c9" providerId="ADAL" clId="{EBB903CD-9A70-439A-80ED-7C8A4BEA0F56}" dt="2025-08-18T17:35:32.999" v="953"/>
          <ac:inkMkLst>
            <pc:docMk/>
            <pc:sldMk cId="3670891185" sldId="340"/>
            <ac:inkMk id="49" creationId="{04842A1A-2B62-44F9-6FC7-DB63943A90D1}"/>
          </ac:inkMkLst>
        </pc:inkChg>
        <pc:inkChg chg="add mod">
          <ac:chgData name="Christopher Aloo" userId="81d139e4-1a74-45bd-a04a-64f94c7d37c9" providerId="ADAL" clId="{EBB903CD-9A70-439A-80ED-7C8A4BEA0F56}" dt="2025-08-18T17:35:32.999" v="953"/>
          <ac:inkMkLst>
            <pc:docMk/>
            <pc:sldMk cId="3670891185" sldId="340"/>
            <ac:inkMk id="50" creationId="{41C09801-2415-52DB-76EF-BBAAA770057E}"/>
          </ac:inkMkLst>
        </pc:inkChg>
        <pc:inkChg chg="add">
          <ac:chgData name="Christopher Aloo" userId="81d139e4-1a74-45bd-a04a-64f94c7d37c9" providerId="ADAL" clId="{EBB903CD-9A70-439A-80ED-7C8A4BEA0F56}" dt="2025-08-18T17:35:32.314" v="952" actId="9405"/>
          <ac:inkMkLst>
            <pc:docMk/>
            <pc:sldMk cId="3670891185" sldId="340"/>
            <ac:inkMk id="51" creationId="{6100A650-55F4-6F6D-638E-1480AC0BC3D5}"/>
          </ac:inkMkLst>
        </pc:inkChg>
        <pc:inkChg chg="add mod">
          <ac:chgData name="Christopher Aloo" userId="81d139e4-1a74-45bd-a04a-64f94c7d37c9" providerId="ADAL" clId="{EBB903CD-9A70-439A-80ED-7C8A4BEA0F56}" dt="2025-08-18T17:35:37.775" v="957"/>
          <ac:inkMkLst>
            <pc:docMk/>
            <pc:sldMk cId="3670891185" sldId="340"/>
            <ac:inkMk id="53" creationId="{72C14A16-E175-329C-6D5E-1B471F295FB3}"/>
          </ac:inkMkLst>
        </pc:inkChg>
        <pc:inkChg chg="add mod">
          <ac:chgData name="Christopher Aloo" userId="81d139e4-1a74-45bd-a04a-64f94c7d37c9" providerId="ADAL" clId="{EBB903CD-9A70-439A-80ED-7C8A4BEA0F56}" dt="2025-08-18T17:35:37.775" v="957"/>
          <ac:inkMkLst>
            <pc:docMk/>
            <pc:sldMk cId="3670891185" sldId="340"/>
            <ac:inkMk id="54" creationId="{9B8E755C-6F2C-0B3B-D9F1-F4C29EC1C431}"/>
          </ac:inkMkLst>
        </pc:inkChg>
        <pc:inkChg chg="add mod">
          <ac:chgData name="Christopher Aloo" userId="81d139e4-1a74-45bd-a04a-64f94c7d37c9" providerId="ADAL" clId="{EBB903CD-9A70-439A-80ED-7C8A4BEA0F56}" dt="2025-08-18T17:35:37.775" v="957"/>
          <ac:inkMkLst>
            <pc:docMk/>
            <pc:sldMk cId="3670891185" sldId="340"/>
            <ac:inkMk id="55" creationId="{4D4346FE-5F09-DC98-5C42-E1749061926A}"/>
          </ac:inkMkLst>
        </pc:inkChg>
        <pc:inkChg chg="add mod">
          <ac:chgData name="Christopher Aloo" userId="81d139e4-1a74-45bd-a04a-64f94c7d37c9" providerId="ADAL" clId="{EBB903CD-9A70-439A-80ED-7C8A4BEA0F56}" dt="2025-08-18T17:35:40.359" v="961"/>
          <ac:inkMkLst>
            <pc:docMk/>
            <pc:sldMk cId="3670891185" sldId="340"/>
            <ac:inkMk id="57" creationId="{25ED1AA8-53DB-6DC0-3440-80F1BD4F2BF8}"/>
          </ac:inkMkLst>
        </pc:inkChg>
        <pc:inkChg chg="add mod">
          <ac:chgData name="Christopher Aloo" userId="81d139e4-1a74-45bd-a04a-64f94c7d37c9" providerId="ADAL" clId="{EBB903CD-9A70-439A-80ED-7C8A4BEA0F56}" dt="2025-08-18T17:35:40.359" v="961"/>
          <ac:inkMkLst>
            <pc:docMk/>
            <pc:sldMk cId="3670891185" sldId="340"/>
            <ac:inkMk id="58" creationId="{6A42216B-9979-9526-6743-884B21E79BAB}"/>
          </ac:inkMkLst>
        </pc:inkChg>
        <pc:inkChg chg="add mod">
          <ac:chgData name="Christopher Aloo" userId="81d139e4-1a74-45bd-a04a-64f94c7d37c9" providerId="ADAL" clId="{EBB903CD-9A70-439A-80ED-7C8A4BEA0F56}" dt="2025-08-18T17:35:44.517" v="968"/>
          <ac:inkMkLst>
            <pc:docMk/>
            <pc:sldMk cId="3670891185" sldId="340"/>
            <ac:inkMk id="59" creationId="{A4584075-A6F7-589B-133A-EC1D8CA0BAA4}"/>
          </ac:inkMkLst>
        </pc:inkChg>
        <pc:inkChg chg="add mod">
          <ac:chgData name="Christopher Aloo" userId="81d139e4-1a74-45bd-a04a-64f94c7d37c9" providerId="ADAL" clId="{EBB903CD-9A70-439A-80ED-7C8A4BEA0F56}" dt="2025-08-18T17:35:44.517" v="968"/>
          <ac:inkMkLst>
            <pc:docMk/>
            <pc:sldMk cId="3670891185" sldId="340"/>
            <ac:inkMk id="61" creationId="{A00B28FA-BB93-21CA-7456-EE8EEDA6B13A}"/>
          </ac:inkMkLst>
        </pc:inkChg>
        <pc:inkChg chg="add mod">
          <ac:chgData name="Christopher Aloo" userId="81d139e4-1a74-45bd-a04a-64f94c7d37c9" providerId="ADAL" clId="{EBB903CD-9A70-439A-80ED-7C8A4BEA0F56}" dt="2025-08-18T17:35:44.517" v="968"/>
          <ac:inkMkLst>
            <pc:docMk/>
            <pc:sldMk cId="3670891185" sldId="340"/>
            <ac:inkMk id="62" creationId="{41F27938-3E39-BEC4-A6C3-EED1BDC5E702}"/>
          </ac:inkMkLst>
        </pc:inkChg>
        <pc:inkChg chg="add mod">
          <ac:chgData name="Christopher Aloo" userId="81d139e4-1a74-45bd-a04a-64f94c7d37c9" providerId="ADAL" clId="{EBB903CD-9A70-439A-80ED-7C8A4BEA0F56}" dt="2025-08-18T17:35:44.517" v="968"/>
          <ac:inkMkLst>
            <pc:docMk/>
            <pc:sldMk cId="3670891185" sldId="340"/>
            <ac:inkMk id="63" creationId="{E5621AED-0E20-16E4-B5A8-B59CFF0E3A52}"/>
          </ac:inkMkLst>
        </pc:inkChg>
        <pc:inkChg chg="add mod">
          <ac:chgData name="Christopher Aloo" userId="81d139e4-1a74-45bd-a04a-64f94c7d37c9" providerId="ADAL" clId="{EBB903CD-9A70-439A-80ED-7C8A4BEA0F56}" dt="2025-08-18T17:35:44.517" v="968"/>
          <ac:inkMkLst>
            <pc:docMk/>
            <pc:sldMk cId="3670891185" sldId="340"/>
            <ac:inkMk id="64" creationId="{7F5792FC-A0E2-38FF-881A-070D0ACB36E3}"/>
          </ac:inkMkLst>
        </pc:inkChg>
        <pc:inkChg chg="add mod">
          <ac:chgData name="Christopher Aloo" userId="81d139e4-1a74-45bd-a04a-64f94c7d37c9" providerId="ADAL" clId="{EBB903CD-9A70-439A-80ED-7C8A4BEA0F56}" dt="2025-08-18T17:35:44.517" v="968"/>
          <ac:inkMkLst>
            <pc:docMk/>
            <pc:sldMk cId="3670891185" sldId="340"/>
            <ac:inkMk id="65" creationId="{0CC8C941-DA76-171F-0CE0-EB74A9F43D04}"/>
          </ac:inkMkLst>
        </pc:inkChg>
        <pc:inkChg chg="add mod">
          <ac:chgData name="Christopher Aloo" userId="81d139e4-1a74-45bd-a04a-64f94c7d37c9" providerId="ADAL" clId="{EBB903CD-9A70-439A-80ED-7C8A4BEA0F56}" dt="2025-08-18T17:35:44.517" v="968"/>
          <ac:inkMkLst>
            <pc:docMk/>
            <pc:sldMk cId="3670891185" sldId="340"/>
            <ac:inkMk id="66" creationId="{D2C1BCAA-6219-419D-53FB-AB6FFCF62201}"/>
          </ac:inkMkLst>
        </pc:inkChg>
      </pc:sldChg>
      <pc:sldChg chg="addSp delSp modSp add mod">
        <pc:chgData name="Christopher Aloo" userId="81d139e4-1a74-45bd-a04a-64f94c7d37c9" providerId="ADAL" clId="{EBB903CD-9A70-439A-80ED-7C8A4BEA0F56}" dt="2025-08-18T17:34:14.900" v="903"/>
        <pc:sldMkLst>
          <pc:docMk/>
          <pc:sldMk cId="3315917298" sldId="341"/>
        </pc:sldMkLst>
        <pc:grpChg chg="mod">
          <ac:chgData name="Christopher Aloo" userId="81d139e4-1a74-45bd-a04a-64f94c7d37c9" providerId="ADAL" clId="{EBB903CD-9A70-439A-80ED-7C8A4BEA0F56}" dt="2025-08-18T17:28:47.129" v="665"/>
          <ac:grpSpMkLst>
            <pc:docMk/>
            <pc:sldMk cId="3315917298" sldId="341"/>
            <ac:grpSpMk id="15" creationId="{0109CF28-5D03-EA3D-7FDB-0B9D1D48499A}"/>
          </ac:grpSpMkLst>
        </pc:grpChg>
        <pc:grpChg chg="del mod">
          <ac:chgData name="Christopher Aloo" userId="81d139e4-1a74-45bd-a04a-64f94c7d37c9" providerId="ADAL" clId="{EBB903CD-9A70-439A-80ED-7C8A4BEA0F56}" dt="2025-08-18T17:28:53.487" v="676"/>
          <ac:grpSpMkLst>
            <pc:docMk/>
            <pc:sldMk cId="3315917298" sldId="341"/>
            <ac:grpSpMk id="19" creationId="{0EA4A89C-E9E9-2C61-2CDD-2B679C4B39FD}"/>
          </ac:grpSpMkLst>
        </pc:grpChg>
        <pc:grpChg chg="del mod">
          <ac:chgData name="Christopher Aloo" userId="81d139e4-1a74-45bd-a04a-64f94c7d37c9" providerId="ADAL" clId="{EBB903CD-9A70-439A-80ED-7C8A4BEA0F56}" dt="2025-08-18T17:28:53.487" v="676"/>
          <ac:grpSpMkLst>
            <pc:docMk/>
            <pc:sldMk cId="3315917298" sldId="341"/>
            <ac:grpSpMk id="26" creationId="{8EAFD67F-E1B8-D9E6-2C38-325E2C303F5E}"/>
          </ac:grpSpMkLst>
        </pc:grpChg>
        <pc:grpChg chg="mod">
          <ac:chgData name="Christopher Aloo" userId="81d139e4-1a74-45bd-a04a-64f94c7d37c9" providerId="ADAL" clId="{EBB903CD-9A70-439A-80ED-7C8A4BEA0F56}" dt="2025-08-18T17:28:53.487" v="676"/>
          <ac:grpSpMkLst>
            <pc:docMk/>
            <pc:sldMk cId="3315917298" sldId="341"/>
            <ac:grpSpMk id="27" creationId="{915FB552-FB3A-29F8-288A-65D1E0443BF2}"/>
          </ac:grpSpMkLst>
        </pc:grpChg>
        <pc:grpChg chg="del mod">
          <ac:chgData name="Christopher Aloo" userId="81d139e4-1a74-45bd-a04a-64f94c7d37c9" providerId="ADAL" clId="{EBB903CD-9A70-439A-80ED-7C8A4BEA0F56}" dt="2025-08-18T17:29:09.255" v="690"/>
          <ac:grpSpMkLst>
            <pc:docMk/>
            <pc:sldMk cId="3315917298" sldId="341"/>
            <ac:grpSpMk id="38" creationId="{0A3B4815-5E23-893E-3EF0-EE206640EB85}"/>
          </ac:grpSpMkLst>
        </pc:grpChg>
        <pc:grpChg chg="mod">
          <ac:chgData name="Christopher Aloo" userId="81d139e4-1a74-45bd-a04a-64f94c7d37c9" providerId="ADAL" clId="{EBB903CD-9A70-439A-80ED-7C8A4BEA0F56}" dt="2025-08-18T17:29:09.255" v="690"/>
          <ac:grpSpMkLst>
            <pc:docMk/>
            <pc:sldMk cId="3315917298" sldId="341"/>
            <ac:grpSpMk id="41" creationId="{9CC924D0-F402-8E30-C34A-640DAA45C028}"/>
          </ac:grpSpMkLst>
        </pc:grpChg>
        <pc:grpChg chg="mod">
          <ac:chgData name="Christopher Aloo" userId="81d139e4-1a74-45bd-a04a-64f94c7d37c9" providerId="ADAL" clId="{EBB903CD-9A70-439A-80ED-7C8A4BEA0F56}" dt="2025-08-18T17:29:17.822" v="704"/>
          <ac:grpSpMkLst>
            <pc:docMk/>
            <pc:sldMk cId="3315917298" sldId="341"/>
            <ac:grpSpMk id="55" creationId="{CDB95209-613D-DA81-973C-47F1D1C99A9C}"/>
          </ac:grpSpMkLst>
        </pc:grpChg>
        <pc:grpChg chg="del mod">
          <ac:chgData name="Christopher Aloo" userId="81d139e4-1a74-45bd-a04a-64f94c7d37c9" providerId="ADAL" clId="{EBB903CD-9A70-439A-80ED-7C8A4BEA0F56}" dt="2025-08-18T17:29:39.447" v="737"/>
          <ac:grpSpMkLst>
            <pc:docMk/>
            <pc:sldMk cId="3315917298" sldId="341"/>
            <ac:grpSpMk id="60" creationId="{5DAC0F26-3B19-CFE9-5619-95B6B48025DA}"/>
          </ac:grpSpMkLst>
        </pc:grpChg>
        <pc:grpChg chg="del mod">
          <ac:chgData name="Christopher Aloo" userId="81d139e4-1a74-45bd-a04a-64f94c7d37c9" providerId="ADAL" clId="{EBB903CD-9A70-439A-80ED-7C8A4BEA0F56}" dt="2025-08-18T17:29:28.081" v="720"/>
          <ac:grpSpMkLst>
            <pc:docMk/>
            <pc:sldMk cId="3315917298" sldId="341"/>
            <ac:grpSpMk id="63" creationId="{CE5C7F0B-3A9E-8121-DDCA-30BF7574059F}"/>
          </ac:grpSpMkLst>
        </pc:grpChg>
        <pc:grpChg chg="mod">
          <ac:chgData name="Christopher Aloo" userId="81d139e4-1a74-45bd-a04a-64f94c7d37c9" providerId="ADAL" clId="{EBB903CD-9A70-439A-80ED-7C8A4BEA0F56}" dt="2025-08-18T17:29:28.081" v="720"/>
          <ac:grpSpMkLst>
            <pc:docMk/>
            <pc:sldMk cId="3315917298" sldId="341"/>
            <ac:grpSpMk id="71" creationId="{CB83C562-B5C1-AD8F-C408-560128D5772C}"/>
          </ac:grpSpMkLst>
        </pc:grpChg>
        <pc:grpChg chg="del mod">
          <ac:chgData name="Christopher Aloo" userId="81d139e4-1a74-45bd-a04a-64f94c7d37c9" providerId="ADAL" clId="{EBB903CD-9A70-439A-80ED-7C8A4BEA0F56}" dt="2025-08-18T17:29:39.447" v="737"/>
          <ac:grpSpMkLst>
            <pc:docMk/>
            <pc:sldMk cId="3315917298" sldId="341"/>
            <ac:grpSpMk id="80" creationId="{E44D9538-F22F-1B37-1581-EB885E0C5E1D}"/>
          </ac:grpSpMkLst>
        </pc:grpChg>
        <pc:grpChg chg="del mod">
          <ac:chgData name="Christopher Aloo" userId="81d139e4-1a74-45bd-a04a-64f94c7d37c9" providerId="ADAL" clId="{EBB903CD-9A70-439A-80ED-7C8A4BEA0F56}" dt="2025-08-18T17:29:39.447" v="737"/>
          <ac:grpSpMkLst>
            <pc:docMk/>
            <pc:sldMk cId="3315917298" sldId="341"/>
            <ac:grpSpMk id="81" creationId="{D5B7B521-04D8-0258-4B2B-B4E43B3A70FF}"/>
          </ac:grpSpMkLst>
        </pc:grpChg>
        <pc:grpChg chg="mod">
          <ac:chgData name="Christopher Aloo" userId="81d139e4-1a74-45bd-a04a-64f94c7d37c9" providerId="ADAL" clId="{EBB903CD-9A70-439A-80ED-7C8A4BEA0F56}" dt="2025-08-18T17:29:39.447" v="737"/>
          <ac:grpSpMkLst>
            <pc:docMk/>
            <pc:sldMk cId="3315917298" sldId="341"/>
            <ac:grpSpMk id="89" creationId="{53DEF4AB-EF18-A201-FDC8-71D97C440E08}"/>
          </ac:grpSpMkLst>
        </pc:grpChg>
        <pc:grpChg chg="mod">
          <ac:chgData name="Christopher Aloo" userId="81d139e4-1a74-45bd-a04a-64f94c7d37c9" providerId="ADAL" clId="{EBB903CD-9A70-439A-80ED-7C8A4BEA0F56}" dt="2025-08-18T17:29:59.820" v="752"/>
          <ac:grpSpMkLst>
            <pc:docMk/>
            <pc:sldMk cId="3315917298" sldId="341"/>
            <ac:grpSpMk id="104" creationId="{55F720DD-A69F-B385-941E-CDEA28C1F70D}"/>
          </ac:grpSpMkLst>
        </pc:grpChg>
        <pc:grpChg chg="mod">
          <ac:chgData name="Christopher Aloo" userId="81d139e4-1a74-45bd-a04a-64f94c7d37c9" providerId="ADAL" clId="{EBB903CD-9A70-439A-80ED-7C8A4BEA0F56}" dt="2025-08-18T17:30:15.092" v="756"/>
          <ac:grpSpMkLst>
            <pc:docMk/>
            <pc:sldMk cId="3315917298" sldId="341"/>
            <ac:grpSpMk id="108" creationId="{181063F0-8197-1969-C2E1-665792F1FF39}"/>
          </ac:grpSpMkLst>
        </pc:grpChg>
        <pc:grpChg chg="del mod">
          <ac:chgData name="Christopher Aloo" userId="81d139e4-1a74-45bd-a04a-64f94c7d37c9" providerId="ADAL" clId="{EBB903CD-9A70-439A-80ED-7C8A4BEA0F56}" dt="2025-08-18T17:33:17.826" v="828"/>
          <ac:grpSpMkLst>
            <pc:docMk/>
            <pc:sldMk cId="3315917298" sldId="341"/>
            <ac:grpSpMk id="114" creationId="{B03D6EDD-6D4C-FBED-763B-DFF709333153}"/>
          </ac:grpSpMkLst>
        </pc:grpChg>
        <pc:grpChg chg="del mod">
          <ac:chgData name="Christopher Aloo" userId="81d139e4-1a74-45bd-a04a-64f94c7d37c9" providerId="ADAL" clId="{EBB903CD-9A70-439A-80ED-7C8A4BEA0F56}" dt="2025-08-18T17:33:24.369" v="830"/>
          <ac:grpSpMkLst>
            <pc:docMk/>
            <pc:sldMk cId="3315917298" sldId="341"/>
            <ac:grpSpMk id="118" creationId="{219906B8-16CD-509E-A313-78C614CD233B}"/>
          </ac:grpSpMkLst>
        </pc:grpChg>
        <pc:grpChg chg="mod">
          <ac:chgData name="Christopher Aloo" userId="81d139e4-1a74-45bd-a04a-64f94c7d37c9" providerId="ADAL" clId="{EBB903CD-9A70-439A-80ED-7C8A4BEA0F56}" dt="2025-08-18T17:33:24.369" v="830"/>
          <ac:grpSpMkLst>
            <pc:docMk/>
            <pc:sldMk cId="3315917298" sldId="341"/>
            <ac:grpSpMk id="120" creationId="{BF33B5F5-E092-4622-7BFF-9021D1155033}"/>
          </ac:grpSpMkLst>
        </pc:grpChg>
        <pc:grpChg chg="mod">
          <ac:chgData name="Christopher Aloo" userId="81d139e4-1a74-45bd-a04a-64f94c7d37c9" providerId="ADAL" clId="{EBB903CD-9A70-439A-80ED-7C8A4BEA0F56}" dt="2025-08-18T17:33:36.834" v="853"/>
          <ac:grpSpMkLst>
            <pc:docMk/>
            <pc:sldMk cId="3315917298" sldId="341"/>
            <ac:grpSpMk id="143" creationId="{FA66CD45-57AC-BA4B-5866-9CEF66FD7370}"/>
          </ac:grpSpMkLst>
        </pc:grpChg>
        <pc:grpChg chg="mod">
          <ac:chgData name="Christopher Aloo" userId="81d139e4-1a74-45bd-a04a-64f94c7d37c9" providerId="ADAL" clId="{EBB903CD-9A70-439A-80ED-7C8A4BEA0F56}" dt="2025-08-18T17:33:41.020" v="858"/>
          <ac:grpSpMkLst>
            <pc:docMk/>
            <pc:sldMk cId="3315917298" sldId="341"/>
            <ac:grpSpMk id="148" creationId="{3C5855AE-68C0-FDC6-FBC5-6CD8FFB1146C}"/>
          </ac:grpSpMkLst>
        </pc:grpChg>
        <pc:grpChg chg="mod">
          <ac:chgData name="Christopher Aloo" userId="81d139e4-1a74-45bd-a04a-64f94c7d37c9" providerId="ADAL" clId="{EBB903CD-9A70-439A-80ED-7C8A4BEA0F56}" dt="2025-08-18T17:33:45.658" v="870"/>
          <ac:grpSpMkLst>
            <pc:docMk/>
            <pc:sldMk cId="3315917298" sldId="341"/>
            <ac:grpSpMk id="160" creationId="{9AD8F9C7-BB12-1EF6-3637-EBCC7E645A20}"/>
          </ac:grpSpMkLst>
        </pc:grpChg>
        <pc:grpChg chg="mod">
          <ac:chgData name="Christopher Aloo" userId="81d139e4-1a74-45bd-a04a-64f94c7d37c9" providerId="ADAL" clId="{EBB903CD-9A70-439A-80ED-7C8A4BEA0F56}" dt="2025-08-18T17:33:56.054" v="879"/>
          <ac:grpSpMkLst>
            <pc:docMk/>
            <pc:sldMk cId="3315917298" sldId="341"/>
            <ac:grpSpMk id="169" creationId="{307BAE7E-04EA-E322-D090-34594DA0C2CA}"/>
          </ac:grpSpMkLst>
        </pc:grpChg>
        <pc:grpChg chg="mod">
          <ac:chgData name="Christopher Aloo" userId="81d139e4-1a74-45bd-a04a-64f94c7d37c9" providerId="ADAL" clId="{EBB903CD-9A70-439A-80ED-7C8A4BEA0F56}" dt="2025-08-18T17:33:56.054" v="879"/>
          <ac:grpSpMkLst>
            <pc:docMk/>
            <pc:sldMk cId="3315917298" sldId="341"/>
            <ac:grpSpMk id="170" creationId="{581EFD9B-4774-97BB-3F6B-0DAA4E43D275}"/>
          </ac:grpSpMkLst>
        </pc:grpChg>
        <pc:grpChg chg="del mod">
          <ac:chgData name="Christopher Aloo" userId="81d139e4-1a74-45bd-a04a-64f94c7d37c9" providerId="ADAL" clId="{EBB903CD-9A70-439A-80ED-7C8A4BEA0F56}" dt="2025-08-18T17:34:06.596" v="892"/>
          <ac:grpSpMkLst>
            <pc:docMk/>
            <pc:sldMk cId="3315917298" sldId="341"/>
            <ac:grpSpMk id="183" creationId="{E8688C25-370F-588E-8C11-BBA8E4E1A9CF}"/>
          </ac:grpSpMkLst>
        </pc:grpChg>
        <pc:grpChg chg="mod">
          <ac:chgData name="Christopher Aloo" userId="81d139e4-1a74-45bd-a04a-64f94c7d37c9" providerId="ADAL" clId="{EBB903CD-9A70-439A-80ED-7C8A4BEA0F56}" dt="2025-08-18T17:34:06.596" v="892"/>
          <ac:grpSpMkLst>
            <pc:docMk/>
            <pc:sldMk cId="3315917298" sldId="341"/>
            <ac:grpSpMk id="184" creationId="{1C90606C-6DB5-733D-56F0-BCA3B838D7F9}"/>
          </ac:grpSpMkLst>
        </pc:grpChg>
        <pc:grpChg chg="del mod">
          <ac:chgData name="Christopher Aloo" userId="81d139e4-1a74-45bd-a04a-64f94c7d37c9" providerId="ADAL" clId="{EBB903CD-9A70-439A-80ED-7C8A4BEA0F56}" dt="2025-08-18T17:34:14.900" v="903"/>
          <ac:grpSpMkLst>
            <pc:docMk/>
            <pc:sldMk cId="3315917298" sldId="341"/>
            <ac:grpSpMk id="193" creationId="{CF3CFE8E-4513-88A2-520D-CC1635FCA026}"/>
          </ac:grpSpMkLst>
        </pc:grpChg>
        <pc:grpChg chg="mod">
          <ac:chgData name="Christopher Aloo" userId="81d139e4-1a74-45bd-a04a-64f94c7d37c9" providerId="ADAL" clId="{EBB903CD-9A70-439A-80ED-7C8A4BEA0F56}" dt="2025-08-18T17:34:14.900" v="903"/>
          <ac:grpSpMkLst>
            <pc:docMk/>
            <pc:sldMk cId="3315917298" sldId="341"/>
            <ac:grpSpMk id="195" creationId="{C587C557-78A7-45F8-E604-9D826DD0B04E}"/>
          </ac:grpSpMkLst>
        </pc:grpChg>
        <pc:inkChg chg="add">
          <ac:chgData name="Christopher Aloo" userId="81d139e4-1a74-45bd-a04a-64f94c7d37c9" providerId="ADAL" clId="{EBB903CD-9A70-439A-80ED-7C8A4BEA0F56}" dt="2025-08-18T17:28:37.281" v="652" actId="9405"/>
          <ac:inkMkLst>
            <pc:docMk/>
            <pc:sldMk cId="3315917298" sldId="341"/>
            <ac:inkMk id="2" creationId="{7BE41698-986B-EA97-1D51-E16D22AAEA65}"/>
          </ac:inkMkLst>
        </pc:inkChg>
        <pc:inkChg chg="add mod">
          <ac:chgData name="Christopher Aloo" userId="81d139e4-1a74-45bd-a04a-64f94c7d37c9" providerId="ADAL" clId="{EBB903CD-9A70-439A-80ED-7C8A4BEA0F56}" dt="2025-08-18T17:28:47.129" v="665"/>
          <ac:inkMkLst>
            <pc:docMk/>
            <pc:sldMk cId="3315917298" sldId="341"/>
            <ac:inkMk id="3" creationId="{AF0D9C74-9060-9769-4081-509616298558}"/>
          </ac:inkMkLst>
        </pc:inkChg>
        <pc:inkChg chg="add mod">
          <ac:chgData name="Christopher Aloo" userId="81d139e4-1a74-45bd-a04a-64f94c7d37c9" providerId="ADAL" clId="{EBB903CD-9A70-439A-80ED-7C8A4BEA0F56}" dt="2025-08-18T17:28:47.129" v="665"/>
          <ac:inkMkLst>
            <pc:docMk/>
            <pc:sldMk cId="3315917298" sldId="341"/>
            <ac:inkMk id="4" creationId="{5BFCD4E9-424F-8640-D6EC-964D02A396C8}"/>
          </ac:inkMkLst>
        </pc:inkChg>
        <pc:inkChg chg="add">
          <ac:chgData name="Christopher Aloo" userId="81d139e4-1a74-45bd-a04a-64f94c7d37c9" providerId="ADAL" clId="{EBB903CD-9A70-439A-80ED-7C8A4BEA0F56}" dt="2025-08-18T17:28:43.170" v="655" actId="9405"/>
          <ac:inkMkLst>
            <pc:docMk/>
            <pc:sldMk cId="3315917298" sldId="341"/>
            <ac:inkMk id="5" creationId="{74A51C3F-F842-40BA-7669-08A0C8A9E8F9}"/>
          </ac:inkMkLst>
        </pc:inkChg>
        <pc:inkChg chg="add mod">
          <ac:chgData name="Christopher Aloo" userId="81d139e4-1a74-45bd-a04a-64f94c7d37c9" providerId="ADAL" clId="{EBB903CD-9A70-439A-80ED-7C8A4BEA0F56}" dt="2025-08-18T17:28:47.129" v="665"/>
          <ac:inkMkLst>
            <pc:docMk/>
            <pc:sldMk cId="3315917298" sldId="341"/>
            <ac:inkMk id="6" creationId="{E446991F-53DA-F6AA-595C-614678344423}"/>
          </ac:inkMkLst>
        </pc:inkChg>
        <pc:inkChg chg="add">
          <ac:chgData name="Christopher Aloo" userId="81d139e4-1a74-45bd-a04a-64f94c7d37c9" providerId="ADAL" clId="{EBB903CD-9A70-439A-80ED-7C8A4BEA0F56}" dt="2025-08-18T17:28:43.804" v="657" actId="9405"/>
          <ac:inkMkLst>
            <pc:docMk/>
            <pc:sldMk cId="3315917298" sldId="341"/>
            <ac:inkMk id="7" creationId="{A2AF5481-0354-7954-A756-FC0E4A1574B1}"/>
          </ac:inkMkLst>
        </pc:inkChg>
        <pc:inkChg chg="add mod">
          <ac:chgData name="Christopher Aloo" userId="81d139e4-1a74-45bd-a04a-64f94c7d37c9" providerId="ADAL" clId="{EBB903CD-9A70-439A-80ED-7C8A4BEA0F56}" dt="2025-08-18T17:28:47.129" v="665"/>
          <ac:inkMkLst>
            <pc:docMk/>
            <pc:sldMk cId="3315917298" sldId="341"/>
            <ac:inkMk id="8" creationId="{0533DB97-1C11-CA78-070E-90C7FF9F74BE}"/>
          </ac:inkMkLst>
        </pc:inkChg>
        <pc:inkChg chg="add mod">
          <ac:chgData name="Christopher Aloo" userId="81d139e4-1a74-45bd-a04a-64f94c7d37c9" providerId="ADAL" clId="{EBB903CD-9A70-439A-80ED-7C8A4BEA0F56}" dt="2025-08-18T17:28:47.129" v="665"/>
          <ac:inkMkLst>
            <pc:docMk/>
            <pc:sldMk cId="3315917298" sldId="341"/>
            <ac:inkMk id="9" creationId="{0E125A1C-7AFB-C70F-237C-9EFE3D4DE5FE}"/>
          </ac:inkMkLst>
        </pc:inkChg>
        <pc:inkChg chg="add mod">
          <ac:chgData name="Christopher Aloo" userId="81d139e4-1a74-45bd-a04a-64f94c7d37c9" providerId="ADAL" clId="{EBB903CD-9A70-439A-80ED-7C8A4BEA0F56}" dt="2025-08-18T17:28:47.129" v="665"/>
          <ac:inkMkLst>
            <pc:docMk/>
            <pc:sldMk cId="3315917298" sldId="341"/>
            <ac:inkMk id="10" creationId="{EC3B2712-F774-B3A2-2DA6-D683F556FAE1}"/>
          </ac:inkMkLst>
        </pc:inkChg>
        <pc:inkChg chg="add">
          <ac:chgData name="Christopher Aloo" userId="81d139e4-1a74-45bd-a04a-64f94c7d37c9" providerId="ADAL" clId="{EBB903CD-9A70-439A-80ED-7C8A4BEA0F56}" dt="2025-08-18T17:28:44.813" v="661" actId="9405"/>
          <ac:inkMkLst>
            <pc:docMk/>
            <pc:sldMk cId="3315917298" sldId="341"/>
            <ac:inkMk id="11" creationId="{77B57B1F-B6A0-AA66-C1C8-E052464B13BF}"/>
          </ac:inkMkLst>
        </pc:inkChg>
        <pc:inkChg chg="add mod">
          <ac:chgData name="Christopher Aloo" userId="81d139e4-1a74-45bd-a04a-64f94c7d37c9" providerId="ADAL" clId="{EBB903CD-9A70-439A-80ED-7C8A4BEA0F56}" dt="2025-08-18T17:28:47.129" v="665"/>
          <ac:inkMkLst>
            <pc:docMk/>
            <pc:sldMk cId="3315917298" sldId="341"/>
            <ac:inkMk id="12" creationId="{92F42FC7-1B34-2B55-C269-A62C989268D1}"/>
          </ac:inkMkLst>
        </pc:inkChg>
        <pc:inkChg chg="add mod">
          <ac:chgData name="Christopher Aloo" userId="81d139e4-1a74-45bd-a04a-64f94c7d37c9" providerId="ADAL" clId="{EBB903CD-9A70-439A-80ED-7C8A4BEA0F56}" dt="2025-08-18T17:28:47.129" v="665"/>
          <ac:inkMkLst>
            <pc:docMk/>
            <pc:sldMk cId="3315917298" sldId="341"/>
            <ac:inkMk id="13" creationId="{21AD2A57-A0BA-3D60-C48C-5504A37AD494}"/>
          </ac:inkMkLst>
        </pc:inkChg>
        <pc:inkChg chg="add mod">
          <ac:chgData name="Christopher Aloo" userId="81d139e4-1a74-45bd-a04a-64f94c7d37c9" providerId="ADAL" clId="{EBB903CD-9A70-439A-80ED-7C8A4BEA0F56}" dt="2025-08-18T17:28:47.129" v="665"/>
          <ac:inkMkLst>
            <pc:docMk/>
            <pc:sldMk cId="3315917298" sldId="341"/>
            <ac:inkMk id="14" creationId="{AEF67E5B-A293-78FB-F466-01AC535249E0}"/>
          </ac:inkMkLst>
        </pc:inkChg>
        <pc:inkChg chg="add mod">
          <ac:chgData name="Christopher Aloo" userId="81d139e4-1a74-45bd-a04a-64f94c7d37c9" providerId="ADAL" clId="{EBB903CD-9A70-439A-80ED-7C8A4BEA0F56}" dt="2025-08-18T17:28:53.487" v="676"/>
          <ac:inkMkLst>
            <pc:docMk/>
            <pc:sldMk cId="3315917298" sldId="341"/>
            <ac:inkMk id="16" creationId="{C7F0C33C-7A08-C4EE-4610-65D7290445AE}"/>
          </ac:inkMkLst>
        </pc:inkChg>
        <pc:inkChg chg="add mod">
          <ac:chgData name="Christopher Aloo" userId="81d139e4-1a74-45bd-a04a-64f94c7d37c9" providerId="ADAL" clId="{EBB903CD-9A70-439A-80ED-7C8A4BEA0F56}" dt="2025-08-18T17:28:53.487" v="676"/>
          <ac:inkMkLst>
            <pc:docMk/>
            <pc:sldMk cId="3315917298" sldId="341"/>
            <ac:inkMk id="17" creationId="{6BF8514C-F5B2-24F0-5E17-E76CFD4D5991}"/>
          </ac:inkMkLst>
        </pc:inkChg>
        <pc:inkChg chg="add mod">
          <ac:chgData name="Christopher Aloo" userId="81d139e4-1a74-45bd-a04a-64f94c7d37c9" providerId="ADAL" clId="{EBB903CD-9A70-439A-80ED-7C8A4BEA0F56}" dt="2025-08-18T17:28:49.911" v="669"/>
          <ac:inkMkLst>
            <pc:docMk/>
            <pc:sldMk cId="3315917298" sldId="341"/>
            <ac:inkMk id="18" creationId="{D31A2016-FC82-A13C-7EA9-6E69F0F79945}"/>
          </ac:inkMkLst>
        </pc:inkChg>
        <pc:inkChg chg="add mod">
          <ac:chgData name="Christopher Aloo" userId="81d139e4-1a74-45bd-a04a-64f94c7d37c9" providerId="ADAL" clId="{EBB903CD-9A70-439A-80ED-7C8A4BEA0F56}" dt="2025-08-18T17:28:53.487" v="676"/>
          <ac:inkMkLst>
            <pc:docMk/>
            <pc:sldMk cId="3315917298" sldId="341"/>
            <ac:inkMk id="20" creationId="{8B6A956D-EE59-CD2E-E46B-490A54FFEB7B}"/>
          </ac:inkMkLst>
        </pc:inkChg>
        <pc:inkChg chg="add">
          <ac:chgData name="Christopher Aloo" userId="81d139e4-1a74-45bd-a04a-64f94c7d37c9" providerId="ADAL" clId="{EBB903CD-9A70-439A-80ED-7C8A4BEA0F56}" dt="2025-08-18T17:28:50.762" v="671" actId="9405"/>
          <ac:inkMkLst>
            <pc:docMk/>
            <pc:sldMk cId="3315917298" sldId="341"/>
            <ac:inkMk id="21" creationId="{A01EFBED-15D9-FBB3-B231-E5A795C97FA4}"/>
          </ac:inkMkLst>
        </pc:inkChg>
        <pc:inkChg chg="add mod">
          <ac:chgData name="Christopher Aloo" userId="81d139e4-1a74-45bd-a04a-64f94c7d37c9" providerId="ADAL" clId="{EBB903CD-9A70-439A-80ED-7C8A4BEA0F56}" dt="2025-08-18T17:28:53.487" v="676"/>
          <ac:inkMkLst>
            <pc:docMk/>
            <pc:sldMk cId="3315917298" sldId="341"/>
            <ac:inkMk id="22" creationId="{EB3EC431-1AFD-ABB4-15A2-D5E9947B273F}"/>
          </ac:inkMkLst>
        </pc:inkChg>
        <pc:inkChg chg="add mod">
          <ac:chgData name="Christopher Aloo" userId="81d139e4-1a74-45bd-a04a-64f94c7d37c9" providerId="ADAL" clId="{EBB903CD-9A70-439A-80ED-7C8A4BEA0F56}" dt="2025-08-18T17:28:53.487" v="676"/>
          <ac:inkMkLst>
            <pc:docMk/>
            <pc:sldMk cId="3315917298" sldId="341"/>
            <ac:inkMk id="23" creationId="{7BC7784D-7868-8643-6615-3230567F5F9A}"/>
          </ac:inkMkLst>
        </pc:inkChg>
        <pc:inkChg chg="add mod">
          <ac:chgData name="Christopher Aloo" userId="81d139e4-1a74-45bd-a04a-64f94c7d37c9" providerId="ADAL" clId="{EBB903CD-9A70-439A-80ED-7C8A4BEA0F56}" dt="2025-08-18T17:28:53.487" v="676"/>
          <ac:inkMkLst>
            <pc:docMk/>
            <pc:sldMk cId="3315917298" sldId="341"/>
            <ac:inkMk id="24" creationId="{A4BCA6B2-9BE1-E9EA-6B7C-4338FB50356E}"/>
          </ac:inkMkLst>
        </pc:inkChg>
        <pc:inkChg chg="add mod">
          <ac:chgData name="Christopher Aloo" userId="81d139e4-1a74-45bd-a04a-64f94c7d37c9" providerId="ADAL" clId="{EBB903CD-9A70-439A-80ED-7C8A4BEA0F56}" dt="2025-08-18T17:28:53.487" v="676"/>
          <ac:inkMkLst>
            <pc:docMk/>
            <pc:sldMk cId="3315917298" sldId="341"/>
            <ac:inkMk id="25" creationId="{49CE60E0-BED6-0B7C-10DC-7E21EF251FCD}"/>
          </ac:inkMkLst>
        </pc:inkChg>
        <pc:inkChg chg="add mod">
          <ac:chgData name="Christopher Aloo" userId="81d139e4-1a74-45bd-a04a-64f94c7d37c9" providerId="ADAL" clId="{EBB903CD-9A70-439A-80ED-7C8A4BEA0F56}" dt="2025-08-18T17:29:09.255" v="690"/>
          <ac:inkMkLst>
            <pc:docMk/>
            <pc:sldMk cId="3315917298" sldId="341"/>
            <ac:inkMk id="28" creationId="{21795ED4-D68A-4EA6-C964-76159AFDA2E0}"/>
          </ac:inkMkLst>
        </pc:inkChg>
        <pc:inkChg chg="add mod">
          <ac:chgData name="Christopher Aloo" userId="81d139e4-1a74-45bd-a04a-64f94c7d37c9" providerId="ADAL" clId="{EBB903CD-9A70-439A-80ED-7C8A4BEA0F56}" dt="2025-08-18T17:29:07.738" v="687"/>
          <ac:inkMkLst>
            <pc:docMk/>
            <pc:sldMk cId="3315917298" sldId="341"/>
            <ac:inkMk id="29" creationId="{71A9C507-5C0B-54CE-5A08-812C485B1399}"/>
          </ac:inkMkLst>
        </pc:inkChg>
        <pc:inkChg chg="add">
          <ac:chgData name="Christopher Aloo" userId="81d139e4-1a74-45bd-a04a-64f94c7d37c9" providerId="ADAL" clId="{EBB903CD-9A70-439A-80ED-7C8A4BEA0F56}" dt="2025-08-18T17:29:03.969" v="679" actId="9405"/>
          <ac:inkMkLst>
            <pc:docMk/>
            <pc:sldMk cId="3315917298" sldId="341"/>
            <ac:inkMk id="30" creationId="{1DB39318-A426-A44A-56BC-CE83C518ED41}"/>
          </ac:inkMkLst>
        </pc:inkChg>
        <pc:inkChg chg="add mod">
          <ac:chgData name="Christopher Aloo" userId="81d139e4-1a74-45bd-a04a-64f94c7d37c9" providerId="ADAL" clId="{EBB903CD-9A70-439A-80ED-7C8A4BEA0F56}" dt="2025-08-18T17:29:09.255" v="690"/>
          <ac:inkMkLst>
            <pc:docMk/>
            <pc:sldMk cId="3315917298" sldId="341"/>
            <ac:inkMk id="31" creationId="{F6A8D1B7-21EB-964F-92B8-B1DE085E6745}"/>
          </ac:inkMkLst>
        </pc:inkChg>
        <pc:inkChg chg="add mod">
          <ac:chgData name="Christopher Aloo" userId="81d139e4-1a74-45bd-a04a-64f94c7d37c9" providerId="ADAL" clId="{EBB903CD-9A70-439A-80ED-7C8A4BEA0F56}" dt="2025-08-18T17:29:07.738" v="687"/>
          <ac:inkMkLst>
            <pc:docMk/>
            <pc:sldMk cId="3315917298" sldId="341"/>
            <ac:inkMk id="32" creationId="{E9AF0C9B-3A0B-2901-4F99-F63E5DA2A2E3}"/>
          </ac:inkMkLst>
        </pc:inkChg>
        <pc:inkChg chg="add mod">
          <ac:chgData name="Christopher Aloo" userId="81d139e4-1a74-45bd-a04a-64f94c7d37c9" providerId="ADAL" clId="{EBB903CD-9A70-439A-80ED-7C8A4BEA0F56}" dt="2025-08-18T17:29:09.255" v="690"/>
          <ac:inkMkLst>
            <pc:docMk/>
            <pc:sldMk cId="3315917298" sldId="341"/>
            <ac:inkMk id="33" creationId="{A83F234B-A03C-3AD4-66EA-CB2024F51FC6}"/>
          </ac:inkMkLst>
        </pc:inkChg>
        <pc:inkChg chg="add mod">
          <ac:chgData name="Christopher Aloo" userId="81d139e4-1a74-45bd-a04a-64f94c7d37c9" providerId="ADAL" clId="{EBB903CD-9A70-439A-80ED-7C8A4BEA0F56}" dt="2025-08-18T17:29:09.255" v="690"/>
          <ac:inkMkLst>
            <pc:docMk/>
            <pc:sldMk cId="3315917298" sldId="341"/>
            <ac:inkMk id="34" creationId="{03AD474C-CC0E-6993-3016-B7E3B2B6A731}"/>
          </ac:inkMkLst>
        </pc:inkChg>
        <pc:inkChg chg="add mod">
          <ac:chgData name="Christopher Aloo" userId="81d139e4-1a74-45bd-a04a-64f94c7d37c9" providerId="ADAL" clId="{EBB903CD-9A70-439A-80ED-7C8A4BEA0F56}" dt="2025-08-18T17:29:09.255" v="690"/>
          <ac:inkMkLst>
            <pc:docMk/>
            <pc:sldMk cId="3315917298" sldId="341"/>
            <ac:inkMk id="35" creationId="{629A812A-0C31-A577-DAED-F434B515007A}"/>
          </ac:inkMkLst>
        </pc:inkChg>
        <pc:inkChg chg="add mod">
          <ac:chgData name="Christopher Aloo" userId="81d139e4-1a74-45bd-a04a-64f94c7d37c9" providerId="ADAL" clId="{EBB903CD-9A70-439A-80ED-7C8A4BEA0F56}" dt="2025-08-18T17:29:09.255" v="690"/>
          <ac:inkMkLst>
            <pc:docMk/>
            <pc:sldMk cId="3315917298" sldId="341"/>
            <ac:inkMk id="36" creationId="{E847B97B-DB26-6B90-0777-519AEAC5FF3D}"/>
          </ac:inkMkLst>
        </pc:inkChg>
        <pc:inkChg chg="add mod">
          <ac:chgData name="Christopher Aloo" userId="81d139e4-1a74-45bd-a04a-64f94c7d37c9" providerId="ADAL" clId="{EBB903CD-9A70-439A-80ED-7C8A4BEA0F56}" dt="2025-08-18T17:29:09.255" v="690"/>
          <ac:inkMkLst>
            <pc:docMk/>
            <pc:sldMk cId="3315917298" sldId="341"/>
            <ac:inkMk id="37" creationId="{CFC8488D-65D4-54CA-E431-F8375E37962A}"/>
          </ac:inkMkLst>
        </pc:inkChg>
        <pc:inkChg chg="add mod">
          <ac:chgData name="Christopher Aloo" userId="81d139e4-1a74-45bd-a04a-64f94c7d37c9" providerId="ADAL" clId="{EBB903CD-9A70-439A-80ED-7C8A4BEA0F56}" dt="2025-08-18T17:29:09.255" v="690"/>
          <ac:inkMkLst>
            <pc:docMk/>
            <pc:sldMk cId="3315917298" sldId="341"/>
            <ac:inkMk id="39" creationId="{AA245E02-2AC8-0C63-D390-9932EE82D388}"/>
          </ac:inkMkLst>
        </pc:inkChg>
        <pc:inkChg chg="add">
          <ac:chgData name="Christopher Aloo" userId="81d139e4-1a74-45bd-a04a-64f94c7d37c9" providerId="ADAL" clId="{EBB903CD-9A70-439A-80ED-7C8A4BEA0F56}" dt="2025-08-18T17:29:08.680" v="689" actId="9405"/>
          <ac:inkMkLst>
            <pc:docMk/>
            <pc:sldMk cId="3315917298" sldId="341"/>
            <ac:inkMk id="40" creationId="{AE10AD63-6F93-BE95-83EF-75BFF56559F2}"/>
          </ac:inkMkLst>
        </pc:inkChg>
        <pc:inkChg chg="add mod">
          <ac:chgData name="Christopher Aloo" userId="81d139e4-1a74-45bd-a04a-64f94c7d37c9" providerId="ADAL" clId="{EBB903CD-9A70-439A-80ED-7C8A4BEA0F56}" dt="2025-08-18T17:29:17.822" v="704"/>
          <ac:inkMkLst>
            <pc:docMk/>
            <pc:sldMk cId="3315917298" sldId="341"/>
            <ac:inkMk id="42" creationId="{DEB74592-7AE6-61E1-D6A0-872634F94B9B}"/>
          </ac:inkMkLst>
        </pc:inkChg>
        <pc:inkChg chg="add">
          <ac:chgData name="Christopher Aloo" userId="81d139e4-1a74-45bd-a04a-64f94c7d37c9" providerId="ADAL" clId="{EBB903CD-9A70-439A-80ED-7C8A4BEA0F56}" dt="2025-08-18T17:29:11.669" v="692" actId="9405"/>
          <ac:inkMkLst>
            <pc:docMk/>
            <pc:sldMk cId="3315917298" sldId="341"/>
            <ac:inkMk id="43" creationId="{9EB78C81-9956-4B9C-9862-1C5C7FF75CB9}"/>
          </ac:inkMkLst>
        </pc:inkChg>
        <pc:inkChg chg="add mod">
          <ac:chgData name="Christopher Aloo" userId="81d139e4-1a74-45bd-a04a-64f94c7d37c9" providerId="ADAL" clId="{EBB903CD-9A70-439A-80ED-7C8A4BEA0F56}" dt="2025-08-18T17:29:17.822" v="704"/>
          <ac:inkMkLst>
            <pc:docMk/>
            <pc:sldMk cId="3315917298" sldId="341"/>
            <ac:inkMk id="44" creationId="{76C5FCE7-3F1E-BAF3-EC95-AC08710A82F2}"/>
          </ac:inkMkLst>
        </pc:inkChg>
        <pc:inkChg chg="add">
          <ac:chgData name="Christopher Aloo" userId="81d139e4-1a74-45bd-a04a-64f94c7d37c9" providerId="ADAL" clId="{EBB903CD-9A70-439A-80ED-7C8A4BEA0F56}" dt="2025-08-18T17:29:12.448" v="694" actId="9405"/>
          <ac:inkMkLst>
            <pc:docMk/>
            <pc:sldMk cId="3315917298" sldId="341"/>
            <ac:inkMk id="45" creationId="{A05FFE5F-753C-398A-D1FE-F964B942B727}"/>
          </ac:inkMkLst>
        </pc:inkChg>
        <pc:inkChg chg="add mod">
          <ac:chgData name="Christopher Aloo" userId="81d139e4-1a74-45bd-a04a-64f94c7d37c9" providerId="ADAL" clId="{EBB903CD-9A70-439A-80ED-7C8A4BEA0F56}" dt="2025-08-18T17:29:17.822" v="704"/>
          <ac:inkMkLst>
            <pc:docMk/>
            <pc:sldMk cId="3315917298" sldId="341"/>
            <ac:inkMk id="46" creationId="{CD17F96C-2A1B-DF68-3CB3-8800FCBA1A53}"/>
          </ac:inkMkLst>
        </pc:inkChg>
        <pc:inkChg chg="add">
          <ac:chgData name="Christopher Aloo" userId="81d139e4-1a74-45bd-a04a-64f94c7d37c9" providerId="ADAL" clId="{EBB903CD-9A70-439A-80ED-7C8A4BEA0F56}" dt="2025-08-18T17:29:13.261" v="696" actId="9405"/>
          <ac:inkMkLst>
            <pc:docMk/>
            <pc:sldMk cId="3315917298" sldId="341"/>
            <ac:inkMk id="47" creationId="{12473E49-EF76-567A-C268-2CD77BF861D6}"/>
          </ac:inkMkLst>
        </pc:inkChg>
        <pc:inkChg chg="add mod">
          <ac:chgData name="Christopher Aloo" userId="81d139e4-1a74-45bd-a04a-64f94c7d37c9" providerId="ADAL" clId="{EBB903CD-9A70-439A-80ED-7C8A4BEA0F56}" dt="2025-08-18T17:29:17.822" v="704"/>
          <ac:inkMkLst>
            <pc:docMk/>
            <pc:sldMk cId="3315917298" sldId="341"/>
            <ac:inkMk id="48" creationId="{0E6DDA97-5FD9-F30B-7DB7-2900839C8396}"/>
          </ac:inkMkLst>
        </pc:inkChg>
        <pc:inkChg chg="add mod">
          <ac:chgData name="Christopher Aloo" userId="81d139e4-1a74-45bd-a04a-64f94c7d37c9" providerId="ADAL" clId="{EBB903CD-9A70-439A-80ED-7C8A4BEA0F56}" dt="2025-08-18T17:29:17.822" v="704"/>
          <ac:inkMkLst>
            <pc:docMk/>
            <pc:sldMk cId="3315917298" sldId="341"/>
            <ac:inkMk id="49" creationId="{A8DE636E-1732-3CC9-9EDC-5307CE7892C4}"/>
          </ac:inkMkLst>
        </pc:inkChg>
        <pc:inkChg chg="add mod">
          <ac:chgData name="Christopher Aloo" userId="81d139e4-1a74-45bd-a04a-64f94c7d37c9" providerId="ADAL" clId="{EBB903CD-9A70-439A-80ED-7C8A4BEA0F56}" dt="2025-08-18T17:29:17.822" v="704"/>
          <ac:inkMkLst>
            <pc:docMk/>
            <pc:sldMk cId="3315917298" sldId="341"/>
            <ac:inkMk id="50" creationId="{5CCB719A-1CD6-C337-B237-6A059EBE8AA4}"/>
          </ac:inkMkLst>
        </pc:inkChg>
        <pc:inkChg chg="add mod">
          <ac:chgData name="Christopher Aloo" userId="81d139e4-1a74-45bd-a04a-64f94c7d37c9" providerId="ADAL" clId="{EBB903CD-9A70-439A-80ED-7C8A4BEA0F56}" dt="2025-08-18T17:29:17.822" v="704"/>
          <ac:inkMkLst>
            <pc:docMk/>
            <pc:sldMk cId="3315917298" sldId="341"/>
            <ac:inkMk id="51" creationId="{5079133F-D690-9DA5-C0A0-06823C1796BE}"/>
          </ac:inkMkLst>
        </pc:inkChg>
        <pc:inkChg chg="add">
          <ac:chgData name="Christopher Aloo" userId="81d139e4-1a74-45bd-a04a-64f94c7d37c9" providerId="ADAL" clId="{EBB903CD-9A70-439A-80ED-7C8A4BEA0F56}" dt="2025-08-18T17:29:15.617" v="701" actId="9405"/>
          <ac:inkMkLst>
            <pc:docMk/>
            <pc:sldMk cId="3315917298" sldId="341"/>
            <ac:inkMk id="52" creationId="{27600DB2-DA51-6D08-D466-A816A861F141}"/>
          </ac:inkMkLst>
        </pc:inkChg>
        <pc:inkChg chg="add mod">
          <ac:chgData name="Christopher Aloo" userId="81d139e4-1a74-45bd-a04a-64f94c7d37c9" providerId="ADAL" clId="{EBB903CD-9A70-439A-80ED-7C8A4BEA0F56}" dt="2025-08-18T17:29:17.822" v="704"/>
          <ac:inkMkLst>
            <pc:docMk/>
            <pc:sldMk cId="3315917298" sldId="341"/>
            <ac:inkMk id="53" creationId="{5A42367D-91DB-AD89-DC88-07DF25E3C06F}"/>
          </ac:inkMkLst>
        </pc:inkChg>
        <pc:inkChg chg="add mod">
          <ac:chgData name="Christopher Aloo" userId="81d139e4-1a74-45bd-a04a-64f94c7d37c9" providerId="ADAL" clId="{EBB903CD-9A70-439A-80ED-7C8A4BEA0F56}" dt="2025-08-18T17:29:17.822" v="704"/>
          <ac:inkMkLst>
            <pc:docMk/>
            <pc:sldMk cId="3315917298" sldId="341"/>
            <ac:inkMk id="54" creationId="{108975F5-B6EB-9DE8-C23F-2226A56D47AA}"/>
          </ac:inkMkLst>
        </pc:inkChg>
        <pc:inkChg chg="add mod">
          <ac:chgData name="Christopher Aloo" userId="81d139e4-1a74-45bd-a04a-64f94c7d37c9" providerId="ADAL" clId="{EBB903CD-9A70-439A-80ED-7C8A4BEA0F56}" dt="2025-08-18T17:29:39.447" v="737"/>
          <ac:inkMkLst>
            <pc:docMk/>
            <pc:sldMk cId="3315917298" sldId="341"/>
            <ac:inkMk id="56" creationId="{BD24F85A-23E5-6108-E90D-FFC7EF963CD9}"/>
          </ac:inkMkLst>
        </pc:inkChg>
        <pc:inkChg chg="add mod">
          <ac:chgData name="Christopher Aloo" userId="81d139e4-1a74-45bd-a04a-64f94c7d37c9" providerId="ADAL" clId="{EBB903CD-9A70-439A-80ED-7C8A4BEA0F56}" dt="2025-08-18T17:29:39.447" v="737"/>
          <ac:inkMkLst>
            <pc:docMk/>
            <pc:sldMk cId="3315917298" sldId="341"/>
            <ac:inkMk id="57" creationId="{F8CE11DE-3512-3684-08E3-C9498EE4591A}"/>
          </ac:inkMkLst>
        </pc:inkChg>
        <pc:inkChg chg="add mod">
          <ac:chgData name="Christopher Aloo" userId="81d139e4-1a74-45bd-a04a-64f94c7d37c9" providerId="ADAL" clId="{EBB903CD-9A70-439A-80ED-7C8A4BEA0F56}" dt="2025-08-18T17:29:21.681" v="709"/>
          <ac:inkMkLst>
            <pc:docMk/>
            <pc:sldMk cId="3315917298" sldId="341"/>
            <ac:inkMk id="58" creationId="{2FFA799A-4DE2-E32E-D2DA-DADF35CC05D2}"/>
          </ac:inkMkLst>
        </pc:inkChg>
        <pc:inkChg chg="add mod">
          <ac:chgData name="Christopher Aloo" userId="81d139e4-1a74-45bd-a04a-64f94c7d37c9" providerId="ADAL" clId="{EBB903CD-9A70-439A-80ED-7C8A4BEA0F56}" dt="2025-08-18T17:29:39.447" v="737"/>
          <ac:inkMkLst>
            <pc:docMk/>
            <pc:sldMk cId="3315917298" sldId="341"/>
            <ac:inkMk id="59" creationId="{B76D6335-F9E5-4EEA-B736-AA199B3C27CD}"/>
          </ac:inkMkLst>
        </pc:inkChg>
        <pc:inkChg chg="add mod">
          <ac:chgData name="Christopher Aloo" userId="81d139e4-1a74-45bd-a04a-64f94c7d37c9" providerId="ADAL" clId="{EBB903CD-9A70-439A-80ED-7C8A4BEA0F56}" dt="2025-08-18T17:29:28.081" v="720"/>
          <ac:inkMkLst>
            <pc:docMk/>
            <pc:sldMk cId="3315917298" sldId="341"/>
            <ac:inkMk id="61" creationId="{134A3034-FE81-E2F5-1C5F-286E6073BEEA}"/>
          </ac:inkMkLst>
        </pc:inkChg>
        <pc:inkChg chg="add mod">
          <ac:chgData name="Christopher Aloo" userId="81d139e4-1a74-45bd-a04a-64f94c7d37c9" providerId="ADAL" clId="{EBB903CD-9A70-439A-80ED-7C8A4BEA0F56}" dt="2025-08-18T17:29:28.081" v="720"/>
          <ac:inkMkLst>
            <pc:docMk/>
            <pc:sldMk cId="3315917298" sldId="341"/>
            <ac:inkMk id="62" creationId="{3E035A99-2C74-B1A2-6E22-6FA9689700A6}"/>
          </ac:inkMkLst>
        </pc:inkChg>
        <pc:inkChg chg="add mod">
          <ac:chgData name="Christopher Aloo" userId="81d139e4-1a74-45bd-a04a-64f94c7d37c9" providerId="ADAL" clId="{EBB903CD-9A70-439A-80ED-7C8A4BEA0F56}" dt="2025-08-18T17:29:28.081" v="720"/>
          <ac:inkMkLst>
            <pc:docMk/>
            <pc:sldMk cId="3315917298" sldId="341"/>
            <ac:inkMk id="64" creationId="{78A5EA29-F636-87A9-910D-F89015263141}"/>
          </ac:inkMkLst>
        </pc:inkChg>
        <pc:inkChg chg="add mod">
          <ac:chgData name="Christopher Aloo" userId="81d139e4-1a74-45bd-a04a-64f94c7d37c9" providerId="ADAL" clId="{EBB903CD-9A70-439A-80ED-7C8A4BEA0F56}" dt="2025-08-18T17:29:28.081" v="720"/>
          <ac:inkMkLst>
            <pc:docMk/>
            <pc:sldMk cId="3315917298" sldId="341"/>
            <ac:inkMk id="65" creationId="{59D24CF8-CDA1-ADF2-2740-236C1E1A65B8}"/>
          </ac:inkMkLst>
        </pc:inkChg>
        <pc:inkChg chg="add mod">
          <ac:chgData name="Christopher Aloo" userId="81d139e4-1a74-45bd-a04a-64f94c7d37c9" providerId="ADAL" clId="{EBB903CD-9A70-439A-80ED-7C8A4BEA0F56}" dt="2025-08-18T17:29:28.081" v="720"/>
          <ac:inkMkLst>
            <pc:docMk/>
            <pc:sldMk cId="3315917298" sldId="341"/>
            <ac:inkMk id="66" creationId="{8D2359C3-5A38-5412-F320-065CA2F7C5E2}"/>
          </ac:inkMkLst>
        </pc:inkChg>
        <pc:inkChg chg="add mod">
          <ac:chgData name="Christopher Aloo" userId="81d139e4-1a74-45bd-a04a-64f94c7d37c9" providerId="ADAL" clId="{EBB903CD-9A70-439A-80ED-7C8A4BEA0F56}" dt="2025-08-18T17:29:28.081" v="720"/>
          <ac:inkMkLst>
            <pc:docMk/>
            <pc:sldMk cId="3315917298" sldId="341"/>
            <ac:inkMk id="67" creationId="{33EA3599-5032-9956-2C4A-A22978CBF7DE}"/>
          </ac:inkMkLst>
        </pc:inkChg>
        <pc:inkChg chg="add">
          <ac:chgData name="Christopher Aloo" userId="81d139e4-1a74-45bd-a04a-64f94c7d37c9" providerId="ADAL" clId="{EBB903CD-9A70-439A-80ED-7C8A4BEA0F56}" dt="2025-08-18T17:29:26.019" v="717" actId="9405"/>
          <ac:inkMkLst>
            <pc:docMk/>
            <pc:sldMk cId="3315917298" sldId="341"/>
            <ac:inkMk id="68" creationId="{8BB01980-683D-3401-B610-82E088D051AE}"/>
          </ac:inkMkLst>
        </pc:inkChg>
        <pc:inkChg chg="add mod">
          <ac:chgData name="Christopher Aloo" userId="81d139e4-1a74-45bd-a04a-64f94c7d37c9" providerId="ADAL" clId="{EBB903CD-9A70-439A-80ED-7C8A4BEA0F56}" dt="2025-08-18T17:29:28.081" v="720"/>
          <ac:inkMkLst>
            <pc:docMk/>
            <pc:sldMk cId="3315917298" sldId="341"/>
            <ac:inkMk id="69" creationId="{9D6568F0-E940-16E5-5ECF-914E6DB8A3EF}"/>
          </ac:inkMkLst>
        </pc:inkChg>
        <pc:inkChg chg="add mod">
          <ac:chgData name="Christopher Aloo" userId="81d139e4-1a74-45bd-a04a-64f94c7d37c9" providerId="ADAL" clId="{EBB903CD-9A70-439A-80ED-7C8A4BEA0F56}" dt="2025-08-18T17:29:28.081" v="720"/>
          <ac:inkMkLst>
            <pc:docMk/>
            <pc:sldMk cId="3315917298" sldId="341"/>
            <ac:inkMk id="70" creationId="{16FBEE7F-A00E-CA14-B0AA-34062FF3B0F6}"/>
          </ac:inkMkLst>
        </pc:inkChg>
        <pc:inkChg chg="add mod">
          <ac:chgData name="Christopher Aloo" userId="81d139e4-1a74-45bd-a04a-64f94c7d37c9" providerId="ADAL" clId="{EBB903CD-9A70-439A-80ED-7C8A4BEA0F56}" dt="2025-08-18T17:29:39.447" v="737"/>
          <ac:inkMkLst>
            <pc:docMk/>
            <pc:sldMk cId="3315917298" sldId="341"/>
            <ac:inkMk id="72" creationId="{40941739-D3EB-D600-F71B-10B2220E738C}"/>
          </ac:inkMkLst>
        </pc:inkChg>
        <pc:inkChg chg="add mod">
          <ac:chgData name="Christopher Aloo" userId="81d139e4-1a74-45bd-a04a-64f94c7d37c9" providerId="ADAL" clId="{EBB903CD-9A70-439A-80ED-7C8A4BEA0F56}" dt="2025-08-18T17:29:39.447" v="737"/>
          <ac:inkMkLst>
            <pc:docMk/>
            <pc:sldMk cId="3315917298" sldId="341"/>
            <ac:inkMk id="73" creationId="{7364C889-1190-5376-CFCD-6689B70B0D24}"/>
          </ac:inkMkLst>
        </pc:inkChg>
        <pc:inkChg chg="add mod">
          <ac:chgData name="Christopher Aloo" userId="81d139e4-1a74-45bd-a04a-64f94c7d37c9" providerId="ADAL" clId="{EBB903CD-9A70-439A-80ED-7C8A4BEA0F56}" dt="2025-08-18T17:29:39.447" v="737"/>
          <ac:inkMkLst>
            <pc:docMk/>
            <pc:sldMk cId="3315917298" sldId="341"/>
            <ac:inkMk id="74" creationId="{BA4A7EA1-6D29-46D9-A3BB-446BB164BFE7}"/>
          </ac:inkMkLst>
        </pc:inkChg>
        <pc:inkChg chg="add mod">
          <ac:chgData name="Christopher Aloo" userId="81d139e4-1a74-45bd-a04a-64f94c7d37c9" providerId="ADAL" clId="{EBB903CD-9A70-439A-80ED-7C8A4BEA0F56}" dt="2025-08-18T17:29:34.887" v="729"/>
          <ac:inkMkLst>
            <pc:docMk/>
            <pc:sldMk cId="3315917298" sldId="341"/>
            <ac:inkMk id="75" creationId="{5648EA28-8F8B-8C5E-9AC7-CC4B823BA961}"/>
          </ac:inkMkLst>
        </pc:inkChg>
        <pc:inkChg chg="add mod">
          <ac:chgData name="Christopher Aloo" userId="81d139e4-1a74-45bd-a04a-64f94c7d37c9" providerId="ADAL" clId="{EBB903CD-9A70-439A-80ED-7C8A4BEA0F56}" dt="2025-08-18T17:29:34.887" v="729"/>
          <ac:inkMkLst>
            <pc:docMk/>
            <pc:sldMk cId="3315917298" sldId="341"/>
            <ac:inkMk id="76" creationId="{C70DE617-6F25-CF02-CBFC-7BF0FBC0C3DB}"/>
          </ac:inkMkLst>
        </pc:inkChg>
        <pc:inkChg chg="add mod">
          <ac:chgData name="Christopher Aloo" userId="81d139e4-1a74-45bd-a04a-64f94c7d37c9" providerId="ADAL" clId="{EBB903CD-9A70-439A-80ED-7C8A4BEA0F56}" dt="2025-08-18T17:29:34.887" v="729"/>
          <ac:inkMkLst>
            <pc:docMk/>
            <pc:sldMk cId="3315917298" sldId="341"/>
            <ac:inkMk id="77" creationId="{1D3AF7D8-1C00-1CE5-4B83-C445F9F41182}"/>
          </ac:inkMkLst>
        </pc:inkChg>
        <pc:inkChg chg="add mod">
          <ac:chgData name="Christopher Aloo" userId="81d139e4-1a74-45bd-a04a-64f94c7d37c9" providerId="ADAL" clId="{EBB903CD-9A70-439A-80ED-7C8A4BEA0F56}" dt="2025-08-18T17:29:34.887" v="729"/>
          <ac:inkMkLst>
            <pc:docMk/>
            <pc:sldMk cId="3315917298" sldId="341"/>
            <ac:inkMk id="78" creationId="{1C92CCF3-C062-8827-2D5F-2E719F21F753}"/>
          </ac:inkMkLst>
        </pc:inkChg>
        <pc:inkChg chg="add mod">
          <ac:chgData name="Christopher Aloo" userId="81d139e4-1a74-45bd-a04a-64f94c7d37c9" providerId="ADAL" clId="{EBB903CD-9A70-439A-80ED-7C8A4BEA0F56}" dt="2025-08-18T17:29:34.887" v="729"/>
          <ac:inkMkLst>
            <pc:docMk/>
            <pc:sldMk cId="3315917298" sldId="341"/>
            <ac:inkMk id="79" creationId="{FAE815EA-C895-9BB7-F6BF-E8EA26CC10D1}"/>
          </ac:inkMkLst>
        </pc:inkChg>
        <pc:inkChg chg="add">
          <ac:chgData name="Christopher Aloo" userId="81d139e4-1a74-45bd-a04a-64f94c7d37c9" providerId="ADAL" clId="{EBB903CD-9A70-439A-80ED-7C8A4BEA0F56}" dt="2025-08-18T17:29:34.918" v="730" actId="9405"/>
          <ac:inkMkLst>
            <pc:docMk/>
            <pc:sldMk cId="3315917298" sldId="341"/>
            <ac:inkMk id="82" creationId="{7D9FDA7B-4EAB-DF8B-AE58-7B6A486CC30D}"/>
          </ac:inkMkLst>
        </pc:inkChg>
        <pc:inkChg chg="add">
          <ac:chgData name="Christopher Aloo" userId="81d139e4-1a74-45bd-a04a-64f94c7d37c9" providerId="ADAL" clId="{EBB903CD-9A70-439A-80ED-7C8A4BEA0F56}" dt="2025-08-18T17:29:35.215" v="731" actId="9405"/>
          <ac:inkMkLst>
            <pc:docMk/>
            <pc:sldMk cId="3315917298" sldId="341"/>
            <ac:inkMk id="83" creationId="{F8FB722C-74A2-59F2-4E28-1519274E9607}"/>
          </ac:inkMkLst>
        </pc:inkChg>
        <pc:inkChg chg="add">
          <ac:chgData name="Christopher Aloo" userId="81d139e4-1a74-45bd-a04a-64f94c7d37c9" providerId="ADAL" clId="{EBB903CD-9A70-439A-80ED-7C8A4BEA0F56}" dt="2025-08-18T17:29:36.247" v="732" actId="9405"/>
          <ac:inkMkLst>
            <pc:docMk/>
            <pc:sldMk cId="3315917298" sldId="341"/>
            <ac:inkMk id="84" creationId="{AB5F386E-C71E-F0DE-5C2E-DF5678CB4BDA}"/>
          </ac:inkMkLst>
        </pc:inkChg>
        <pc:inkChg chg="add">
          <ac:chgData name="Christopher Aloo" userId="81d139e4-1a74-45bd-a04a-64f94c7d37c9" providerId="ADAL" clId="{EBB903CD-9A70-439A-80ED-7C8A4BEA0F56}" dt="2025-08-18T17:29:36.991" v="733" actId="9405"/>
          <ac:inkMkLst>
            <pc:docMk/>
            <pc:sldMk cId="3315917298" sldId="341"/>
            <ac:inkMk id="85" creationId="{1BB0A6CE-E9A1-6775-3078-1578E91C11C8}"/>
          </ac:inkMkLst>
        </pc:inkChg>
        <pc:inkChg chg="add">
          <ac:chgData name="Christopher Aloo" userId="81d139e4-1a74-45bd-a04a-64f94c7d37c9" providerId="ADAL" clId="{EBB903CD-9A70-439A-80ED-7C8A4BEA0F56}" dt="2025-08-18T17:29:37.242" v="734" actId="9405"/>
          <ac:inkMkLst>
            <pc:docMk/>
            <pc:sldMk cId="3315917298" sldId="341"/>
            <ac:inkMk id="86" creationId="{771C62D5-8E9A-DBDC-1E44-26B4F6716646}"/>
          </ac:inkMkLst>
        </pc:inkChg>
        <pc:inkChg chg="add">
          <ac:chgData name="Christopher Aloo" userId="81d139e4-1a74-45bd-a04a-64f94c7d37c9" providerId="ADAL" clId="{EBB903CD-9A70-439A-80ED-7C8A4BEA0F56}" dt="2025-08-18T17:29:37.987" v="735" actId="9405"/>
          <ac:inkMkLst>
            <pc:docMk/>
            <pc:sldMk cId="3315917298" sldId="341"/>
            <ac:inkMk id="87" creationId="{59473D9C-3252-E75B-C910-ED35A8673AC1}"/>
          </ac:inkMkLst>
        </pc:inkChg>
        <pc:inkChg chg="add">
          <ac:chgData name="Christopher Aloo" userId="81d139e4-1a74-45bd-a04a-64f94c7d37c9" providerId="ADAL" clId="{EBB903CD-9A70-439A-80ED-7C8A4BEA0F56}" dt="2025-08-18T17:29:38.501" v="736" actId="9405"/>
          <ac:inkMkLst>
            <pc:docMk/>
            <pc:sldMk cId="3315917298" sldId="341"/>
            <ac:inkMk id="88" creationId="{14150179-073D-DF65-575D-FA7D43B1C240}"/>
          </ac:inkMkLst>
        </pc:inkChg>
        <pc:inkChg chg="add">
          <ac:chgData name="Christopher Aloo" userId="81d139e4-1a74-45bd-a04a-64f94c7d37c9" providerId="ADAL" clId="{EBB903CD-9A70-439A-80ED-7C8A4BEA0F56}" dt="2025-08-18T17:29:46.828" v="738" actId="9405"/>
          <ac:inkMkLst>
            <pc:docMk/>
            <pc:sldMk cId="3315917298" sldId="341"/>
            <ac:inkMk id="90" creationId="{DC6652EE-C509-CC47-7B4D-6FCF0B6E2720}"/>
          </ac:inkMkLst>
        </pc:inkChg>
        <pc:inkChg chg="add mod">
          <ac:chgData name="Christopher Aloo" userId="81d139e4-1a74-45bd-a04a-64f94c7d37c9" providerId="ADAL" clId="{EBB903CD-9A70-439A-80ED-7C8A4BEA0F56}" dt="2025-08-18T17:29:59.820" v="752"/>
          <ac:inkMkLst>
            <pc:docMk/>
            <pc:sldMk cId="3315917298" sldId="341"/>
            <ac:inkMk id="91" creationId="{E2008687-A938-CC92-8529-0A1E1BFD69FE}"/>
          </ac:inkMkLst>
        </pc:inkChg>
        <pc:inkChg chg="add mod">
          <ac:chgData name="Christopher Aloo" userId="81d139e4-1a74-45bd-a04a-64f94c7d37c9" providerId="ADAL" clId="{EBB903CD-9A70-439A-80ED-7C8A4BEA0F56}" dt="2025-08-18T17:29:59.820" v="752"/>
          <ac:inkMkLst>
            <pc:docMk/>
            <pc:sldMk cId="3315917298" sldId="341"/>
            <ac:inkMk id="92" creationId="{83CEC159-CD66-A254-CE67-E0EA9D32C6A3}"/>
          </ac:inkMkLst>
        </pc:inkChg>
        <pc:inkChg chg="add mod">
          <ac:chgData name="Christopher Aloo" userId="81d139e4-1a74-45bd-a04a-64f94c7d37c9" providerId="ADAL" clId="{EBB903CD-9A70-439A-80ED-7C8A4BEA0F56}" dt="2025-08-18T17:29:59.820" v="752"/>
          <ac:inkMkLst>
            <pc:docMk/>
            <pc:sldMk cId="3315917298" sldId="341"/>
            <ac:inkMk id="93" creationId="{A1BD19DC-F023-A505-FAB4-BA30E8A8A4F7}"/>
          </ac:inkMkLst>
        </pc:inkChg>
        <pc:inkChg chg="add mod">
          <ac:chgData name="Christopher Aloo" userId="81d139e4-1a74-45bd-a04a-64f94c7d37c9" providerId="ADAL" clId="{EBB903CD-9A70-439A-80ED-7C8A4BEA0F56}" dt="2025-08-18T17:29:59.820" v="752"/>
          <ac:inkMkLst>
            <pc:docMk/>
            <pc:sldMk cId="3315917298" sldId="341"/>
            <ac:inkMk id="94" creationId="{17DFB9FB-C54A-0624-71A0-B662014083CC}"/>
          </ac:inkMkLst>
        </pc:inkChg>
        <pc:inkChg chg="add">
          <ac:chgData name="Christopher Aloo" userId="81d139e4-1a74-45bd-a04a-64f94c7d37c9" providerId="ADAL" clId="{EBB903CD-9A70-439A-80ED-7C8A4BEA0F56}" dt="2025-08-18T17:29:53.959" v="743" actId="9405"/>
          <ac:inkMkLst>
            <pc:docMk/>
            <pc:sldMk cId="3315917298" sldId="341"/>
            <ac:inkMk id="95" creationId="{31C6C283-A307-2F7C-84C6-16B12F4C0DF5}"/>
          </ac:inkMkLst>
        </pc:inkChg>
        <pc:inkChg chg="add mod">
          <ac:chgData name="Christopher Aloo" userId="81d139e4-1a74-45bd-a04a-64f94c7d37c9" providerId="ADAL" clId="{EBB903CD-9A70-439A-80ED-7C8A4BEA0F56}" dt="2025-08-18T17:29:59.820" v="752"/>
          <ac:inkMkLst>
            <pc:docMk/>
            <pc:sldMk cId="3315917298" sldId="341"/>
            <ac:inkMk id="96" creationId="{E2C6E2C2-105A-D010-D450-40446A3F34FC}"/>
          </ac:inkMkLst>
        </pc:inkChg>
        <pc:inkChg chg="add mod">
          <ac:chgData name="Christopher Aloo" userId="81d139e4-1a74-45bd-a04a-64f94c7d37c9" providerId="ADAL" clId="{EBB903CD-9A70-439A-80ED-7C8A4BEA0F56}" dt="2025-08-18T17:29:59.820" v="752"/>
          <ac:inkMkLst>
            <pc:docMk/>
            <pc:sldMk cId="3315917298" sldId="341"/>
            <ac:inkMk id="97" creationId="{5587D489-746B-7D47-DECD-416EE1CA859B}"/>
          </ac:inkMkLst>
        </pc:inkChg>
        <pc:inkChg chg="add mod">
          <ac:chgData name="Christopher Aloo" userId="81d139e4-1a74-45bd-a04a-64f94c7d37c9" providerId="ADAL" clId="{EBB903CD-9A70-439A-80ED-7C8A4BEA0F56}" dt="2025-08-18T17:29:59.820" v="752"/>
          <ac:inkMkLst>
            <pc:docMk/>
            <pc:sldMk cId="3315917298" sldId="341"/>
            <ac:inkMk id="98" creationId="{A93B81FB-B48C-91B5-9BD9-EB8D0C2A0D4F}"/>
          </ac:inkMkLst>
        </pc:inkChg>
        <pc:inkChg chg="add mod">
          <ac:chgData name="Christopher Aloo" userId="81d139e4-1a74-45bd-a04a-64f94c7d37c9" providerId="ADAL" clId="{EBB903CD-9A70-439A-80ED-7C8A4BEA0F56}" dt="2025-08-18T17:29:59.820" v="752"/>
          <ac:inkMkLst>
            <pc:docMk/>
            <pc:sldMk cId="3315917298" sldId="341"/>
            <ac:inkMk id="99" creationId="{571546AF-1F7C-3CDF-9B4B-EC145C17C19C}"/>
          </ac:inkMkLst>
        </pc:inkChg>
        <pc:inkChg chg="add">
          <ac:chgData name="Christopher Aloo" userId="81d139e4-1a74-45bd-a04a-64f94c7d37c9" providerId="ADAL" clId="{EBB903CD-9A70-439A-80ED-7C8A4BEA0F56}" dt="2025-08-18T17:29:56.709" v="748" actId="9405"/>
          <ac:inkMkLst>
            <pc:docMk/>
            <pc:sldMk cId="3315917298" sldId="341"/>
            <ac:inkMk id="100" creationId="{D364BCDA-41C0-E3C0-BF5B-A2D295E2A5F1}"/>
          </ac:inkMkLst>
        </pc:inkChg>
        <pc:inkChg chg="add mod">
          <ac:chgData name="Christopher Aloo" userId="81d139e4-1a74-45bd-a04a-64f94c7d37c9" providerId="ADAL" clId="{EBB903CD-9A70-439A-80ED-7C8A4BEA0F56}" dt="2025-08-18T17:29:59.820" v="752"/>
          <ac:inkMkLst>
            <pc:docMk/>
            <pc:sldMk cId="3315917298" sldId="341"/>
            <ac:inkMk id="101" creationId="{D5D8FAA1-D3E3-8D1B-B0D5-0934E64B0CB3}"/>
          </ac:inkMkLst>
        </pc:inkChg>
        <pc:inkChg chg="add">
          <ac:chgData name="Christopher Aloo" userId="81d139e4-1a74-45bd-a04a-64f94c7d37c9" providerId="ADAL" clId="{EBB903CD-9A70-439A-80ED-7C8A4BEA0F56}" dt="2025-08-18T17:29:58.695" v="750" actId="9405"/>
          <ac:inkMkLst>
            <pc:docMk/>
            <pc:sldMk cId="3315917298" sldId="341"/>
            <ac:inkMk id="102" creationId="{69CDE4E7-9567-CA7B-914B-39ABA972E080}"/>
          </ac:inkMkLst>
        </pc:inkChg>
        <pc:inkChg chg="add">
          <ac:chgData name="Christopher Aloo" userId="81d139e4-1a74-45bd-a04a-64f94c7d37c9" providerId="ADAL" clId="{EBB903CD-9A70-439A-80ED-7C8A4BEA0F56}" dt="2025-08-18T17:29:59.020" v="751" actId="9405"/>
          <ac:inkMkLst>
            <pc:docMk/>
            <pc:sldMk cId="3315917298" sldId="341"/>
            <ac:inkMk id="103" creationId="{DBE83ACB-B273-CFF9-88D4-C1BD39AB40DC}"/>
          </ac:inkMkLst>
        </pc:inkChg>
        <pc:inkChg chg="add mod">
          <ac:chgData name="Christopher Aloo" userId="81d139e4-1a74-45bd-a04a-64f94c7d37c9" providerId="ADAL" clId="{EBB903CD-9A70-439A-80ED-7C8A4BEA0F56}" dt="2025-08-18T17:30:15.092" v="756"/>
          <ac:inkMkLst>
            <pc:docMk/>
            <pc:sldMk cId="3315917298" sldId="341"/>
            <ac:inkMk id="105" creationId="{7DB15E10-6A44-9F78-EDB4-C06CE3EB9519}"/>
          </ac:inkMkLst>
        </pc:inkChg>
        <pc:inkChg chg="add mod">
          <ac:chgData name="Christopher Aloo" userId="81d139e4-1a74-45bd-a04a-64f94c7d37c9" providerId="ADAL" clId="{EBB903CD-9A70-439A-80ED-7C8A4BEA0F56}" dt="2025-08-18T17:30:15.092" v="756"/>
          <ac:inkMkLst>
            <pc:docMk/>
            <pc:sldMk cId="3315917298" sldId="341"/>
            <ac:inkMk id="106" creationId="{0DC37F3B-04B9-4495-A8B3-67F47657141C}"/>
          </ac:inkMkLst>
        </pc:inkChg>
        <pc:inkChg chg="add mod">
          <ac:chgData name="Christopher Aloo" userId="81d139e4-1a74-45bd-a04a-64f94c7d37c9" providerId="ADAL" clId="{EBB903CD-9A70-439A-80ED-7C8A4BEA0F56}" dt="2025-08-18T17:30:15.092" v="756"/>
          <ac:inkMkLst>
            <pc:docMk/>
            <pc:sldMk cId="3315917298" sldId="341"/>
            <ac:inkMk id="107" creationId="{5F629B74-42A4-CB28-4D0A-190136C78B98}"/>
          </ac:inkMkLst>
        </pc:inkChg>
        <pc:inkChg chg="add mod">
          <ac:chgData name="Christopher Aloo" userId="81d139e4-1a74-45bd-a04a-64f94c7d37c9" providerId="ADAL" clId="{EBB903CD-9A70-439A-80ED-7C8A4BEA0F56}" dt="2025-08-18T17:33:24.369" v="830"/>
          <ac:inkMkLst>
            <pc:docMk/>
            <pc:sldMk cId="3315917298" sldId="341"/>
            <ac:inkMk id="109" creationId="{2AE31312-36C8-E3F8-7C4F-11A8CF48A9D3}"/>
          </ac:inkMkLst>
        </pc:inkChg>
        <pc:inkChg chg="add mod">
          <ac:chgData name="Christopher Aloo" userId="81d139e4-1a74-45bd-a04a-64f94c7d37c9" providerId="ADAL" clId="{EBB903CD-9A70-439A-80ED-7C8A4BEA0F56}" dt="2025-08-18T17:33:24.369" v="830"/>
          <ac:inkMkLst>
            <pc:docMk/>
            <pc:sldMk cId="3315917298" sldId="341"/>
            <ac:inkMk id="110" creationId="{9193E348-29CA-15D7-5DFD-E9A2E43B1E44}"/>
          </ac:inkMkLst>
        </pc:inkChg>
        <pc:inkChg chg="add mod">
          <ac:chgData name="Christopher Aloo" userId="81d139e4-1a74-45bd-a04a-64f94c7d37c9" providerId="ADAL" clId="{EBB903CD-9A70-439A-80ED-7C8A4BEA0F56}" dt="2025-08-18T17:33:24.369" v="830"/>
          <ac:inkMkLst>
            <pc:docMk/>
            <pc:sldMk cId="3315917298" sldId="341"/>
            <ac:inkMk id="111" creationId="{75A28A18-F1BB-6468-4D93-B85CC2CE63AC}"/>
          </ac:inkMkLst>
        </pc:inkChg>
        <pc:inkChg chg="add mod">
          <ac:chgData name="Christopher Aloo" userId="81d139e4-1a74-45bd-a04a-64f94c7d37c9" providerId="ADAL" clId="{EBB903CD-9A70-439A-80ED-7C8A4BEA0F56}" dt="2025-08-18T17:33:24.369" v="830"/>
          <ac:inkMkLst>
            <pc:docMk/>
            <pc:sldMk cId="3315917298" sldId="341"/>
            <ac:inkMk id="112" creationId="{0C29B5BC-2B20-32D0-30C9-30733CE98625}"/>
          </ac:inkMkLst>
        </pc:inkChg>
        <pc:inkChg chg="add mod">
          <ac:chgData name="Christopher Aloo" userId="81d139e4-1a74-45bd-a04a-64f94c7d37c9" providerId="ADAL" clId="{EBB903CD-9A70-439A-80ED-7C8A4BEA0F56}" dt="2025-08-18T17:33:24.369" v="830"/>
          <ac:inkMkLst>
            <pc:docMk/>
            <pc:sldMk cId="3315917298" sldId="341"/>
            <ac:inkMk id="113" creationId="{F2BF76F2-27C5-5623-B4A9-04F9B7C0ACF4}"/>
          </ac:inkMkLst>
        </pc:inkChg>
        <pc:inkChg chg="add mod">
          <ac:chgData name="Christopher Aloo" userId="81d139e4-1a74-45bd-a04a-64f94c7d37c9" providerId="ADAL" clId="{EBB903CD-9A70-439A-80ED-7C8A4BEA0F56}" dt="2025-08-18T17:33:24.369" v="830"/>
          <ac:inkMkLst>
            <pc:docMk/>
            <pc:sldMk cId="3315917298" sldId="341"/>
            <ac:inkMk id="115" creationId="{E8D38138-E778-CDE6-E511-E23DB9C7A817}"/>
          </ac:inkMkLst>
        </pc:inkChg>
        <pc:inkChg chg="add mod">
          <ac:chgData name="Christopher Aloo" userId="81d139e4-1a74-45bd-a04a-64f94c7d37c9" providerId="ADAL" clId="{EBB903CD-9A70-439A-80ED-7C8A4BEA0F56}" dt="2025-08-18T17:33:17.826" v="828"/>
          <ac:inkMkLst>
            <pc:docMk/>
            <pc:sldMk cId="3315917298" sldId="341"/>
            <ac:inkMk id="116" creationId="{D8812090-FE4C-B37D-6091-F66055694CA4}"/>
          </ac:inkMkLst>
        </pc:inkChg>
        <pc:inkChg chg="add mod">
          <ac:chgData name="Christopher Aloo" userId="81d139e4-1a74-45bd-a04a-64f94c7d37c9" providerId="ADAL" clId="{EBB903CD-9A70-439A-80ED-7C8A4BEA0F56}" dt="2025-08-18T17:33:24.369" v="830"/>
          <ac:inkMkLst>
            <pc:docMk/>
            <pc:sldMk cId="3315917298" sldId="341"/>
            <ac:inkMk id="117" creationId="{2B44EC27-6F97-3741-316F-569D7C683E07}"/>
          </ac:inkMkLst>
        </pc:inkChg>
        <pc:inkChg chg="add mod">
          <ac:chgData name="Christopher Aloo" userId="81d139e4-1a74-45bd-a04a-64f94c7d37c9" providerId="ADAL" clId="{EBB903CD-9A70-439A-80ED-7C8A4BEA0F56}" dt="2025-08-18T17:33:24.369" v="830"/>
          <ac:inkMkLst>
            <pc:docMk/>
            <pc:sldMk cId="3315917298" sldId="341"/>
            <ac:inkMk id="119" creationId="{A2AB2710-1966-7952-3C15-AD28A3ED1197}"/>
          </ac:inkMkLst>
        </pc:inkChg>
        <pc:inkChg chg="add mod">
          <ac:chgData name="Christopher Aloo" userId="81d139e4-1a74-45bd-a04a-64f94c7d37c9" providerId="ADAL" clId="{EBB903CD-9A70-439A-80ED-7C8A4BEA0F56}" dt="2025-08-18T17:33:36.834" v="853"/>
          <ac:inkMkLst>
            <pc:docMk/>
            <pc:sldMk cId="3315917298" sldId="341"/>
            <ac:inkMk id="121" creationId="{A4B3236E-0DB9-7D33-30A3-1F1485EF662D}"/>
          </ac:inkMkLst>
        </pc:inkChg>
        <pc:inkChg chg="add mod">
          <ac:chgData name="Christopher Aloo" userId="81d139e4-1a74-45bd-a04a-64f94c7d37c9" providerId="ADAL" clId="{EBB903CD-9A70-439A-80ED-7C8A4BEA0F56}" dt="2025-08-18T17:33:36.834" v="853"/>
          <ac:inkMkLst>
            <pc:docMk/>
            <pc:sldMk cId="3315917298" sldId="341"/>
            <ac:inkMk id="122" creationId="{69FB10E3-6745-E949-CC40-AE2B1AFB36A1}"/>
          </ac:inkMkLst>
        </pc:inkChg>
        <pc:inkChg chg="add">
          <ac:chgData name="Christopher Aloo" userId="81d139e4-1a74-45bd-a04a-64f94c7d37c9" providerId="ADAL" clId="{EBB903CD-9A70-439A-80ED-7C8A4BEA0F56}" dt="2025-08-18T17:33:27.640" v="833" actId="9405"/>
          <ac:inkMkLst>
            <pc:docMk/>
            <pc:sldMk cId="3315917298" sldId="341"/>
            <ac:inkMk id="123" creationId="{AC5661CE-98FA-A29F-25FA-9D407282374C}"/>
          </ac:inkMkLst>
        </pc:inkChg>
        <pc:inkChg chg="add mod">
          <ac:chgData name="Christopher Aloo" userId="81d139e4-1a74-45bd-a04a-64f94c7d37c9" providerId="ADAL" clId="{EBB903CD-9A70-439A-80ED-7C8A4BEA0F56}" dt="2025-08-18T17:33:36.834" v="853"/>
          <ac:inkMkLst>
            <pc:docMk/>
            <pc:sldMk cId="3315917298" sldId="341"/>
            <ac:inkMk id="124" creationId="{5FCC6BCA-B621-C721-9654-B22386CBD703}"/>
          </ac:inkMkLst>
        </pc:inkChg>
        <pc:inkChg chg="add mod">
          <ac:chgData name="Christopher Aloo" userId="81d139e4-1a74-45bd-a04a-64f94c7d37c9" providerId="ADAL" clId="{EBB903CD-9A70-439A-80ED-7C8A4BEA0F56}" dt="2025-08-18T17:33:36.834" v="853"/>
          <ac:inkMkLst>
            <pc:docMk/>
            <pc:sldMk cId="3315917298" sldId="341"/>
            <ac:inkMk id="125" creationId="{6819C8EC-10E2-9712-2FC1-3FE8276F2EEC}"/>
          </ac:inkMkLst>
        </pc:inkChg>
        <pc:inkChg chg="add">
          <ac:chgData name="Christopher Aloo" userId="81d139e4-1a74-45bd-a04a-64f94c7d37c9" providerId="ADAL" clId="{EBB903CD-9A70-439A-80ED-7C8A4BEA0F56}" dt="2025-08-18T17:33:28.817" v="836" actId="9405"/>
          <ac:inkMkLst>
            <pc:docMk/>
            <pc:sldMk cId="3315917298" sldId="341"/>
            <ac:inkMk id="126" creationId="{FDF3760F-A013-84EF-634E-063E7238BE96}"/>
          </ac:inkMkLst>
        </pc:inkChg>
        <pc:inkChg chg="add">
          <ac:chgData name="Christopher Aloo" userId="81d139e4-1a74-45bd-a04a-64f94c7d37c9" providerId="ADAL" clId="{EBB903CD-9A70-439A-80ED-7C8A4BEA0F56}" dt="2025-08-18T17:33:29.220" v="837" actId="9405"/>
          <ac:inkMkLst>
            <pc:docMk/>
            <pc:sldMk cId="3315917298" sldId="341"/>
            <ac:inkMk id="127" creationId="{F8BAAFC0-ADEE-0CAA-68D7-90BF9C878485}"/>
          </ac:inkMkLst>
        </pc:inkChg>
        <pc:inkChg chg="add">
          <ac:chgData name="Christopher Aloo" userId="81d139e4-1a74-45bd-a04a-64f94c7d37c9" providerId="ADAL" clId="{EBB903CD-9A70-439A-80ED-7C8A4BEA0F56}" dt="2025-08-18T17:33:29.611" v="838" actId="9405"/>
          <ac:inkMkLst>
            <pc:docMk/>
            <pc:sldMk cId="3315917298" sldId="341"/>
            <ac:inkMk id="128" creationId="{ADCE8E53-BCD1-EF11-2179-929C4F19E31A}"/>
          </ac:inkMkLst>
        </pc:inkChg>
        <pc:inkChg chg="add mod">
          <ac:chgData name="Christopher Aloo" userId="81d139e4-1a74-45bd-a04a-64f94c7d37c9" providerId="ADAL" clId="{EBB903CD-9A70-439A-80ED-7C8A4BEA0F56}" dt="2025-08-18T17:33:36.834" v="853"/>
          <ac:inkMkLst>
            <pc:docMk/>
            <pc:sldMk cId="3315917298" sldId="341"/>
            <ac:inkMk id="129" creationId="{267FF2C8-64D9-67DC-635E-FD2853BF4648}"/>
          </ac:inkMkLst>
        </pc:inkChg>
        <pc:inkChg chg="add">
          <ac:chgData name="Christopher Aloo" userId="81d139e4-1a74-45bd-a04a-64f94c7d37c9" providerId="ADAL" clId="{EBB903CD-9A70-439A-80ED-7C8A4BEA0F56}" dt="2025-08-18T17:33:30.464" v="840" actId="9405"/>
          <ac:inkMkLst>
            <pc:docMk/>
            <pc:sldMk cId="3315917298" sldId="341"/>
            <ac:inkMk id="130" creationId="{BCBEF4B9-ECE6-07C0-7204-1EAAEC107A8D}"/>
          </ac:inkMkLst>
        </pc:inkChg>
        <pc:inkChg chg="add">
          <ac:chgData name="Christopher Aloo" userId="81d139e4-1a74-45bd-a04a-64f94c7d37c9" providerId="ADAL" clId="{EBB903CD-9A70-439A-80ED-7C8A4BEA0F56}" dt="2025-08-18T17:33:30.928" v="841" actId="9405"/>
          <ac:inkMkLst>
            <pc:docMk/>
            <pc:sldMk cId="3315917298" sldId="341"/>
            <ac:inkMk id="131" creationId="{30C8A7B3-85BD-BF06-BCBB-5DEB6971FD1A}"/>
          </ac:inkMkLst>
        </pc:inkChg>
        <pc:inkChg chg="add">
          <ac:chgData name="Christopher Aloo" userId="81d139e4-1a74-45bd-a04a-64f94c7d37c9" providerId="ADAL" clId="{EBB903CD-9A70-439A-80ED-7C8A4BEA0F56}" dt="2025-08-18T17:33:31.442" v="842" actId="9405"/>
          <ac:inkMkLst>
            <pc:docMk/>
            <pc:sldMk cId="3315917298" sldId="341"/>
            <ac:inkMk id="132" creationId="{D46A7210-6EC7-699A-4EF4-F2450442858F}"/>
          </ac:inkMkLst>
        </pc:inkChg>
        <pc:inkChg chg="add mod">
          <ac:chgData name="Christopher Aloo" userId="81d139e4-1a74-45bd-a04a-64f94c7d37c9" providerId="ADAL" clId="{EBB903CD-9A70-439A-80ED-7C8A4BEA0F56}" dt="2025-08-18T17:33:36.834" v="853"/>
          <ac:inkMkLst>
            <pc:docMk/>
            <pc:sldMk cId="3315917298" sldId="341"/>
            <ac:inkMk id="133" creationId="{29AD90BD-B3E5-4231-3D65-8F49A26AAA80}"/>
          </ac:inkMkLst>
        </pc:inkChg>
        <pc:inkChg chg="add mod">
          <ac:chgData name="Christopher Aloo" userId="81d139e4-1a74-45bd-a04a-64f94c7d37c9" providerId="ADAL" clId="{EBB903CD-9A70-439A-80ED-7C8A4BEA0F56}" dt="2025-08-18T17:33:36.834" v="853"/>
          <ac:inkMkLst>
            <pc:docMk/>
            <pc:sldMk cId="3315917298" sldId="341"/>
            <ac:inkMk id="134" creationId="{26FBE273-1C2C-74F0-7C13-5537B150BABF}"/>
          </ac:inkMkLst>
        </pc:inkChg>
        <pc:inkChg chg="add mod">
          <ac:chgData name="Christopher Aloo" userId="81d139e4-1a74-45bd-a04a-64f94c7d37c9" providerId="ADAL" clId="{EBB903CD-9A70-439A-80ED-7C8A4BEA0F56}" dt="2025-08-18T17:33:36.834" v="853"/>
          <ac:inkMkLst>
            <pc:docMk/>
            <pc:sldMk cId="3315917298" sldId="341"/>
            <ac:inkMk id="135" creationId="{EC25B54B-C0F9-329B-11EA-EC486BE9D956}"/>
          </ac:inkMkLst>
        </pc:inkChg>
        <pc:inkChg chg="add">
          <ac:chgData name="Christopher Aloo" userId="81d139e4-1a74-45bd-a04a-64f94c7d37c9" providerId="ADAL" clId="{EBB903CD-9A70-439A-80ED-7C8A4BEA0F56}" dt="2025-08-18T17:33:33.307" v="846" actId="9405"/>
          <ac:inkMkLst>
            <pc:docMk/>
            <pc:sldMk cId="3315917298" sldId="341"/>
            <ac:inkMk id="136" creationId="{1682DDEC-9461-EFC2-436B-768DC54645F7}"/>
          </ac:inkMkLst>
        </pc:inkChg>
        <pc:inkChg chg="add">
          <ac:chgData name="Christopher Aloo" userId="81d139e4-1a74-45bd-a04a-64f94c7d37c9" providerId="ADAL" clId="{EBB903CD-9A70-439A-80ED-7C8A4BEA0F56}" dt="2025-08-18T17:33:33.666" v="847" actId="9405"/>
          <ac:inkMkLst>
            <pc:docMk/>
            <pc:sldMk cId="3315917298" sldId="341"/>
            <ac:inkMk id="137" creationId="{5BD3A420-82F9-3768-E679-35767E8CF494}"/>
          </ac:inkMkLst>
        </pc:inkChg>
        <pc:inkChg chg="add mod">
          <ac:chgData name="Christopher Aloo" userId="81d139e4-1a74-45bd-a04a-64f94c7d37c9" providerId="ADAL" clId="{EBB903CD-9A70-439A-80ED-7C8A4BEA0F56}" dt="2025-08-18T17:33:36.834" v="853"/>
          <ac:inkMkLst>
            <pc:docMk/>
            <pc:sldMk cId="3315917298" sldId="341"/>
            <ac:inkMk id="138" creationId="{6435CCBC-EBD3-6629-0721-3B36E12CDE29}"/>
          </ac:inkMkLst>
        </pc:inkChg>
        <pc:inkChg chg="add">
          <ac:chgData name="Christopher Aloo" userId="81d139e4-1a74-45bd-a04a-64f94c7d37c9" providerId="ADAL" clId="{EBB903CD-9A70-439A-80ED-7C8A4BEA0F56}" dt="2025-08-18T17:33:34.502" v="849" actId="9405"/>
          <ac:inkMkLst>
            <pc:docMk/>
            <pc:sldMk cId="3315917298" sldId="341"/>
            <ac:inkMk id="139" creationId="{3452E64B-DCBB-10F5-A702-04BD0CDA2FF8}"/>
          </ac:inkMkLst>
        </pc:inkChg>
        <pc:inkChg chg="add">
          <ac:chgData name="Christopher Aloo" userId="81d139e4-1a74-45bd-a04a-64f94c7d37c9" providerId="ADAL" clId="{EBB903CD-9A70-439A-80ED-7C8A4BEA0F56}" dt="2025-08-18T17:33:34.938" v="850" actId="9405"/>
          <ac:inkMkLst>
            <pc:docMk/>
            <pc:sldMk cId="3315917298" sldId="341"/>
            <ac:inkMk id="140" creationId="{A946CC91-3049-A882-C0FE-9C8E0E49EA3D}"/>
          </ac:inkMkLst>
        </pc:inkChg>
        <pc:inkChg chg="add">
          <ac:chgData name="Christopher Aloo" userId="81d139e4-1a74-45bd-a04a-64f94c7d37c9" providerId="ADAL" clId="{EBB903CD-9A70-439A-80ED-7C8A4BEA0F56}" dt="2025-08-18T17:33:35.344" v="851" actId="9405"/>
          <ac:inkMkLst>
            <pc:docMk/>
            <pc:sldMk cId="3315917298" sldId="341"/>
            <ac:inkMk id="141" creationId="{58D6B35B-5035-1AA0-3FA4-679D7041F0DC}"/>
          </ac:inkMkLst>
        </pc:inkChg>
        <pc:inkChg chg="add">
          <ac:chgData name="Christopher Aloo" userId="81d139e4-1a74-45bd-a04a-64f94c7d37c9" providerId="ADAL" clId="{EBB903CD-9A70-439A-80ED-7C8A4BEA0F56}" dt="2025-08-18T17:33:35.948" v="852" actId="9405"/>
          <ac:inkMkLst>
            <pc:docMk/>
            <pc:sldMk cId="3315917298" sldId="341"/>
            <ac:inkMk id="142" creationId="{5B593484-5BC2-B181-F342-ED4A2D724400}"/>
          </ac:inkMkLst>
        </pc:inkChg>
        <pc:inkChg chg="add mod">
          <ac:chgData name="Christopher Aloo" userId="81d139e4-1a74-45bd-a04a-64f94c7d37c9" providerId="ADAL" clId="{EBB903CD-9A70-439A-80ED-7C8A4BEA0F56}" dt="2025-08-18T17:33:41.020" v="858"/>
          <ac:inkMkLst>
            <pc:docMk/>
            <pc:sldMk cId="3315917298" sldId="341"/>
            <ac:inkMk id="144" creationId="{A00540B0-7952-8E17-E884-8050A46B3633}"/>
          </ac:inkMkLst>
        </pc:inkChg>
        <pc:inkChg chg="add mod">
          <ac:chgData name="Christopher Aloo" userId="81d139e4-1a74-45bd-a04a-64f94c7d37c9" providerId="ADAL" clId="{EBB903CD-9A70-439A-80ED-7C8A4BEA0F56}" dt="2025-08-18T17:33:41.020" v="858"/>
          <ac:inkMkLst>
            <pc:docMk/>
            <pc:sldMk cId="3315917298" sldId="341"/>
            <ac:inkMk id="145" creationId="{2C708350-FA2D-44F5-E52F-AACC259BD1A1}"/>
          </ac:inkMkLst>
        </pc:inkChg>
        <pc:inkChg chg="add mod">
          <ac:chgData name="Christopher Aloo" userId="81d139e4-1a74-45bd-a04a-64f94c7d37c9" providerId="ADAL" clId="{EBB903CD-9A70-439A-80ED-7C8A4BEA0F56}" dt="2025-08-18T17:33:41.020" v="858"/>
          <ac:inkMkLst>
            <pc:docMk/>
            <pc:sldMk cId="3315917298" sldId="341"/>
            <ac:inkMk id="146" creationId="{18F2CAB6-4F53-1CAE-F4DD-21D7F1C881CB}"/>
          </ac:inkMkLst>
        </pc:inkChg>
        <pc:inkChg chg="add mod">
          <ac:chgData name="Christopher Aloo" userId="81d139e4-1a74-45bd-a04a-64f94c7d37c9" providerId="ADAL" clId="{EBB903CD-9A70-439A-80ED-7C8A4BEA0F56}" dt="2025-08-18T17:33:41.020" v="858"/>
          <ac:inkMkLst>
            <pc:docMk/>
            <pc:sldMk cId="3315917298" sldId="341"/>
            <ac:inkMk id="147" creationId="{8A4BE3AA-5395-6DB0-100D-929D2C310B36}"/>
          </ac:inkMkLst>
        </pc:inkChg>
        <pc:inkChg chg="add mod">
          <ac:chgData name="Christopher Aloo" userId="81d139e4-1a74-45bd-a04a-64f94c7d37c9" providerId="ADAL" clId="{EBB903CD-9A70-439A-80ED-7C8A4BEA0F56}" dt="2025-08-18T17:33:45.658" v="870"/>
          <ac:inkMkLst>
            <pc:docMk/>
            <pc:sldMk cId="3315917298" sldId="341"/>
            <ac:inkMk id="149" creationId="{CE3B828A-70EC-E221-62AA-7ABF42C99488}"/>
          </ac:inkMkLst>
        </pc:inkChg>
        <pc:inkChg chg="add mod">
          <ac:chgData name="Christopher Aloo" userId="81d139e4-1a74-45bd-a04a-64f94c7d37c9" providerId="ADAL" clId="{EBB903CD-9A70-439A-80ED-7C8A4BEA0F56}" dt="2025-08-18T17:33:45.658" v="870"/>
          <ac:inkMkLst>
            <pc:docMk/>
            <pc:sldMk cId="3315917298" sldId="341"/>
            <ac:inkMk id="150" creationId="{CDFA9019-5A58-587E-1945-71AEFD0BE20D}"/>
          </ac:inkMkLst>
        </pc:inkChg>
        <pc:inkChg chg="add">
          <ac:chgData name="Christopher Aloo" userId="81d139e4-1a74-45bd-a04a-64f94c7d37c9" providerId="ADAL" clId="{EBB903CD-9A70-439A-80ED-7C8A4BEA0F56}" dt="2025-08-18T17:33:41.816" v="861" actId="9405"/>
          <ac:inkMkLst>
            <pc:docMk/>
            <pc:sldMk cId="3315917298" sldId="341"/>
            <ac:inkMk id="151" creationId="{13E4CB5A-1B01-FB00-8FB1-1AB1317F0D96}"/>
          </ac:inkMkLst>
        </pc:inkChg>
        <pc:inkChg chg="add mod">
          <ac:chgData name="Christopher Aloo" userId="81d139e4-1a74-45bd-a04a-64f94c7d37c9" providerId="ADAL" clId="{EBB903CD-9A70-439A-80ED-7C8A4BEA0F56}" dt="2025-08-18T17:33:45.658" v="870"/>
          <ac:inkMkLst>
            <pc:docMk/>
            <pc:sldMk cId="3315917298" sldId="341"/>
            <ac:inkMk id="152" creationId="{8EAD21FA-9942-09C3-A767-171CE9651887}"/>
          </ac:inkMkLst>
        </pc:inkChg>
        <pc:inkChg chg="add">
          <ac:chgData name="Christopher Aloo" userId="81d139e4-1a74-45bd-a04a-64f94c7d37c9" providerId="ADAL" clId="{EBB903CD-9A70-439A-80ED-7C8A4BEA0F56}" dt="2025-08-18T17:33:42.641" v="863" actId="9405"/>
          <ac:inkMkLst>
            <pc:docMk/>
            <pc:sldMk cId="3315917298" sldId="341"/>
            <ac:inkMk id="153" creationId="{1D7A0A03-9192-793C-CE2D-5DF792977DDC}"/>
          </ac:inkMkLst>
        </pc:inkChg>
        <pc:inkChg chg="add mod">
          <ac:chgData name="Christopher Aloo" userId="81d139e4-1a74-45bd-a04a-64f94c7d37c9" providerId="ADAL" clId="{EBB903CD-9A70-439A-80ED-7C8A4BEA0F56}" dt="2025-08-18T17:33:45.658" v="870"/>
          <ac:inkMkLst>
            <pc:docMk/>
            <pc:sldMk cId="3315917298" sldId="341"/>
            <ac:inkMk id="154" creationId="{2FF82CB0-6ACB-67D8-60BB-EB963F965ABD}"/>
          </ac:inkMkLst>
        </pc:inkChg>
        <pc:inkChg chg="add mod">
          <ac:chgData name="Christopher Aloo" userId="81d139e4-1a74-45bd-a04a-64f94c7d37c9" providerId="ADAL" clId="{EBB903CD-9A70-439A-80ED-7C8A4BEA0F56}" dt="2025-08-18T17:33:45.658" v="870"/>
          <ac:inkMkLst>
            <pc:docMk/>
            <pc:sldMk cId="3315917298" sldId="341"/>
            <ac:inkMk id="155" creationId="{6DF7127A-DE8C-2DE6-A9B2-8CC469986097}"/>
          </ac:inkMkLst>
        </pc:inkChg>
        <pc:inkChg chg="add mod">
          <ac:chgData name="Christopher Aloo" userId="81d139e4-1a74-45bd-a04a-64f94c7d37c9" providerId="ADAL" clId="{EBB903CD-9A70-439A-80ED-7C8A4BEA0F56}" dt="2025-08-18T17:33:45.658" v="870"/>
          <ac:inkMkLst>
            <pc:docMk/>
            <pc:sldMk cId="3315917298" sldId="341"/>
            <ac:inkMk id="156" creationId="{387980B7-A385-A258-80D8-415E95FC320E}"/>
          </ac:inkMkLst>
        </pc:inkChg>
        <pc:inkChg chg="add mod">
          <ac:chgData name="Christopher Aloo" userId="81d139e4-1a74-45bd-a04a-64f94c7d37c9" providerId="ADAL" clId="{EBB903CD-9A70-439A-80ED-7C8A4BEA0F56}" dt="2025-08-18T17:33:45.658" v="870"/>
          <ac:inkMkLst>
            <pc:docMk/>
            <pc:sldMk cId="3315917298" sldId="341"/>
            <ac:inkMk id="157" creationId="{4AEA4F15-9717-52AB-DB62-BD90D557E1CF}"/>
          </ac:inkMkLst>
        </pc:inkChg>
        <pc:inkChg chg="add mod">
          <ac:chgData name="Christopher Aloo" userId="81d139e4-1a74-45bd-a04a-64f94c7d37c9" providerId="ADAL" clId="{EBB903CD-9A70-439A-80ED-7C8A4BEA0F56}" dt="2025-08-18T17:33:45.658" v="870"/>
          <ac:inkMkLst>
            <pc:docMk/>
            <pc:sldMk cId="3315917298" sldId="341"/>
            <ac:inkMk id="158" creationId="{F4C3D185-619B-789D-C7C0-0B6CD10B9188}"/>
          </ac:inkMkLst>
        </pc:inkChg>
        <pc:inkChg chg="add mod">
          <ac:chgData name="Christopher Aloo" userId="81d139e4-1a74-45bd-a04a-64f94c7d37c9" providerId="ADAL" clId="{EBB903CD-9A70-439A-80ED-7C8A4BEA0F56}" dt="2025-08-18T17:33:45.658" v="870"/>
          <ac:inkMkLst>
            <pc:docMk/>
            <pc:sldMk cId="3315917298" sldId="341"/>
            <ac:inkMk id="159" creationId="{9B0806EF-4AF8-0412-3A35-D1A9C2F16AC8}"/>
          </ac:inkMkLst>
        </pc:inkChg>
        <pc:inkChg chg="add mod">
          <ac:chgData name="Christopher Aloo" userId="81d139e4-1a74-45bd-a04a-64f94c7d37c9" providerId="ADAL" clId="{EBB903CD-9A70-439A-80ED-7C8A4BEA0F56}" dt="2025-08-18T17:33:56.054" v="879"/>
          <ac:inkMkLst>
            <pc:docMk/>
            <pc:sldMk cId="3315917298" sldId="341"/>
            <ac:inkMk id="161" creationId="{3CCDFC07-B070-779D-8242-7C40BEAAD237}"/>
          </ac:inkMkLst>
        </pc:inkChg>
        <pc:inkChg chg="add mod">
          <ac:chgData name="Christopher Aloo" userId="81d139e4-1a74-45bd-a04a-64f94c7d37c9" providerId="ADAL" clId="{EBB903CD-9A70-439A-80ED-7C8A4BEA0F56}" dt="2025-08-18T17:33:56.054" v="879"/>
          <ac:inkMkLst>
            <pc:docMk/>
            <pc:sldMk cId="3315917298" sldId="341"/>
            <ac:inkMk id="162" creationId="{D5E773D1-39A6-6D09-4C8A-4DD3F0560793}"/>
          </ac:inkMkLst>
        </pc:inkChg>
        <pc:inkChg chg="add mod">
          <ac:chgData name="Christopher Aloo" userId="81d139e4-1a74-45bd-a04a-64f94c7d37c9" providerId="ADAL" clId="{EBB903CD-9A70-439A-80ED-7C8A4BEA0F56}" dt="2025-08-18T17:33:56.054" v="879"/>
          <ac:inkMkLst>
            <pc:docMk/>
            <pc:sldMk cId="3315917298" sldId="341"/>
            <ac:inkMk id="163" creationId="{4792D7E8-482F-3EC2-E442-69CEF425DA00}"/>
          </ac:inkMkLst>
        </pc:inkChg>
        <pc:inkChg chg="add mod">
          <ac:chgData name="Christopher Aloo" userId="81d139e4-1a74-45bd-a04a-64f94c7d37c9" providerId="ADAL" clId="{EBB903CD-9A70-439A-80ED-7C8A4BEA0F56}" dt="2025-08-18T17:33:56.054" v="879"/>
          <ac:inkMkLst>
            <pc:docMk/>
            <pc:sldMk cId="3315917298" sldId="341"/>
            <ac:inkMk id="164" creationId="{9CF0B2E1-D961-3D23-FA9C-6641126C3D63}"/>
          </ac:inkMkLst>
        </pc:inkChg>
        <pc:inkChg chg="add mod">
          <ac:chgData name="Christopher Aloo" userId="81d139e4-1a74-45bd-a04a-64f94c7d37c9" providerId="ADAL" clId="{EBB903CD-9A70-439A-80ED-7C8A4BEA0F56}" dt="2025-08-18T17:33:56.054" v="879"/>
          <ac:inkMkLst>
            <pc:docMk/>
            <pc:sldMk cId="3315917298" sldId="341"/>
            <ac:inkMk id="165" creationId="{18D897F8-50CA-1A3B-4B4C-32754C3B0FA7}"/>
          </ac:inkMkLst>
        </pc:inkChg>
        <pc:inkChg chg="add mod">
          <ac:chgData name="Christopher Aloo" userId="81d139e4-1a74-45bd-a04a-64f94c7d37c9" providerId="ADAL" clId="{EBB903CD-9A70-439A-80ED-7C8A4BEA0F56}" dt="2025-08-18T17:33:56.054" v="879"/>
          <ac:inkMkLst>
            <pc:docMk/>
            <pc:sldMk cId="3315917298" sldId="341"/>
            <ac:inkMk id="166" creationId="{7C1E56BE-83DF-AA10-B54D-2356AAE73E23}"/>
          </ac:inkMkLst>
        </pc:inkChg>
        <pc:inkChg chg="add mod">
          <ac:chgData name="Christopher Aloo" userId="81d139e4-1a74-45bd-a04a-64f94c7d37c9" providerId="ADAL" clId="{EBB903CD-9A70-439A-80ED-7C8A4BEA0F56}" dt="2025-08-18T17:33:56.054" v="879"/>
          <ac:inkMkLst>
            <pc:docMk/>
            <pc:sldMk cId="3315917298" sldId="341"/>
            <ac:inkMk id="167" creationId="{8C75FDC5-D19B-6DB7-6001-0DE4B917431D}"/>
          </ac:inkMkLst>
        </pc:inkChg>
        <pc:inkChg chg="add mod">
          <ac:chgData name="Christopher Aloo" userId="81d139e4-1a74-45bd-a04a-64f94c7d37c9" providerId="ADAL" clId="{EBB903CD-9A70-439A-80ED-7C8A4BEA0F56}" dt="2025-08-18T17:33:56.054" v="879"/>
          <ac:inkMkLst>
            <pc:docMk/>
            <pc:sldMk cId="3315917298" sldId="341"/>
            <ac:inkMk id="168" creationId="{F42518D1-123E-16F1-0D55-24B9FB35B10D}"/>
          </ac:inkMkLst>
        </pc:inkChg>
        <pc:inkChg chg="add">
          <ac:chgData name="Christopher Aloo" userId="81d139e4-1a74-45bd-a04a-64f94c7d37c9" providerId="ADAL" clId="{EBB903CD-9A70-439A-80ED-7C8A4BEA0F56}" dt="2025-08-18T17:34:01.135" v="880" actId="9405"/>
          <ac:inkMkLst>
            <pc:docMk/>
            <pc:sldMk cId="3315917298" sldId="341"/>
            <ac:inkMk id="171" creationId="{72845D35-117C-43CD-CC63-F27DD3A0E800}"/>
          </ac:inkMkLst>
        </pc:inkChg>
        <pc:inkChg chg="add mod">
          <ac:chgData name="Christopher Aloo" userId="81d139e4-1a74-45bd-a04a-64f94c7d37c9" providerId="ADAL" clId="{EBB903CD-9A70-439A-80ED-7C8A4BEA0F56}" dt="2025-08-18T17:34:06.596" v="892"/>
          <ac:inkMkLst>
            <pc:docMk/>
            <pc:sldMk cId="3315917298" sldId="341"/>
            <ac:inkMk id="172" creationId="{9AC781ED-2703-19ED-0514-F141E38BDD36}"/>
          </ac:inkMkLst>
        </pc:inkChg>
        <pc:inkChg chg="add mod">
          <ac:chgData name="Christopher Aloo" userId="81d139e4-1a74-45bd-a04a-64f94c7d37c9" providerId="ADAL" clId="{EBB903CD-9A70-439A-80ED-7C8A4BEA0F56}" dt="2025-08-18T17:34:06.596" v="892"/>
          <ac:inkMkLst>
            <pc:docMk/>
            <pc:sldMk cId="3315917298" sldId="341"/>
            <ac:inkMk id="173" creationId="{2191D315-B9DF-381C-A43C-827A359B8482}"/>
          </ac:inkMkLst>
        </pc:inkChg>
        <pc:inkChg chg="add mod">
          <ac:chgData name="Christopher Aloo" userId="81d139e4-1a74-45bd-a04a-64f94c7d37c9" providerId="ADAL" clId="{EBB903CD-9A70-439A-80ED-7C8A4BEA0F56}" dt="2025-08-18T17:34:06.596" v="892"/>
          <ac:inkMkLst>
            <pc:docMk/>
            <pc:sldMk cId="3315917298" sldId="341"/>
            <ac:inkMk id="174" creationId="{EBF7847D-E68F-4EF5-2A25-7B75C46884BA}"/>
          </ac:inkMkLst>
        </pc:inkChg>
        <pc:inkChg chg="add">
          <ac:chgData name="Christopher Aloo" userId="81d139e4-1a74-45bd-a04a-64f94c7d37c9" providerId="ADAL" clId="{EBB903CD-9A70-439A-80ED-7C8A4BEA0F56}" dt="2025-08-18T17:34:02.780" v="884" actId="9405"/>
          <ac:inkMkLst>
            <pc:docMk/>
            <pc:sldMk cId="3315917298" sldId="341"/>
            <ac:inkMk id="175" creationId="{58AC4070-1C80-7D1D-B9AB-2915FBC9A468}"/>
          </ac:inkMkLst>
        </pc:inkChg>
        <pc:inkChg chg="add">
          <ac:chgData name="Christopher Aloo" userId="81d139e4-1a74-45bd-a04a-64f94c7d37c9" providerId="ADAL" clId="{EBB903CD-9A70-439A-80ED-7C8A4BEA0F56}" dt="2025-08-18T17:34:03.233" v="885" actId="9405"/>
          <ac:inkMkLst>
            <pc:docMk/>
            <pc:sldMk cId="3315917298" sldId="341"/>
            <ac:inkMk id="176" creationId="{A770EA84-6BEE-B7D2-9A77-E06955980DDD}"/>
          </ac:inkMkLst>
        </pc:inkChg>
        <pc:inkChg chg="add mod">
          <ac:chgData name="Christopher Aloo" userId="81d139e4-1a74-45bd-a04a-64f94c7d37c9" providerId="ADAL" clId="{EBB903CD-9A70-439A-80ED-7C8A4BEA0F56}" dt="2025-08-18T17:34:06.596" v="892"/>
          <ac:inkMkLst>
            <pc:docMk/>
            <pc:sldMk cId="3315917298" sldId="341"/>
            <ac:inkMk id="177" creationId="{D8FAF494-4059-0448-6450-056631BD2F12}"/>
          </ac:inkMkLst>
        </pc:inkChg>
        <pc:inkChg chg="add mod">
          <ac:chgData name="Christopher Aloo" userId="81d139e4-1a74-45bd-a04a-64f94c7d37c9" providerId="ADAL" clId="{EBB903CD-9A70-439A-80ED-7C8A4BEA0F56}" dt="2025-08-18T17:34:06.596" v="892"/>
          <ac:inkMkLst>
            <pc:docMk/>
            <pc:sldMk cId="3315917298" sldId="341"/>
            <ac:inkMk id="178" creationId="{0571086B-D86C-BB4C-7A5B-9014E6713138}"/>
          </ac:inkMkLst>
        </pc:inkChg>
        <pc:inkChg chg="add mod">
          <ac:chgData name="Christopher Aloo" userId="81d139e4-1a74-45bd-a04a-64f94c7d37c9" providerId="ADAL" clId="{EBB903CD-9A70-439A-80ED-7C8A4BEA0F56}" dt="2025-08-18T17:34:06.596" v="892"/>
          <ac:inkMkLst>
            <pc:docMk/>
            <pc:sldMk cId="3315917298" sldId="341"/>
            <ac:inkMk id="179" creationId="{F2292BB3-61D3-36B9-7492-D1C7A70EE9A9}"/>
          </ac:inkMkLst>
        </pc:inkChg>
        <pc:inkChg chg="add">
          <ac:chgData name="Christopher Aloo" userId="81d139e4-1a74-45bd-a04a-64f94c7d37c9" providerId="ADAL" clId="{EBB903CD-9A70-439A-80ED-7C8A4BEA0F56}" dt="2025-08-18T17:34:05.115" v="889" actId="9405"/>
          <ac:inkMkLst>
            <pc:docMk/>
            <pc:sldMk cId="3315917298" sldId="341"/>
            <ac:inkMk id="180" creationId="{310604E6-BF4D-26B7-25EE-16AD3C627BD0}"/>
          </ac:inkMkLst>
        </pc:inkChg>
        <pc:inkChg chg="add mod">
          <ac:chgData name="Christopher Aloo" userId="81d139e4-1a74-45bd-a04a-64f94c7d37c9" providerId="ADAL" clId="{EBB903CD-9A70-439A-80ED-7C8A4BEA0F56}" dt="2025-08-18T17:34:06.596" v="892"/>
          <ac:inkMkLst>
            <pc:docMk/>
            <pc:sldMk cId="3315917298" sldId="341"/>
            <ac:inkMk id="181" creationId="{FA28B1A7-1AA2-4738-1A49-1C9A0E6EF772}"/>
          </ac:inkMkLst>
        </pc:inkChg>
        <pc:inkChg chg="add mod">
          <ac:chgData name="Christopher Aloo" userId="81d139e4-1a74-45bd-a04a-64f94c7d37c9" providerId="ADAL" clId="{EBB903CD-9A70-439A-80ED-7C8A4BEA0F56}" dt="2025-08-18T17:34:06.596" v="892"/>
          <ac:inkMkLst>
            <pc:docMk/>
            <pc:sldMk cId="3315917298" sldId="341"/>
            <ac:inkMk id="182" creationId="{EC3389D2-84BC-5E9B-3A53-9AC4D471035E}"/>
          </ac:inkMkLst>
        </pc:inkChg>
        <pc:inkChg chg="add mod">
          <ac:chgData name="Christopher Aloo" userId="81d139e4-1a74-45bd-a04a-64f94c7d37c9" providerId="ADAL" clId="{EBB903CD-9A70-439A-80ED-7C8A4BEA0F56}" dt="2025-08-18T17:34:14.900" v="903"/>
          <ac:inkMkLst>
            <pc:docMk/>
            <pc:sldMk cId="3315917298" sldId="341"/>
            <ac:inkMk id="185" creationId="{058FC9AD-CC82-C7C4-4633-02A2F88F5835}"/>
          </ac:inkMkLst>
        </pc:inkChg>
        <pc:inkChg chg="add mod">
          <ac:chgData name="Christopher Aloo" userId="81d139e4-1a74-45bd-a04a-64f94c7d37c9" providerId="ADAL" clId="{EBB903CD-9A70-439A-80ED-7C8A4BEA0F56}" dt="2025-08-18T17:34:14.900" v="903"/>
          <ac:inkMkLst>
            <pc:docMk/>
            <pc:sldMk cId="3315917298" sldId="341"/>
            <ac:inkMk id="186" creationId="{E7701453-387D-EF0A-30F4-AB3AF07DD6CB}"/>
          </ac:inkMkLst>
        </pc:inkChg>
        <pc:inkChg chg="add mod">
          <ac:chgData name="Christopher Aloo" userId="81d139e4-1a74-45bd-a04a-64f94c7d37c9" providerId="ADAL" clId="{EBB903CD-9A70-439A-80ED-7C8A4BEA0F56}" dt="2025-08-18T17:34:14.900" v="903"/>
          <ac:inkMkLst>
            <pc:docMk/>
            <pc:sldMk cId="3315917298" sldId="341"/>
            <ac:inkMk id="187" creationId="{5E7B4CB6-44DD-FD5C-DFEF-EA226973DBDB}"/>
          </ac:inkMkLst>
        </pc:inkChg>
        <pc:inkChg chg="add mod">
          <ac:chgData name="Christopher Aloo" userId="81d139e4-1a74-45bd-a04a-64f94c7d37c9" providerId="ADAL" clId="{EBB903CD-9A70-439A-80ED-7C8A4BEA0F56}" dt="2025-08-18T17:34:14.900" v="903"/>
          <ac:inkMkLst>
            <pc:docMk/>
            <pc:sldMk cId="3315917298" sldId="341"/>
            <ac:inkMk id="188" creationId="{ED308449-1FB3-65E7-8347-59105CAF3107}"/>
          </ac:inkMkLst>
        </pc:inkChg>
        <pc:inkChg chg="add mod">
          <ac:chgData name="Christopher Aloo" userId="81d139e4-1a74-45bd-a04a-64f94c7d37c9" providerId="ADAL" clId="{EBB903CD-9A70-439A-80ED-7C8A4BEA0F56}" dt="2025-08-18T17:34:14.900" v="903"/>
          <ac:inkMkLst>
            <pc:docMk/>
            <pc:sldMk cId="3315917298" sldId="341"/>
            <ac:inkMk id="189" creationId="{CED292C6-3562-6B5C-D711-DDC7AF05536B}"/>
          </ac:inkMkLst>
        </pc:inkChg>
        <pc:inkChg chg="add mod">
          <ac:chgData name="Christopher Aloo" userId="81d139e4-1a74-45bd-a04a-64f94c7d37c9" providerId="ADAL" clId="{EBB903CD-9A70-439A-80ED-7C8A4BEA0F56}" dt="2025-08-18T17:34:11.827" v="901"/>
          <ac:inkMkLst>
            <pc:docMk/>
            <pc:sldMk cId="3315917298" sldId="341"/>
            <ac:inkMk id="190" creationId="{70BDB008-6D21-223E-FCEB-E51A928D950F}"/>
          </ac:inkMkLst>
        </pc:inkChg>
        <pc:inkChg chg="add mod">
          <ac:chgData name="Christopher Aloo" userId="81d139e4-1a74-45bd-a04a-64f94c7d37c9" providerId="ADAL" clId="{EBB903CD-9A70-439A-80ED-7C8A4BEA0F56}" dt="2025-08-18T17:34:14.900" v="903"/>
          <ac:inkMkLst>
            <pc:docMk/>
            <pc:sldMk cId="3315917298" sldId="341"/>
            <ac:inkMk id="191" creationId="{CFEDF0AD-8A60-EB1F-1B99-DFC9BC572B89}"/>
          </ac:inkMkLst>
        </pc:inkChg>
        <pc:inkChg chg="add mod">
          <ac:chgData name="Christopher Aloo" userId="81d139e4-1a74-45bd-a04a-64f94c7d37c9" providerId="ADAL" clId="{EBB903CD-9A70-439A-80ED-7C8A4BEA0F56}" dt="2025-08-18T17:34:14.900" v="903"/>
          <ac:inkMkLst>
            <pc:docMk/>
            <pc:sldMk cId="3315917298" sldId="341"/>
            <ac:inkMk id="192" creationId="{3616EA8B-E90B-D67A-766E-3973BFF100C3}"/>
          </ac:inkMkLst>
        </pc:inkChg>
        <pc:inkChg chg="add mod">
          <ac:chgData name="Christopher Aloo" userId="81d139e4-1a74-45bd-a04a-64f94c7d37c9" providerId="ADAL" clId="{EBB903CD-9A70-439A-80ED-7C8A4BEA0F56}" dt="2025-08-18T17:34:14.900" v="903"/>
          <ac:inkMkLst>
            <pc:docMk/>
            <pc:sldMk cId="3315917298" sldId="341"/>
            <ac:inkMk id="194" creationId="{DF681734-9DA1-24B1-B00B-9D812AFA297D}"/>
          </ac:inkMkLst>
        </pc:inkChg>
      </pc:sldChg>
      <pc:sldMasterChg chg="delSldLayout">
        <pc:chgData name="Christopher Aloo" userId="81d139e4-1a74-45bd-a04a-64f94c7d37c9" providerId="ADAL" clId="{EBB903CD-9A70-439A-80ED-7C8A4BEA0F56}" dt="2025-08-18T17:06:25.438" v="119" actId="47"/>
        <pc:sldMasterMkLst>
          <pc:docMk/>
          <pc:sldMasterMk cId="0" sldId="2147483659"/>
        </pc:sldMasterMkLst>
        <pc:sldLayoutChg chg="del">
          <pc:chgData name="Christopher Aloo" userId="81d139e4-1a74-45bd-a04a-64f94c7d37c9" providerId="ADAL" clId="{EBB903CD-9A70-439A-80ED-7C8A4BEA0F56}" dt="2025-08-18T17:06:25.438" v="119" actId="47"/>
          <pc:sldLayoutMkLst>
            <pc:docMk/>
            <pc:sldMasterMk cId="0" sldId="2147483659"/>
            <pc:sldLayoutMk cId="0" sldId="2147483658"/>
          </pc:sldLayoutMkLst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19:09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0 24575,'0'0'0,"3"37"0,1 49 0,0 52 0,-4 57 0,-5 33 0,-6 4-878,-3-14 878,-1-24 0,-1-26 0,3-23 216,4-21-216,8-15 0,14-8 0,5-20-7529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19:11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3100 0 24575,'-60'3'0,"-125"17"-168,-261 63-1,-150 82-1546,472-119 1725,2 5-1,-196 114 0,198-89-10,2 5-1,5 5 1,3 6 0,-114 122 0,153-137 11,4 2 0,4 3 0,3 3 0,4 3-1,4 2 1,-59 138 0,90-176 82,2 2 0,-12 56 0,27-90-87,0 1-1,2-1 1,0 0-1,1 1 1,1-1-1,1 1 1,1-1-1,8 37 1,-7-47-2,1 1-1,-1-1 1,2 0 0,0-1 0,0 1 0,0-1 0,1 0-1,1 0 1,-1-1 0,1 0 0,1 0 0,0 0 0,0-1-1,0 0 1,1-1 0,0 0 0,0 0 0,1-1 0,-1 0 0,1-1-1,11 4 1,7 0 170,0-1 0,0-1 1,1-2-1,-1 0 0,1-2 0,51-3 0,1-5-123,-1-3 0,0-3 1,-1-4-1,0-4 0,-2-2 0,122-55 0,-166 62-38,58-36 0,-82 45-12,-1 0-1,0 0 1,0-1-1,-1 0 1,0 0 0,0-1-1,0 0 1,-1 0-1,-1-1 1,1 1 0,4-13-1,-8 17 1,0-1 0,-1 1 0,0-1 0,0 0 0,0 0 0,-1 1 0,0-1 0,0 0 0,0 0 0,0 1 0,-1-1 0,1 0 0,-1 0 0,-1 1 0,1-1 0,-1 1 0,1-1 0,-1 1 0,0 0 0,-1-1 0,1 1 0,-1 0 0,0 1 0,0-1 0,0 0 0,-5-3 0,-4-4 0,0 1 0,0 0 0,-1 1 0,0 1 0,-1 0 0,-25-11 0,19 11 0,1 1 0,-1 1 0,0 0 0,-1 2 0,1 0 0,-27-1 0,37 5 0,1 0 0,-1 0 0,1 1 0,-1 0 0,1 0 0,0 1 0,0 1 0,-1-1 0,2 1 0,-1 1 0,0 0 0,1 0 0,-1 1 0,1 0 0,-14 11 0,19-12 0,-1-1 0,1 0 0,0 1 0,0 0 0,0 0 0,0 0 0,1 0 0,-1 0 0,1 0 0,0 1 0,1-1 0,-1 1 0,1-1 0,0 1 0,-1 9 0,2-8 0,0 1 0,0 0 0,1 0 0,0-1 0,0 1 0,1-1 0,0 1 0,0-1 0,0 1 0,5 6 0,1 1 0,0 0 0,1-1 0,1 0 0,0 0 0,0-1 0,2-1 0,-1 0 0,24 17 0,-18-17 38,1-1 0,-1-1 0,2 0 0,-1-1 0,1-1 0,1-1 0,-1-1 0,33 5 0,-4-5-607,0-2 0,67-4 0,59-11-6257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19:11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0 165 24575,'8'0'0,"205"-16"0,-1-10 0,231-58 0,-301 47 0,-142 37 0,0 0 0,0 0 0,0 0 0,1 0 0,-1-1 0,0 1 0,0 0 0,0 0 0,0 0 0,1 0 0,-1 0 0,0 0 0,0 0 0,0 0 0,1 0 0,-1 0 0,0 0 0,0 0 0,0 0 0,1 0 0,-1 0 0,0 0 0,0 0 0,0 0 0,1 0 0,-1 0 0,0 0 0,0 0 0,0 0 0,1 1 0,-1-1 0,0 0 0,0 0 0,0 0 0,0 0 0,0 0 0,1 0 0,-1 1 0,0-1 0,0 0 0,0 0 0,0 0 0,0 0 0,0 1 0,0-1 0,1 0 0,-1 0 0,0 0 0,0 1 0,0-1 0,0 0 0,0 0 0,0 0 0,0 1 0,0-1 0,0 0 0,0 0 0,0 0 0,0 1 0,0-1 0,-1 0 0,1 0 0,0 0 0,0 1 0,0-1 0,0 0 0,0 0 0,-5 23 0,-1-1 0,-17 40 0,-1 2 0,-115 381 0,39 15 0,92-398-455,3 1 0,2 72 0,9-37-6371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19:12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108 155 24575,'0'0'0,"0"0"0,-2 5 0,-18 38 0,2 1 0,1 1 0,3 0 0,2 1 0,-10 68 0,21-106 0,0-1 0,1 0 0,0 0 0,0 1 0,1-1 0,0 0 0,0 0 0,1 0 0,3 11 0,-4-16 0,-1-1 0,1 1 0,0-1 0,0 1 0,0-1 0,0 1 0,0-1 0,0 0 0,0 0 0,0 1 0,0-1 0,1 0 0,-1 0 0,1 0 0,-1 0 0,0-1 0,1 1 0,0 0 0,-1 0 0,1-1 0,-1 1 0,3-1 0,3 1 0,-1-1 0,1 0 0,0 0 0,11-2 0,-15 2 0,38-7 0,0-3 0,-1 0 0,0-3 0,0-1 0,-1-2 0,-1-2 0,-1-1 0,66-47 0,-87 54 0,0 0 0,0-1 0,-1-1 0,-1-1 0,24-30 0,-34 39 0,0 0 0,-1 0 0,1 0 0,-1 0 0,0-1 0,-1 1 0,0-1 0,0 1 0,0-1 0,-1 0 0,0 0 0,0 0 0,0 0 0,-1 0 0,0 0 0,-1 0 0,0 0 0,0 0 0,0 0 0,-3-9 0,-1 6 25,0 0-1,-1 0 0,0 0 1,0 1-1,-1 0 1,0 0-1,-1 1 0,1-1 1,-2 2-1,1-1 0,-1 1 1,0 1-1,-19-11 1,17 11-157,0 0 1,-1 1 0,0 0-1,1 1 1,-2 0 0,1 1 0,0 0-1,-1 1 1,1 0 0,-1 1 0,1 1-1,-17 1 1,-6 6-6695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19:12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1296 1 24575,'-8'2'0,"-39"11"0,-54 24 0,-53 29 0,2 7 0,-224 147 0,142-47 0,204-146 0,1 0 0,2 2 0,0 1 0,2 1 0,-24 39 0,43-61 0,1 1 0,1-1 0,-1 1 0,1 0 0,1 0 0,-4 17 0,6-23 0,0-1 0,1 1 0,0 0 0,0 0 0,0 0 0,0 0 0,1-1 0,0 1 0,-1 0 0,1 0 0,1-1 0,-1 1 0,0 0 0,1-1 0,0 0 0,0 1 0,0-1 0,0 0 0,0 0 0,5 5 0,-2-4 0,-1 0 0,1-1 0,-1 0 0,1 0 0,0 0 0,0 0 0,1-1 0,-1 1 0,0-2 0,9 3 0,-1-1 0,0-1 0,-1-1 0,1 0 0,14-1 0,10-2 0,0-2 0,0-2 0,0-1 0,36-13 0,140-59 0,-145 49 0,-1-2 0,89-60 0,-130 74 0,-1 0 0,-1-2 0,-1 0 0,0-1 0,-2-2 0,-1 0 0,0-1 0,25-43 0,-43 63 0,11-21 0,-13 24 0,0 0 0,1 1 0,-1-1 0,1 0 0,-1 0 0,0 0 0,0 0 0,1 0 0,-1 0 0,0 0 0,0 0 0,0 0 0,0 0 0,0 0 0,-1 0 0,1 0 0,0 0 0,0 0 0,-1 0 0,1-1 0,-4 0 0,-2 12 0,-1 12 0,1 2 0,1-1 0,1 0 0,1 1 0,1 0 0,1-1 0,2 1 0,0 0 0,6 34 0,-6-54-52,0 0-1,0 0 1,0 0-1,1 0 1,-1 0-1,1-1 1,0 1-1,0 0 1,1-1-1,-1 1 1,1-1-1,-1 0 1,1 0-1,0 0 1,0 0-1,1-1 1,-1 1-1,0-1 1,1 1-1,0-1 0,-1-1 1,1 1-1,0 0 1,0-1-1,8 2 1,46 4-6774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19:12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0 24575,'-2'54'0,"-6"90"0,-5 97 0,-2 74 0,1-16-8191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19:14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19:14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24575,'0'0'0,"0"0"0,35-11 0,52-17 0,12-2-8191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19:15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363 159 24575,'1'5'0,"2"143"0,-3 317 0,-48-18 0,26-331 0,-66 203 0,86-312 0,-7 20 0,0 0 0,-2 0 0,-1-1 0,-31 48 0,41-72 0,1 0 0,-1 0 0,0 0 0,0 0 0,0 0 0,0-1 0,0 1 0,-2 1 0,3-3 0,1 0 0,0 1 0,0-1 0,-1 0 0,1 0 0,0 0 0,-1 0 0,1 0 0,0 0 0,-1 0 0,1 0 0,0 0 0,-1 0 0,1 0 0,0 0 0,-1 0 0,1 0 0,0 0 0,-1 0 0,1-1 0,0 1 0,0 0 0,-1 0 0,1 0 0,0 0 0,-1 0 0,1-1 0,0 1 0,0 0 0,-1 0 0,1-1 0,-1-1 0,0 1 0,1-1 0,-1 1 0,1-1 0,-1 0 0,1 1 0,0-1 0,-1 0 0,1 0 0,0 1 0,0-3 0,2-51 0,2 0 0,15-70 0,-15 98 0,37-201-390,9 2-1,123-339 1,-69 318 390,-85 212 0,1 1 0,1 0 0,2 2 0,43-48 0,-57 70-2,1 0 1,1 1-1,0 0 0,0 0 1,1 1-1,0 1 0,0 0 0,0 1 1,19-7-1,-23 10 14,0 1 1,0 1-1,0-1 1,0 1-1,1 0 1,-1 1-1,0 0 1,0 1-1,1-1 1,-1 1-1,0 1 1,0 0-1,0 0 1,0 0-1,0 1 1,13 8-1,-5-2 41,-1 1 0,0 1 0,0 1 0,-2 0 0,1 1-1,-2 0 1,1 1 0,-2 0 0,0 1 0,-1 1 0,11 20 0,-3 0 15,-1 2 0,-2 0 1,-2 0-1,10 44 0,-15-42-64,-1 0 1,-2 1-1,-1 0 0,-3-1 0,-1 1 0,-2 0 1,-2-1-1,-9 44 0,2-38-31,-2-1 0,-2 0 0,-1-1 0,-3-1 0,-1 0 0,-47 70 0,21-49-71,-3-2-1,-2-1 1,-4-4-1,-119 100 1,70-78 10,-4-4 0,-141 73-1,146-95-1125,29-19-4855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19:16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1547 1 24575,'-26'40'0,"-37"55"0,-37 53 0,-30 39 0,-19 40-2130,-4 28 2130,4 20 0,8 8 0,12-3 0,14-13 0,15-21 0,14-25 0,14-28 0,14-26 538,13-18-538,15-35-6599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19:17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0 24575,'0'5'0,"-193"876"0,170-811 0,49-112 0,-10 20 0,42-60 0,4 2 0,4 3 0,3 3 0,102-85 0,-113 112 0,2 3 0,2 3 0,1 2 0,2 3 0,1 3 0,119-41 0,-115 53 0,0 2 0,2 4 0,77-6 0,-110 17 0,1 2 0,0 2 0,0 2 0,-1 1 0,1 2 0,-1 2 0,48 15 0,-85-22 0,13 5 0,-1 0 0,0 1 0,25 14 0,-37-19 0,1 0 0,-1 1 0,0 0 0,1-1 0,-1 1 0,0 0 0,0 0 0,0 0 0,-1 0 0,1 0 0,0 0 0,-1 1 0,1-1 0,-1 1 0,0-1 0,0 1 0,0-1 0,0 1 0,0 0 0,-1-1 0,1 1 0,-1 0 0,1 0 0,-1-1 0,0 1 0,0 0 0,-1 0 0,0 3 0,-1 1 0,0-1 0,-1 1 0,0 0 0,-1-1 0,1 0 0,-1 0 0,0 0 0,-1 0 0,1 0 0,-9 6 0,-10 9 0,-30 21 0,48-38 0,-98 69 0,-131 68 0,-123 45 0,348-182 0,-147 74 0,153-75 0,11-1 0,21-3 0,-21 1 0,73-1 0,0 3 0,0 4 0,0 3 0,-1 4 0,115 34 0,-110-18 0,-76-25 0,-1 0 0,0 1 0,1 0 0,-1 0 0,-1 0 0,14 13 0,-20-17 0,1 1 0,-1-1 0,1 1 0,-1 0 0,1 0 0,-1 0 0,0 0 0,0 0 0,0 0 0,0 0 0,0 0 0,0 0 0,-1 1 0,1-1 0,-1 0 0,0 0 0,1 1 0,-1-1 0,0 0 0,0 1 0,-1-1 0,1 0 0,-1 5 0,-1-2 0,-1 0 0,1 0 0,-1 0 0,0 0 0,0 0 0,-1-1 0,0 1 0,1-1 0,-7 5 0,-9 8 0,0 0 0,-1-2 0,-28 16 0,-76 36 0,33-24 0,-1-4 0,-2-4 0,-2-5 0,-149 29 0,241-58 0,-14 2 0,-1 0 0,1-2 0,-21 0 0,34-1 0,1 0 0,-1-1 0,0 1 0,1-1 0,-1 0 0,1-1 0,-1 1 0,1-1 0,0 0 0,-1 0 0,1 0 0,0-1 0,0 1 0,1-1 0,-1 0 0,1 0 0,-6-6 0,4 1-151,0 0-1,0-1 0,1 0 0,0 0 1,1 0-1,-1-1 0,2 1 1,-3-17-1,-9-97-6590,14 122 6658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19:21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1 232 24575,'0'7'0,"11"153"0,-5-78-6,33 609-322,-58 4 46,17-677 290,-1 19 23,-1 0 1,-16 57 0,23-164 481,11-80-513,80-559-524,-66 563 348,6 1-1,98-259 1,-40 210 162,-75 164 14,1 2-1,2 1 1,0 0-1,30-29 1,-42 48-2,0 1 0,0-1 0,1 2 0,0-1 1,0 1-1,0 0 0,12-4 0,-17 8 11,0 1 0,0 0 0,0 0 0,0 0 0,1 0 0,-1 0 0,0 1 0,0 0 0,1 0 0,-1 0 0,0 0 0,1 1 0,-1 0 0,0 0 1,0 0-1,0 0 0,0 1 0,0-1 0,0 1 0,5 3 0,0 1 65,0 1 0,-1 0 0,0 0 0,0 1 0,0 0 0,-1 0 0,0 1 1,-1 0-1,0 0 0,0 0 0,7 19 0,-3-4-74,-1 0 1,-2 1-1,0 0 0,3 29 1,-5-5-1,-1 0 1,-3 0-1,-2 0 1,-2 1-1,-2-1 0,-2 0 1,-3-1-1,-1 0 1,-20 50-1,9-37 0,-4-1 0,-1-1 0,-4-2 0,-2-1-1,-2-1 1,-61 72 0,50-75 0,-74 65 0,91-92 0,-1-2 0,-1-1 0,-1-1 0,-37 18 0,59-35 0,0 1 0,-19 5 0,27-9 0,-1-1 0,0 1 0,0-1 0,1 1 0,-1-1 0,0 0 0,0 0 0,1 0 0,-1-1 0,0 1 0,0-1 0,1 1 0,-1-1 0,0 0 0,-4-2 0,6 2 0,1 1 0,-1-1 0,1 1 0,-1 0 0,1-1 0,0 1 0,-1-1 0,1 1 0,-1-1 0,1 1 0,0-1 0,-1 0 0,1 1 0,0-1 0,0 1 0,0-1 0,-1 0 0,1 1 0,0-1 0,0 0 0,0 1 0,0-1 0,0 0 0,0 1 0,0-1 0,0 1 0,1-1 0,-1 0 0,0 1 0,0-1 0,1 0 0,6-27 0,2 1 0,1 1 0,1-1 0,24-41 0,-4 12 0,57-78 0,-68 108 0,2 0 0,0 1 0,2 2 0,46-38 0,-56 52 0,-1 0 0,1 1 0,1 1 0,0 0 0,0 0 0,0 2 0,0 0 0,1 1 0,30-5 0,-26 8 0,0 0 0,0 1 0,1 1 0,-1 1 0,0 1 0,0 1 0,22 6 0,-2 4 0,-1 2 0,-1 2 0,0 1 0,-1 1 0,-1 3 0,-2 1 0,35 29 0,39 45-682,171 198-1,-182-181-6143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19:21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305 765 24575,'3'-1'0,"-1"1"0,0-1 0,0 1 0,0-1 0,0 0 0,0 0 0,0 0 0,0 0 0,-1 0 0,1 0 0,2-2 0,7-4 0,22-15 0,-1 0 0,-1-2 0,-1-2 0,-1 0 0,29-35 0,-15 9 0,-2-2 0,41-70 0,-81 123 0,61-112 0,-57 101 0,0-1 0,0 0 0,-1 0 0,-1 0 0,0 0 0,-1-1 0,1-16 0,-3 26 0,0 0 0,0 1 0,-1-1 0,1 0 0,-1 1 0,0-1 0,0 0 0,0 1 0,0-1 0,-1 1 0,1 0 0,-1-1 0,0 1 0,0 0 0,0 0 0,0 0 0,-1 0 0,1 0 0,-1 1 0,0-1 0,0 1 0,0 0 0,0-1 0,0 2 0,0-1 0,-1 0 0,-6-2 0,0 1 0,-1 0 0,1 0 0,-1 1 0,0 1 0,0 0 0,0 0 0,0 1 0,-17 2 0,4 2 0,0 0 0,1 2 0,0 1 0,0 0 0,0 2 0,1 1 0,0 0 0,-36 25 0,18-7 0,2 1 0,0 2 0,-46 50 0,56-51 0,1 1 0,2 1 0,1 1 0,-24 42 0,41-62 0,1 0 0,-1 1 0,2 0 0,0 0 0,1 0 0,0 0 0,1 1 0,1-1 0,0 1 0,1 0 0,1 0 0,0-1 0,1 1 0,5 28 0,-2-29 27,1 0-1,0 0 0,1 0 0,0-1 1,2 0-1,-1-1 0,1 0 0,1 0 1,0 0-1,1-1 0,0-1 0,15 13 1,1-3-369,0-1 1,1-1 0,1-1-1,43 18 1,72 23-6138,-137-56 6132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19:22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1089 0 24575,'-18'1'0,"-1"0"0,1 2 0,-31 7 0,25-5 0,-43 12 0,1 3 0,1 3 0,0 2 0,2 4 0,-59 36 0,55-24 0,2 2 0,2 3 0,2 3 0,-68 70 0,110-100 0,1 1 0,1 0 0,0 1 0,2 1 0,-13 24 0,26-41 0,-1 0 0,2 0 0,-1-1 0,0 1 0,1 1 0,0-1 0,0 0 0,1 0 0,-1 0 0,1 7 0,0-10 0,1 0 0,-1 0 0,1 0 0,-1 0 0,1 0 0,-1-1 0,1 1 0,0 0 0,0 0 0,0 0 0,0-1 0,0 1 0,0 0 0,1-1 0,-1 1 0,1-1 0,-1 0 0,1 1 0,-1-1 0,1 0 0,0 0 0,-1 0 0,1 0 0,0 0 0,0 0 0,0-1 0,0 1 0,0-1 0,0 1 0,2-1 0,5 2 0,0-2 0,0 1 0,0-1 0,0-1 0,0 0 0,0 0 0,13-4 0,8-3 0,30-13 0,4-7 0,-1-3 0,-2-2 0,-1-3 0,57-44 0,207-195 0,-299 254 0,-25 21 0,1 0 0,-1 0 0,0-1 0,1 1 0,-1 0 0,0 0 0,1 0 0,-1 0 0,0 0 0,0 0 0,1 0 0,-1 0 0,0-1 0,1 1 0,-1 0 0,0 0 0,1 0 0,-1 1 0,0-1 0,1 0 0,-1 0 0,0 0 0,1 0 0,-1 0 0,0 0 0,1 0 0,-1 1 0,0-1 0,1 0 0,-1 0 0,0 0 0,0 0 0,1 1 0,-1-1 0,0 0 0,0 0 0,0 1 0,1-1 0,-1 0 0,0 1 0,0-1 0,0 0 0,0 1 0,0-1 0,1 0 0,-1 1 0,0-1 0,1 9 0,1 0 0,-2 0 0,1 0 0,-1 0 0,0 0 0,-1 0 0,0-1 0,-4 14 0,0 11 0,-119 675 0,45-288 0,52-262 0,-3 28 0,-59 197 0,80-353 69,-1 0-1,-2 0 0,-1-1 0,-25 40 1,33-60-164,-1-1 0,1 0 0,-2 0 0,1-1 1,-1 1-1,-1-2 0,1 1 0,-1-1 0,0 0 0,0-1 1,-1 0-1,0 0 0,0-1 0,0 0 0,0 0 1,-1-1-1,-17 4 0,8-5-3307,-30-1 1,49-1 3378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19:22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0 360 24575,'4'4'0,"114"140"0,-100-118 0,-1 0 0,-1 1 0,-1 1 0,11 30 0,-21-47 0,-2 1 0,1 0 0,-2-1 0,1 1 0,0 14 0,-3-21 0,0-1 0,0 0 0,0 0 0,0 1 0,-1-1 0,0 0 0,0 0 0,0 0 0,0 0 0,0 0 0,-1 0 0,0 0 0,0 0 0,0 0 0,0-1 0,-1 1 0,1-1 0,-4 4 0,5-7 0,-7 6 0,8-5 0,0-1 0,-1 0 0,1 0 0,0 0 0,0 0 0,0 0 0,-1 0 0,1-1 0,0 1 0,0 0 0,0 0 0,-1 0 0,1 0 0,0 0 0,0 0 0,0 0 0,-1 0 0,1 0 0,0-1 0,0 1 0,0 0 0,0 0 0,-1 0 0,1 0 0,0-1 0,0 1 0,0 0 0,0 0 0,0 0 0,0 0 0,-1-1 0,1 1 0,0 0 0,0 0 0,0 0 0,0-1 0,0 1 0,0 0 0,0 0 0,0-1 0,0 1 0,0 0 0,0 0 0,0 0 0,0-1 0,0 1 0,0 0 0,0 0 0,1 0 0,-1-1 0,0 1 0,0 0 0,0 0 0,0-1 0,6-28 0,0 0 0,2 0 0,20-48 0,-27 75 0,39-95-341,5 1 0,3 3-1,87-123 1,-19 51-6485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19:23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1164 24575,'4'-4'0,"91"-93"0,-3-5 0,-5-3 0,90-143 0,-53 41 0,-107 174 0,-1-2 0,-2 0 0,-2 0 0,11-48 0,-20 71 0,-1 0 0,-1 0 0,0 0 0,-1 0 0,0 0 0,-3-15 0,3 23 0,-1 0 0,0 1 0,1-1 0,-2 0 0,1 0 0,0 1 0,-1-1 0,0 1 0,1-1 0,-1 1 0,-1 0 0,1-1 0,0 1 0,-1 0 0,0 1 0,0-1 0,0 0 0,0 1 0,0 0 0,0 0 0,0 0 0,-1 0 0,-3-2 0,2 3 0,0-1 0,-1 1 0,1 0 0,0 1 0,-1-1 0,1 1 0,0 0 0,-1 1 0,-7 0 0,-1 2 0,-1 1 0,-21 8 0,9-1 0,2 1 0,-1 1 0,2 2 0,0 0 0,0 1 0,2 2 0,0 0 0,1 2 0,1 0 0,1 1 0,-17 25 0,22-27 0,1 1 0,2 1 0,0 0 0,1 0 0,-14 44 0,19-48 0,1 1 0,1-1 0,1 1 0,0-1 0,1 1 0,1 0 0,1-1 0,4 27 0,-1-25 19,1 1 0,0 0 0,2-1 0,0 0 0,1 0 0,1-1 0,1 0 0,15 20 0,-9-17 9,1 0 1,1-1-1,1-1 1,1-1-1,36 26 1,-15-18-273,1-1 0,2-2 0,0-2 0,1-3 1,1-1-1,67 16 0,61 4-6582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19:23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1584 1 24575,'-231'129'0,"15"17"0,165-111 0,-262 194 0,236-168 0,-131 139 0,160-142 0,43-52 0,1 1 0,0-1 0,0 1 0,1 1 0,-1-1 0,-3 13 0,7-17 0,-1-1 0,1 1 0,-1 0 0,1-1 0,0 1 0,0-1 0,0 1 0,1 0 0,-1-1 0,0 1 0,1-1 0,0 1 0,0-1 0,-1 1 0,1-1 0,1 0 0,-1 1 0,0-1 0,1 0 0,-1 0 0,1 0 0,-1 0 0,1 0 0,0 0 0,0 0 0,0-1 0,4 3 0,3 2 0,-1-2 0,2 1 0,-1-1 0,0-1 0,1 1 0,9 1 0,47 8 0,0-3 0,68 2 0,-62-7 0,102 21 0,-166-24 0,1 0 0,-1 0 0,0 1 0,0 0 0,-1 0 0,1 1 0,11 7 0,-17-10 0,-1 1 0,0-1 0,1 0 0,-1 0 0,0 1 0,0-1 0,0 1 0,0-1 0,0 1 0,0 0 0,0-1 0,0 1 0,-1 0 0,1-1 0,-1 1 0,1 3 0,-1-3 0,0 1 0,0 0 0,-1-1 0,1 1 0,-1 0 0,0-1 0,1 1 0,-1-1 0,0 1 0,0-1 0,-1 1 0,1-1 0,-1 0 0,-2 4 0,-5 6 0,-2 0 0,0-1 0,0 0 0,-24 17 0,-62 37 0,90-60 0,-91 56 0,-3-5 0,-3-4 0,-204 73 0,275-115-273,1-2 0,-2-1 0,1-1 0,-62 2 0,16-13-6553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19:24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1058 1 24575,'-686'445'0,"677"-439"0,-31 22 0,-17 11 0,-67 59 0,120-95 0,1 1 0,-1-1 0,1 1 0,0-1 0,0 1 0,-5 8 0,8-11 0,-1 0 0,1-1 0,0 1 0,0 0 0,-1 0 0,1 0 0,0-1 0,0 1 0,0 0 0,0 0 0,0 0 0,0-1 0,0 1 0,0 0 0,1 0 0,-1 0 0,0-1 0,1 2 0,0 0 0,0-1 0,0 0 0,0 0 0,0 0 0,0 1 0,0-1 0,0 0 0,1-1 0,-1 1 0,0 0 0,1 0 0,-1 0 0,2 0 0,21 8 0,0-2 0,27 6 0,-12-3 0,-20-5 0,194 57 0,-183-51 0,-1 1 0,-1 1 0,0 2 0,-1 0 0,27 21 0,-48-31 0,0 0 0,0 0 0,0 0 0,-1 1 0,0 0 0,0 0 0,0 0 0,-1 0 0,0 1 0,0 0 0,-1 0 0,1 0 0,-2 0 0,5 15 0,-6-14 0,0 1 0,-1-1 0,0 0 0,0 1 0,-1-1 0,0 1 0,-1-1 0,0 0 0,0 0 0,0 0 0,-1 0 0,-1 0 0,-6 12 0,-5 6 0,-1-1 0,-2-1 0,0 0 0,-1-1 0,-2-1 0,0-1 0,-25 19 0,10-12 0,-2-2 0,0-1 0,-81 38 0,88-50-227,-1-1-1,0-2 1,-1-1-1,1-1 1,-49 4-1,-17-7-6598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19:24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24575,'0'0'0,"-10"26"0,-3 9-8191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19:24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24575,'0'0'0,"0"0"0,29-8 0,9-2-8191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19:25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101 404 24575,'0'0'0,"0"6"0,7 246 0,-4-208 0,3-1 0,1 0 0,24 76 0,-29-114 0,0 1 0,0-1 0,1 1 0,-1-1 0,1 0 0,0 0 0,7 8 0,-7-11 0,-1 1 0,1-1 0,-1-1 0,1 1 0,0 0 0,-1-1 0,1 1 0,0-1 0,0 0 0,0 0 0,0 0 0,0 0 0,1-1 0,-1 1 0,0-1 0,4 0 0,4 0 0,0-1 0,0 0 0,0-1 0,0 0 0,0 0 0,0-1 0,10-5 0,8-4 0,38-22 0,-26 10 0,0-2 0,-2-1 0,-1-2 0,-2-2 0,-1-1 0,-1-2 0,-2-1 0,-1-2 0,-2-1 0,32-55 0,-50 73 0,0 0 0,-2-1 0,0 0 0,-2-1 0,9-35 0,-14 46 0,-1 0 0,0 0 0,0 1 0,-1-1 0,-1 0 0,0 0 0,0 1 0,-1-1 0,0 0 0,-1 1 0,0 0 0,-1-1 0,-8-16 0,4 14 0,0 0 0,-2 1 0,1 0 0,-1 1 0,-1 0 0,0 0 0,0 1 0,-1 1 0,0 0 0,-1 0 0,0 1 0,-1 1 0,1 0 0,-1 1 0,-1 1 0,1 0 0,-22-4 0,8 3 0,0 2 0,0 1 0,0 1 0,0 1 0,0 1 0,0 2 0,0 1 0,-45 11 0,29-2-227,1 2-1,1 2 1,0 2-1,1 1 1,-41 28-1,22-8-6598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19:25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95 116 24575,'0'6'0,"1"135"0,-6-1 0,-38 235 0,43-373 0,-4 22 0,-2-1 0,0 0 0,-17 42 0,17-55 0,4-9 0,2-11 0,34-134 0,93-252 0,-104 335 0,3 1 0,46-79 0,-64 127 0,-1 0 0,2 1 0,0 0 0,0 0 0,1 1 0,18-16 0,-24 23 0,0 1 0,-1-1 0,1 1 0,0 0 0,1 0 0,-1 0 0,0 1 0,0 0 0,1-1 0,-1 2 0,1-1 0,-1 0 0,1 1 0,-1 0 0,1 0 0,-1 0 0,1 0 0,-1 1 0,1 0 0,-1 0 0,1 0 0,-1 1 0,0-1 0,5 3 0,3 3 0,-1 0 0,1 1 0,-1 0 0,0 1 0,-1 0 0,0 1 0,-1 0 0,0 0 0,13 20 0,2 8 0,33 69 0,-30-46-682,31 103-1,-32-69-6143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19:25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0 237 24575,'0'0'0,"47"-5"0,56-7 0,55-8 0,36-10 0,7-6 0,-12-6 0,-20-7 0,-39 6-8191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19:26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0 367 24575,'0'0'0,"0"0"0,37-12 0,37-11 0,29-14 0,22-12 0,10-11 0,3-4 0,-3-2 0,-23 11-8191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19:27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974 1 24575,'3'307'-463,"-44"379"-1,17-503 433,-8-1 0,-8-1 0,-8-3 1,-8-1-1,-78 168 0,-85 113 167,138-312-68,-100 136 0,167-262-76,7-9 24,0 0 1,-1-1-1,0 0 1,0 0-1,-1-1 1,0 0-1,-1-1 1,-14 10-1,23-17 48,-10 3 358,11-4-417,0 0 0,-1-1 0,1 1 1,0 0-1,-1 0 0,1 0 0,0-1 0,0 1 1,-1 0-1,1-1 0,0 1 0,0 0 1,-1-1-1,1 1 0,0 0 0,0-1 1,0 1-1,0 0 0,0-1 0,-1 1 1,1 0-1,0-1 0,0 1 0,0 0 1,0-1-1,0 1 0,0-1 0,0 1 0,0 0 1,0-1-1,1 1 0,-1 0 0,0-1 1,0 1-1,0-1 0,0 1 0,0 0 1,1-1-1,-1 1 0,1-1 0,11-37-5,3 0 0,1 0 0,2 2 0,1 0 0,35-49 0,-36 60 0,1 0 0,1 1 0,1 1 0,1 1 0,0 1 0,47-33 0,-46 39 0,0 2 0,1 0 0,0 2 0,1 0 0,0 2 0,0 1 0,1 1 0,36-5 0,33 3-203,0 5-1,120 9 0,-167-3-550,89 5-6072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19:27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24575,'0'0'0,"0"0"0,0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19:28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798 183 24575,'0'10'0,"-5"180"0,22 438 0,36 7 0,-51-613 0,0-16 0,-1 0 0,-1 1 0,1-1 0,-1 1 0,0-1 0,-3 13 0,2-18 0,-1-12 0,-3-127 0,19-210 0,30-65 0,-31 336 0,4 0 0,3 2 0,39-96 0,-46 140 0,2 2 0,1 0 0,2 0 0,0 2 0,2 0 0,1 1 0,1 1 0,1 1 0,43-34 0,-49 45 0,0 0 0,1 2 0,0 0 0,1 1 0,0 1 0,0 1 0,1 0 0,0 2 0,1 0 0,-1 1 0,1 1 0,0 1 0,0 1 0,0 1 0,1 1 0,23 2 0,-21 2 0,0 1 0,-1 1 0,0 1 0,0 1 0,0 1 0,-1 1 0,-1 1 0,0 1 0,0 1 0,26 21 0,-33-22 0,-1 0 0,-1 0 0,0 1 0,-1 0 0,-1 1 0,15 25 0,-19-28 0,0 1 0,-1-1 0,-1 2 0,0-1 0,0 0 0,-1 1 0,-1 0 0,0-1 0,0 22 0,-3-12 0,-1-1 0,-1 0 0,0 0 0,-2 0 0,-1 0 0,0-1 0,-1 0 0,-2 0 0,-15 29 0,-3-5 0,-2 0 0,-63 71 0,12-28 0,-3-4 0,-150 114 0,-211 115 0,415-292 0,29-20 0,-1 0 0,1 0 0,0 0 0,0 0 0,0 0 0,0 0 0,-1 1 0,1-1 0,0 0 0,0 0 0,0 0 0,0 0 0,0 0 0,-1 0 0,1 0 0,0 1 0,0-1 0,0 0 0,0 0 0,0 0 0,0 0 0,0 0 0,0 1 0,-1-1 0,1 0 0,0 0 0,0 0 0,0 0 0,0 1 0,0-1 0,0 0 0,0 0 0,0 0 0,0 1 0,0-1 0,0 0 0,0 0 0,0 0 0,0 0 0,0 1 0,1-1 0,9 2 0,29-5 0,17-4 0,444-41 0,-370 42 0,240 19 0,-348-11 0,-1 1 0,0 1 0,35 11 0,-52-14 0,-1 0 0,1 1 0,-1 0 0,1 0 0,-1 0 0,0 0 0,0 1 0,0-1 0,0 1 0,4 4 0,-6-5 0,0 0 0,0-1 0,0 1 0,0 1 0,0-1 0,0 0 0,0 0 0,-1 0 0,1 0 0,-1 0 0,1 1 0,-1-1 0,0 0 0,0 4 0,-2 1 0,1 0 0,-1 0 0,0-1 0,-1 1 0,0-1 0,0 0 0,0 1 0,-1-2 0,0 1 0,0 0 0,-9 9 0,-11 10 0,-1-1 0,-1-1 0,-45 32 0,-167 88-301,51-52-201,-3-7 0,-354 103 0,275-123 409,207-51 0,1-4 0,-1-2 0,-1-3 0,-86-5 0,126-1-150,1-2 1,-1 0-1,-27-10 0,28 6-2185,-35-19 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19:29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24575,'0'0'0,"2"49"0,4 68 0,2 71 0,3 51 0,-3 22-1287,-2-7 1287,-5-28 0,-3-41 0,-5-46 314,-2-44-314,-3-39 0,1-27-7218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19:29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24575,'0'0'0,"0"0"0,0 0 0,0 0 0,33-1 0,28 0 0,21 1 0,13-2 0,2 0 0,-7 0 0,-12 0 0,-14 3 0,-14 4 0,-15 0-8191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19:29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1 128 24575,'35'-4'0,"49"-6"0,52-8 0,52-8 0,42-10 0,-17 2-8191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0:32.72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2411.35352"/>
      <inkml:brushProperty name="anchorY" value="7089.81006"/>
      <inkml:brushProperty name="scaleFactor" value="0.5"/>
    </inkml:brush>
  </inkml:definitions>
  <inkml:trace contextRef="#ctx0" brushRef="#br0">0 0 24575,'0'0'0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0:34.00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5436.9873"/>
      <inkml:brushProperty name="anchorY" value="3116.84375"/>
      <inkml:brushProperty name="scaleFactor" value="0.5"/>
    </inkml:brush>
  </inkml:definitions>
  <inkml:trace contextRef="#ctx0" brushRef="#br0">1 1 24575,'0'0'0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2:57.1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605 0 11586,'-26'12'281,"-7"9"-137,-4 7-8,-9 13 240,-4 8 488,-4 12 136,-8 3 8,5-4-176,1-3-135,2-22-169,12-5-224,3-21-1088,6-18-2801,17-19 2441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2:57.3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20100,'91'7'1105,"19"7"-353,23 7-256,-1 9-632,1 7-208,-26 5-312,-20 0-441,-10-9-151,-11-7-1425,-3-15 1625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2:57.7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404 1 10874,'-50'52'248,"-4"11"-168,1 10-8,-1 2 336,1-3 121,12-12 711,6-15 152,12-24-752,4-12-328,6-25-1528,5-14-2177,8-15 2617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2:58.0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18068,'35'32'976,"12"4"-128,11 5-240,15-1-216,2-4-111,-3-8-594,-6-7-951,-17-12 728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2:58.3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226 1 10754,'-29'52'1345,"-10"13"5832,1 5-6521,-6 3-1352,7-5-5393,-1-28 4705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2:58.5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14099,'52'16'1176,"8"3"-104,2 11-543,3 3-433,-4 0-72,-3-5-528,-4-5-505,-8-11-1735,-3-5 383,-13-10 1465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2:58.9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427 0 12979,'-26'30'1024,"-9"8"-40,-6 18-296,1 9 8,-9-1-71,0-4-129,-1-16-472,4-11-328,8-24-2473,8-11-984,7-23 2673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2:59.2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18356,'42'35'792,"10"1"-192,4 3-376,4-3-568,-4-6-744,-16-16 424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2:59.5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575 1 16636,'-18'15'792,"-6"10"-512,0 8-184,-10 19 120,-4 8 144,-9 15-104,-4 0-32,-7-8-192,1-8-144,3-29-1240,6-16-2049,8-27 1945</inkml:trace>
  <inkml:trace contextRef="#ctx0" brushRef="#br0" timeOffset="1">0 65 17404,'59'25'1456,"13"13"32,3 8-904,7 10-455,-3-2-129,-9-9-361,-2-5-295,-14-15-3593,-7-13 2457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2:59.8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565 1 14579,'-9'7'1480,"-7"7"889,-15 3-2009,-8 6-48,-13 13 40,-6 6-56,-10 11-104,3-4-160,-3-14-744,0-11-1576,21-22-3858,3-7 4738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00.1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16492,'60'20'960,"3"8"-344,3 3-256,6 2-176,5 0-72,-4-13-64,2-6-80,-8-13-160,1-6-144,-11-7-424,-4-4-585,-1-5 817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19:50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19:51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2:44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0 11154,'-2'100'1428,"15"133"0,-6-155-823,8 522 741,-21-480-1502,-6 0 1,-5-1-1,-32 116 0,43-212 456,-1 0 1,-1 0-1,-19 39 1,10-42 215,17-19-486,-1-1-1,1 0 0,-1 1 0,1-1 1,-1 0-1,0 1 0,1-1 0,-1 0 1,1 0-1,-1 1 0,0-1 0,1 0 1,-1 0-1,0 0 0,1 0 1,-1 0-1,1 0 0,-1 0 0,0 0 1,1 0-1,-1 0 0,-1-1 0,1 0 24,-1-1-1,0 0 1,1 0-1,-1 1 1,1-1 0,0 0-1,0 0 1,0 0-1,0 0 1,0-1-1,0 1 1,0 0-1,1 0 1,-1 0-1,1-1 1,-1 1-1,1 0 1,0-1-1,0-2 1,-2-42 370,4-73 0,15-56-128,-11 116-222,30-222 55,-19 189-7,29-94-1,-29 133-16,2 1-1,3 1 1,29-50-1,-31 66 27,3 1-1,1 1 1,1 1-1,58-56 1,-57 64-89,2 1 0,1 1 1,1 2-1,1 1 0,1 1 1,0 2-1,1 1 0,47-15 1,-67 27-46,0 1 1,-1 0-1,1 1 1,0 0 0,0 1-1,27 1 1,-36 0-5,1 0 0,-1 1 0,1 0 1,-1 0-1,0 1 0,1-1 0,-1 1 0,0 0 1,0 0-1,0 0 0,0 0 0,0 1 0,-1 0 1,1-1-1,-1 1 0,0 1 0,1-1 0,-2 0 1,1 1-1,0 0 0,-1-1 0,1 1 1,-1 0-1,2 6 0,0 1-16,-1 0 0,-1-1 0,0 1 0,0 0 0,-1 0 0,-1 0-1,0 13 1,-1 0-34,-2 0 0,-8 38 0,-4-11-20,-1 0-1,-2-2 1,-3 0-1,-2-1 1,-2-1 0,-35 50-1,27-50 74,-3-1 1,-1-2-1,-2-1 0,-2-2 0,-69 52 1,87-76 41,0-1 0,-2-1 0,1-1 0,-2-1 0,0-1 0,-30 9 0,45-18-31,0 0-1,0 0 1,0-1-1,0-1 1,0 0 0,0 0-1,-1-1 1,1 0-1,0-1 1,0-1 0,0 0-1,0 0 1,0-1-1,0 0 1,0-1 0,1 0-1,-17-10 1,24 13-6,0 0 1,1-1 0,-1 0-1,1 1 1,-1-1 0,1 0-1,0-1 1,0 1 0,0 0-1,0 0 1,0-1 0,0 1-1,1-1 1,-1 0 0,1 0-1,-1 1 1,1-1 0,0 0-1,1 0 1,-1 0 0,0 0-1,1 0 1,-1 0 0,1 0-1,0 0 1,0 0 0,0 0-1,1 0 1,-1 0 0,1 0-1,0 0 1,-1 0 0,1 0-1,1 0 1,-1 0 0,3-4-1,2-4-7,1 1 0,1-1 1,0 1-1,0 1 0,1 0 0,0 0 0,15-11 0,-13 12 6,-1 0 0,1 1 0,1 1-1,-1 0 1,1 0 0,0 1 0,0 1 0,1 0 0,0 0-1,-1 2 1,1-1 0,0 2 0,0-1 0,0 2 0,0 0-1,0 0 1,0 2 0,0-1 0,0 2 0,0-1-1,0 2 1,-1 0 0,0 0 0,22 12 0,-5 0-208,0 1-1,26 23 1,18 10-2120,-13-16 892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2:45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15 240 18404,'18'-2'118,"0"-1"0,0-1 0,-1-1 0,30-11 0,62-35-163,-105 48 65,12-4 156,-1-2 0,17-12 0,-29 19-134,0 0-1,-1 0 1,1 0-1,-1 0 0,0 0 1,1-1-1,-1 1 0,0-1 1,0 0-1,-1 1 0,1-1 1,-1 0-1,1 0 0,-1 0 1,0 0-1,0 0 0,0-1 1,0-4-1,-1 6-34,0 0 0,0 0 0,-1 0-1,1 1 1,-1-1 0,0 0 0,0 0 0,1 1 0,-1-1 0,0 0-1,0 1 1,-1-1 0,1 1 0,0-1 0,0 1 0,-1-1 0,1 1 0,-1 0-1,1 0 1,-1 0 0,1 0 0,-1 0 0,-3-1 0,-5-3-27,0 2 1,0-1-1,-11-1 1,18 4 16,-7-2-23,-1 1-1,0 0 1,0 1 0,0 0 0,0 1-1,0 0 1,0 1 0,0 0-1,0 1 1,1 0 0,-15 5 0,18-5 34,0 1 1,1 0 0,-1 1 0,1-1-1,0 1 1,0 1 0,0-1 0,1 1-1,-1 0 1,1 0 0,0 0-1,1 1 1,-1 0 0,1 0 0,0 0-1,1 0 1,0 0 0,-4 9 0,4-6 2,0 0 0,0 0-1,1 0 1,0 0 0,1 0 0,0 0 0,0 0 0,1 1 0,0-1 0,1 0 0,0 0 0,4 16 0,-3-18-9,0-1 0,1 1-1,0-1 1,0 0 0,0 0 0,1 0 0,0 0-1,0-1 1,1 0 0,-1 1 0,1-2 0,0 1-1,0 0 1,1-1 0,-1 0 0,1-1 0,12 7-1,-4-4-81,0-1 0,1 0 1,-1-1-1,1-1 0,0 0 0,0-1 0,20 1 0,-8-3-1012,-1-1 1,0-2 0,38-7-1,17-10-1052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2:45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0 17948,'-45'17'908,"-67"36"0,98-46-895,1 1-1,1 0 1,0 1 0,0 1-1,1 0 1,0 0 0,0 1-1,1 0 1,-10 17 0,18-25-16,0-1 1,0 1-1,1 0 0,0 0 0,-1 0 1,1 0-1,0 1 0,0-1 1,1 0-1,-1 0 0,0 6 0,2-8 6,-1 0-1,0 1 0,0-1 0,1 0 0,-1 1 0,1-1 0,-1 0 1,1 0-1,0 1 0,-1-1 0,1 0 0,0 0 0,0 0 1,0 0-1,0 0 0,0 0 0,0 0 0,0 0 0,0 0 0,0-1 1,0 1-1,0 0 0,1-1 0,-1 1 0,0-1 0,1 1 0,-1-1 1,0 0-1,3 1 0,5 1 15,0-1 1,0 0-1,0-1 1,0 0-1,0 0 1,0-1-1,0 0 1,0 0-1,13-5 1,11-4-85,36-17 0,-19 6-168,-2-2 0,0-3 0,-2-2-1,66-51 1,-111 78 326,0 0-1,-1 1 1,1-1-1,0 0 1,0 1 0,0-1-1,0 1 1,0-1 0,0 1-1,0-1 1,0 1-1,0 0 1,0 0 0,0-1-1,0 1 1,1 0 0,-1 0-76,-1 0 0,1 0 0,-1 1 1,0-1-1,1 0 0,-1 0 1,1 1-1,-1-1 0,0 0 1,1 1-1,-1-1 0,0 0 1,1 1-1,-1-1 0,0 0 0,0 1 1,1-1-1,-1 1 0,0-1 1,0 0-1,0 1 0,0-1 1,1 1-1,-1-1 0,0 1 1,1 6-51,-1-1 0,0 1 0,0 0 0,-1 8 0,1-7 153,-13 141-291,-6 0 1,-74 280-1,28-249-499,51-149 134,-1-1 0,-2 0 0,-32 42 0,41-61-1,-1-1 1,-15 14 0,-10-3-380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2:46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83 121 15987,'11'14'600,"0"1"0,0 0 0,-1 1 0,-1 0 0,12 29 0,-19-38-624,0-1 1,-1 0-1,1 1 1,-1 0 0,-1-1-1,1 1 1,-1 0-1,0-1 1,0 1 0,-1 0-1,0-1 1,0 1-1,-1-1 1,0 1 0,0-1-1,0 0 1,-1 0 0,0 0-1,-4 7 1,0-3 110,0 1 0,-1-1 1,0 0-1,0-1 1,-1 0-1,0 0 0,-1-1 1,0 0-1,-18 10 0,27-17-54,0 0-1,0-1 0,0 1 0,0-1 1,0 1-1,0-1 0,0 1 1,0-1-1,0 0 0,0 0 1,0 1-1,-1-1 0,1 0 0,0 0 1,0 0-1,0 0 0,0 0 1,0-1-1,0 1 0,0 0 0,0 0 1,-1-1-1,1 1 0,0 0 1,-1-2-1,1 1-13,0 0 0,1 0 0,-1 0 0,0-1 0,0 1 0,1 0 1,-1-1-1,1 1 0,-1 0 0,1-1 0,0 1 0,-1-1 0,1 1 0,0-1 0,0 1 0,0-3 0,1-8-9,0 0 0,1 0 0,5-17 0,-6 26-1,8-30-148,2 1 1,1 0 0,31-58 0,-29 66-904,29-37 1,-29 44-1029,2 0 1,25-22-1,14-5-32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2:46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0 294 10826,'1'1'156,"0"1"0,0-1 0,0 1 0,0-1-1,0 0 1,0 1 0,0-1 0,0 0-1,1 0 1,-1 0 0,0 0 0,1 0 0,-1 0-1,1 0 1,-1 0 0,1-1 0,-1 1 0,4 0-1,-2 0 77,1-1 0,-1 1-1,0-1 1,1 0 0,-1 0-1,1-1 1,-1 1 0,7-2-1,3-2 319,0-1 0,0 0 0,18-11 0,-28 14-486,36-18 69,0-2 0,-2-2 0,0-1 0,-2-2 0,-1-2 1,34-35-1,-64 59-134,0-1 1,1 1-1,-2-1 1,1 1-1,3-9 1,-6 13-1,-1 1 1,0-1-1,1 0 0,-1 0 1,0 1-1,0-1 0,1 0 1,-1 0-1,0 0 1,0 1-1,0-1 0,0 0 1,0 0-1,0 0 0,0 0 1,0 1-1,0-1 0,0 0 1,-1 0-1,1 0 0,0 1 1,-1-1-1,1 0 0,0 0 1,-1 1-1,1-1 0,-1 0 1,1 1-1,-1-1 0,1 0 1,-1 1-1,0-1 1,1 1-1,-1-1 0,0 1 1,1-1-1,-1 1 0,0 0 1,1-1-1,-1 1 0,0 0 1,0-1-1,0 1 0,1 0 1,-1 0-1,0 0 0,0 0 1,0 0-1,0 0 0,-1 0 1,-8 0 18,0 0 0,-1 0 1,1 1-1,0 0 1,0 1-1,0 1 0,0-1 1,0 1-1,0 1 0,1 0 1,0 0-1,0 1 1,0 0-1,0 1 0,-13 10 1,-1 4 49,1 0 1,1 2 0,1 0-1,-20 28 1,24-28-19,0 1-1,-17 33 1,30-50-29,0 1 0,0-1 0,0 1 0,1 0 0,0 0 0,0 0-1,1 0 1,0 0 0,0 0 0,1 0 0,0 0 0,0 0 0,1 0 0,1 11 0,0-15-36,-1 1 0,0-1 0,1 0 0,0 0 1,-1 0-1,1 0 0,0-1 0,1 1 0,-1 0 0,0-1 0,1 1 0,-1-1 0,1 0 1,0 0-1,0 0 0,0 0 0,0-1 0,0 1 0,0-1 0,0 0 0,1 0 1,-1 0-1,0 0 0,4 0 0,7 1-421,0 0 0,0-1 0,0-1 1,28-2-1,52-15-1037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2:46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386 1 18932,'-95'67'1216,"-113"105"0,153-124-1226,31-23-2,24-25 11,0 1 1,-1-1-1,1 0 1,0 1-1,-1-1 1,1 1-1,0-1 1,0 0-1,-1 1 1,1-1-1,0 1 1,0-1-1,0 1 0,0-1 1,0 1-1,0-1 1,0 1-1,0-1 1,0 1-1,0-1 1,0 1-1,0-1 1,0 1-1,0-1 1,0 1-1,0-1 1,0 1-1,1-1 0,-1 1 1,1 0-1,0 0 1,0-1-1,-1 1 0,1-1 1,0 1-1,0-1 1,0 0-1,0 1 0,0-1 1,0 0-1,0 0 0,0 1 1,-1-1-1,3 0 1,33-2-7,-35 2 7,33-6-15,53-15 1,1-1-32,-47 14-31,60-4 0,-90 11 57,0 1-1,0 0 1,0 1-1,0 0 0,-1 0 1,1 1-1,0 1 1,-1 0-1,0 0 1,20 10-1,-28-12 12,1 0 1,-1 0-1,0 1 1,0-1-1,0 1 0,0 0 1,0-1-1,0 1 0,-1 0 1,1 0-1,-1 0 1,1 0-1,-1 1 0,0-1 1,1 0-1,-1 1 0,0-1 1,-1 0-1,1 1 0,0-1 1,0 5-1,-1-3-4,-1-1-1,1 1 1,-1-1-1,0 1 1,0-1 0,0 1-1,0-1 1,-1 0-1,1 0 1,-1 1-1,0-1 1,0 0-1,-4 4 1,-6 6-15,0 0 0,-1-1 0,-1 0 1,-27 17-1,6-5 118,-1-2 1,-1-2 0,-47 19 0,72-34-275,0-1 0,0 0 0,-1-1 0,1 0 1,-1-1-1,1 0 0,-1-1 0,0 0 1,0-1-1,0-1 0,0 0 0,1-1 0,-1 0 1,-22-7-1,32 8-198,0 0-1,-1 0 1,1 0 0,0-1 0,0 1-1,0-1 1,1 0 0,-1 1 0,0-1-1,1-1 1,-1 1 0,1 0 0,-1-1-1,1 1 1,0-1 0,0 1 0,0-1 0,1 0-1,-1 0 1,-1-5 0,-1-22-1965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2:47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550 0 13427,'1'2'410,"-1"0"1,1 0-1,-1-1 1,0 1-1,0 0 0,0 0 1,0 0-1,0-1 1,0 1-1,-1 0 0,1 0 1,-1 2-1,0-1-197,-1-1 1,1 1-1,0-1 0,-1 0 0,1 1 1,-1-1-1,-3 3 0,-2 2-267,-1 0 0,0-1 1,-15 8-1,17-10 268,-33 19-61,-1-2 0,-54 19 1,-91 25 139,169-60-290,-27 7 15,28-8-23,0 0-1,-21 9 1,41-11-87,12 0 9,24-1-73,6-1-12,90 14 0,-118-11 174,0 1 0,0 1 0,0 1 0,0 1 1,-1 0-1,0 1 0,24 16 0,-39-22-3,1 0-1,-1 0 1,1 1-1,-1 0 1,0 0-1,0 0 1,0 0-1,0 0 1,-1 1-1,1-1 1,-1 1-1,0-1 1,0 1-1,0 0 1,1 4-1,-3-5 1,1 0 1,-1-1-1,0 1 0,0 0 0,-1 0 1,1-1-1,-1 1 0,1 0 0,-1-1 1,0 1-1,0-1 0,0 1 0,0-1 1,0 1-1,-1-1 0,1 0 0,-1 0 1,1 0-1,-1 1 0,0-1 0,0-1 1,0 1-1,0 0 0,-3 1 0,-5 5 25,0 0 0,-1-1-1,0-1 1,-21 10-1,26-13-131,0-1 0,0 0 0,-1 0-1,1 0 1,0-1 0,-1 0-1,0 0 1,1-1 0,-1 0-1,1 0 1,-10-1 0,14 0-180,0 1 0,0-1 0,0 0 1,0 0-1,0 0 0,0 0 0,0 0 0,0 0 1,1 0-1,-3-3 0,-11-16-1726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2:48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0 308 6313,'3'0'88,"18"1"-9,0 1 1,0 1-1,40 10 0,-56-12-75,0 1-1,1 0 1,-1 1-1,0-1 1,0 1 0,0 0-1,0 0 1,-1 1 0,1-1-1,-1 1 1,0 0 0,0 0-1,0 1 1,-1-1 0,0 1-1,1-1 1,-2 1-1,1 0 1,3 9 0,-2 0 1283,-1 1 0,0-1 0,-1 1 0,-1 0 0,0-1 0,-1 1 0,-3 24 1,0 13 1662,3-48-2960,1-6-342,0 1 0,0 0-1,0 0 1,-1-1 0,1 1-1,-1-1 1,1 1 0,-1 0-1,1-1 1,-1 1 0,0-1-1,0 1 1,0-1 0,0 1-1,0-1 1,0-2 0,-6-28-2489,4 22 2215,-1-3 456,0 0 0,0 0 0,-2 0 1,1 0-1,-8-12 0,4 11 1149,-1 0 0,0 1 1,-1 0-1,0 1 0,-1 0 0,-21-18 1,32 29-943,-6-4 416,-1-1-1,2 1 1,-1-1 0,-6-10 0,10 14-398,1 0 0,0 0 0,0 0 0,0 0 0,0 0 0,1 0 0,-1-1 0,1 1 0,-1 0 0,1 0 0,-1-1 0,1 1 0,0 0 0,0-1 0,1 1 0,-1 0 0,0 0 0,1-1 0,-1 1 0,2-4 0,1 1-17,0 0 0,0 0 0,0 0 0,1 1 0,0-1 0,-1 1 0,2 0-1,-1 0 1,0 0 0,1 0 0,0 1 0,0 0 0,0 0 0,0 0 0,10-4 0,7-1 99,0 1 0,39-9 0,-35 11-6,0 1 1,0 1-1,0 1 1,0 2-1,1 0 1,44 8-1,-67-8-115,1 1 0,-1 1 0,0-1 0,0 0 0,0 1 0,1 0 0,-1 0 0,-1 0 0,5 4 0,-6-5-17,0 1 1,-1-1-1,1 1 1,-1 0-1,0 0 1,0 0-1,1 0 1,-1 0-1,-1 0 1,1 0-1,0 0 1,0 0-1,-1 0 1,1 0 0,-1 1-1,0-1 1,1 0-1,-1 4 1,-1 39-54,-1-21 47,5 39 0,-2-54-14,0-1 1,1 0-1,0 1 0,0-1 1,1 0-1,0-1 1,1 1-1,6 11 0,-5-12-48,0 1 0,0-1-1,1 0 1,0 0 0,11 9-1,-14-14 80,-3-6 35,1-14-97,0 0-1,-2 0 1,0 0 0,-2 0-1,0 0 1,0 1-1,-2-1 1,0 1 0,-1 0-1,-1 1 1,-17-32 0,11 30 5,-13-19 59,25 36-4,1 0 0,-1 1-1,1-1 1,-1 0 0,1 0-1,-1 0 1,1-1 0,-1 1-1,1 0 1,0 0 0,0 0-1,-1 0 1,1 0 0,0 0-1,0 0 1,0 0 0,0-1-1,0 1 1,1 0 0,-1 0-1,0 0 1,0 0 0,1 0-1,-1 0 1,1 0-1,-1 0 1,1-1 0,3-1 11,-1 0 0,1 0 0,0 0 0,0 1 0,0-1 0,0 1 0,0 0 0,1 1 0,6-3 0,43-6 2,-44 9-17,6-1-18,0 0 0,-1 1 0,1 1 0,0 1 0,0 0 0,-1 1 0,20 5 0,-23-3 13,-1-1-1,1 2 1,-1 0-1,0 0 0,-1 1 1,1 0-1,-1 1 1,0 0-1,16 17 1,-13-12 28,-1 0 1,-1 1-1,14 21 1,-22-29-29,0-1 0,-1 1-1,1 0 1,-1 1 0,0-1 0,0 0 0,-1 0-1,0 1 1,0-1 0,0 1 0,0-1-1,-1 1 1,0 0 0,-1 6 0,1-10 138,0-7-55,2-10-60,0 1 0,1 0 0,0 0 0,8-21 0,28-58-24,-21 53 18,-14 28-8,2 0 1,-1 1 0,2 0 0,-1 0-1,13-14 1,-17 22 2,1 0-1,-1 1 1,1-1 0,0 1-1,0 0 1,1 0 0,-1 0-1,0 0 1,0 0 0,1 1-1,0-1 1,-1 1 0,1 0-1,-1 0 1,1 0-1,0 1 1,0-1 0,-1 1-1,1 0 1,0 0 0,0 0-1,6 2 1,0 1-1,0-1 0,-1 2 0,0 0 0,1 0-1,-1 1 1,-1 0 0,1 0 0,-1 1 0,0 0 0,0 0 0,10 12 0,7 9-994,39 54 1,-15-14-59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2:49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0 453 6497,'667'-88'11034,"4"46"-9023,129 15-1744,-65 2 211,-4-25 448,-363 1-728,-253 26-409,118-39 1,-202 52-578,-1-1-1,0-1 1,35-20 0,-63 30 627,0 1 0,0-1 0,0 1 0,0-1 0,0 0 0,-1 1 0,1-1 0,0 0 0,1-4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2:50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323 130 11018,'-1'-29'197,"0"20"-126,0 1 0,1-1 0,0 1 0,0-1 0,1 0 0,0 1 0,1 0 0,-1-1 0,5-9 0,-6 17-51,0 1-1,0 0 1,0-1-1,1 1 0,-1 0 1,0-1-1,0 1 1,1 0-1,-1 0 1,0-1-1,0 1 1,1 0-1,-1 0 1,0-1-1,1 1 0,-1 0 1,0 0-1,1 0 1,-1 0-1,0 0 1,1-1-1,-1 1 1,0 0-1,1 0 0,-1 0 1,0 0-1,1 0 1,-1 0-1,0 0 1,1 0-1,-1 0 1,1 0-1,-1 0 1,0 1-1,1-1 0,12 11 789,7 26 830,-11-8-720,0 0 1,-2 1-1,6 54 0,-2 78 321,-5 54-290,-15 74-394,-13 50-208,-93 760-95,-23 316-269,93-565 37,37-690-16,-8 54-90,-57 275 0,70-468 33,3-19-296,3-13-1226,10-48-3819,3-24 2559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2:51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65 319 12643,'-12'3'604,"0"1"0,-22 11 0,28-8-1256,6-6 620,0-1-1,0 0 0,1 1 1,-1-1-1,0 0 0,1 0 1,-1 1-1,0-1 1,1 0-1,-1 0 0,0 0 1,1 1-1,-1-1 0,0 0 1,1 0-1,-1 0 0,1 0 1,-1 0-1,0 0 1,1 0-1,-1 0 0,1 0 1,-1 0-1,0 0 0,1 0 1,-1 0-1,1 0 0,14-1 190,0-1-1,17-4 0,10-1 573,1214-151 5436,12 69-4703,1270 76-1203,-2414 16-490,858 14 1020,-494-36-1811,-3-31-3535,-305 24 1896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2:52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663 0 19724,'-40'2'848,"0"7"-151,5 5-465,-5 14-224,6 3-32,-2 11-24,-10 4 8,-1 4-8,-5 3 40,-11-1 16,0 1 8,7-11-16,2-13-80,21-22-649,10-14-2999,25-22 1839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2:52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19276,'7'16'1216,"3"5"-79,15 14-585,8 10-40,5 22-160,1 8-88,6 12-168,-5-3-64,-1-18-176,-2-10-192,-9-26-312,-2-9-136,4-23-3289,-1-6 1968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2:54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0 13451,'10'103'3145,"-11"-48"-2931,0-25-95,3 46-1,-1-69-39,0 1 0,1-1 0,-1 0 0,1 0 0,1 0 0,-1 0 0,1 0 1,0 0-1,1-1 0,0 1 0,6 7 0,-8-12-25,-1 0 0,1 0-1,0 0 1,0-1 0,1 1 0,-1-1 0,0 1-1,0-1 1,1 0 0,-1 0 0,1 0 0,-1 0 0,1 0-1,-1-1 1,1 1 0,0-1 0,-1 0 0,1 0 0,-1 1-1,1-2 1,0 1 0,-1 0 0,1-1 0,0 1 0,-1-1-1,1 1 1,-1-1 0,1 0 0,3-2 0,6-4 114,1 0 1,-1 0 0,-1-1-1,15-12 1,-15 10-89,25-18 91,176-150 142,-204 170-314,-1 0 0,12-17 1,-8 1 45,-11 23-38,0 0 1,0 0-1,0 0 0,0 0 1,0 0-1,0 0 0,0 1 0,0-1 1,0 0-1,-1 0 0,1 0 1,0 0-1,-1 0 0,1 1 0,0-1 1,-1 0-1,1 0 0,-1 1 0,1-1 1,-1 0-1,1 0 0,-2 0 1,2 1 0,-1-1-1,0 0 1,0 1 0,0-1 0,0 1 0,0-1 0,0 1 0,0-1 0,0 1 0,0 0 0,0 0 0,0-1 0,0 1 0,0 0 0,0 0 0,-1 0 0,1 0 0,0 0 0,0 1 0,0-1 0,0 0 0,0 0 0,0 1 0,0-1 0,0 0 0,0 1 0,0-1 0,0 1 0,0 0 0,0-1 0,0 1 0,1 0 0,-1-1 0,0 1 0,0 1 0,-2 1 0,0 0-1,0 0 1,0 0-1,1 1 1,0 0 0,0-1-1,0 1 1,-3 6 0,1 5-5,0 1 1,1-1 0,0 1-1,0 19 1,2 70-10,1-39-13,-21 383-200,18-418 207,-1 1 0,-2 0 1,-1-1-1,-14 37 0,17-55 33,-2-1 1,0 0 0,0 0 0,-1-1-1,0 0 1,-1 0 0,0-1-1,-1 0 1,0 0 0,-1-1 0,0 0-1,-20 14 1,16-15 110,-1 1 0,0-2 1,-1 0-1,1-1 0,-1 0 0,-1-1 1,1-1-1,-1-1 0,-28 3 0,36-5-103,-1-1-1,1-1 1,0 1-1,0-1 0,0-1 1,0 1-1,0-2 0,0 1 1,0-1-1,1-1 0,-1 1 1,1-1-1,0-1 1,0 0-1,0 0 0,1 0 1,0-1-1,0 0 0,-7-8 1,5 3-136,0 0 0,1 0 1,-12-26-1,-13-46-236,32 78 326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04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4448 11819,'217'-171'3007,"94"-103"-3001,-150 130-323,366-352 1881,-68 69 1654,-100 96-2697,226-219-407,-417 394 456,226-159-1,389-300-577,-557 402-53,-119 107 24,139-103 0,107-32-3768,-97 69-8116,-218 145 10128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05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5513,'7'0'-56,"0"-3"-728,0-4-104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06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1 201 13859,'0'-1'125,"0"0"0,0 0 0,0 0 0,0 0 0,1 0 0,-1 0 0,0 0 0,1 1 0,-1-1 0,0 0 0,1 0 0,-1 0 0,1 1 0,-1-1 0,2-1 0,-2 2-87,0 0 0,1 0 0,-1 0 1,0 0-1,0 0 0,1 0 0,-1-1 0,0 1 0,1 0 0,-1 0 1,0 0-1,1 1 0,-1-1 0,0 0 0,0 0 0,1 0 0,-1 0 1,0 0-1,1 0 0,-1 0 0,0 0 0,0 1 0,1-1 1,-1 0-1,0 0 0,0 0 0,0 1 0,1-1 0,-1 0 0,0 0 1,2 3 5,0 0 1,0 0 0,0-1 0,0 1-1,-1 0 1,1 0 0,1 5 0,3 15-34,-1 1 1,-1-1 0,-1 1-1,-1 0 1,-1 34 0,-1-19 8,1 161 156,11 183-194,-12-379 28,0-4-6,0 0 0,0 0 0,0 0 0,1 0 0,-1 0 1,0 0-1,0 0 0,0-1 0,0 1 0,0 0 0,0 0 0,0 0 0,0 0 1,0 0-1,0 0 0,0 0 0,0 0 0,1 0 0,-1 0 0,0 0 0,0 0 1,0 0-1,0 0 0,0 0 0,0 0 0,0 0 0,0 0 0,0 0 0,0 0 1,0 0-1,1 0 0,-1 0 0,0 0 0,0 0 0,0 0 0,0 1 1,0-1-1,0 0 0,0 0 0,0 0 0,0 0 0,0 0 0,0 0 0,0 0 1,0 0-1,0 0 0,0 0 0,0 0 0,0 0 0,1 0 0,-1 0 0,0 1 1,0-1-1,0 0 0,0 0 0,0 0 0,0 0 0,0 0 0,0 0 0,0 0 1,0 0-1,0 0 0,0 0 0,0 0 0,-1 1 0,4-2 102,-1 0-69,0-1 0,0 1 1,0 0-1,0-1 0,0 1 0,-1-1 1,1 0-1,0 0 0,-1 1 0,0-1 1,1 0-1,-1 0 0,0 0 0,0-1 1,2-2-1,10-43 218,-7 26-151,41-146 60,86-203 1,-117 335-119,2 0-1,1 2 1,2 0-1,35-43 1,-42 60 32,1 1 1,0 0 0,1 1-1,1 1 1,0 0-1,1 1 1,1 1-1,0 1 1,25-11 0,-39 20-45,-1 0 1,0 1-1,1-1 1,-1 1 0,1 0-1,0 0 1,-1 0-1,1 1 1,0-1 0,0 1-1,-1 0 1,1 1-1,0-1 1,6 3 0,-8-2-23,-1 0 1,1 1 0,-1-1 0,1 1 0,-1 0 0,1 0 0,-1 0 0,0 0-1,0 0 1,0 0 0,0 1 0,-1-1 0,1 1 0,-1-1 0,1 1-1,-1 0 1,0-1 0,0 1 0,0 0 0,0 0 0,-1 0 0,1 3 0,2 12-11,-2 0 1,0 0-1,-2 0 1,0 0-1,0 0 1,-2 0-1,0-1 1,-6 18-1,-2 5-102,-1 0 0,-2-1 0,-2-1 0,-1 0 0,-2-1 0,-1-1 0,-2-1 0,-2-1 0,-31 35 0,31-42 125,-2 0 0,-1-2 0,-1-1 0,-2-1 0,0-1 0,-1-2 0,-1-1 0,0-2 0,-2-1 0,-50 17 0,74-30-5,-1 0-1,1-1 1,-1 0 0,0 0 0,1-1 0,-18-1 0,26 0-21,0 0 1,0 0-1,1 0 0,-1 0 1,0-1-1,0 1 1,0-1-1,1 1 0,-1-1 1,0 1-1,1-1 0,-1 0 1,1 0-1,-1 0 1,1 0-1,-1 0 0,1 0 1,-1 0-1,1-1 0,0 1 1,0 0-1,0-1 1,-1 1-1,2-1 0,-1 0 1,0 1-1,0-1 1,0 1-1,1-1 0,-1 0 1,1 0-1,-1 1 0,1-1 1,0 0-1,0 0 1,-1 0-1,1 1 0,1-1 1,-1 0-1,0 0 0,0 0 1,1 1-1,-1-1 1,1 0-1,0-2 0,1-1 0,0-1-1,1 0 0,0 1 1,0-1-1,0 1 0,0 0 1,1 0-1,0 0 1,0 1-1,0-1 0,1 1 1,0 0-1,-1 0 0,8-4 1,6-3 8,1 0-1,37-15 1,-27 15 3,0 1 0,1 1 0,0 2 0,48-6 0,-58 11-58,0 1 0,0 1 0,0 1 0,0 0 0,-1 2 0,1 0 0,-1 1 0,26 9 0,-31-7-31,11 3-2631,27 6 0,-5-6 266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06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34 312 15627,'42'1'2507,"-26"0"-2382,0 0 0,0-1 1,0-1-1,0-1 0,0 0 0,-1-1 1,1-1-1,25-9 0,-26 7-126,-1-1 0,0-1 0,0 0 0,0-1 0,21-19 0,-27 20-18,0 0-1,-1 0 1,0-1-1,-1 0 1,0 0-1,0 0 1,-1-1-1,0 0 1,5-15-1,-8 18 19,1 0 18,0-1 1,-1 0-1,0 0 1,1-13-1,-3 20-10,0-1-1,0 0 1,0 0-1,0 0 1,0 0-1,-1 0 1,1 0-1,-1 0 0,1 0 1,-1 0-1,0 1 1,1-1-1,-1 0 1,0 0-1,0 1 1,-1-1-1,1 0 1,0 1-1,0 0 1,-1-1-1,1 1 1,-1 0-1,1-1 1,-3 0-1,-1-1-1,-1 1 0,1 0 0,-1 0 0,0 0-1,1 0 1,-1 1 0,0 0 0,0 0 0,0 1 0,0 0 0,0 0 0,0 0-1,0 1 1,-7 1 0,-4 1-3,1 1 0,-1 1-1,-26 11 1,29-9 62,1 1 0,-1 0-1,1 1 1,1 0 0,0 1 0,0 1-1,1 0 1,0 0 0,1 1 0,0 0-1,1 1 1,0 0 0,1 0 0,-9 21 0,8-14 40,1 0 1,1 1 0,1 0 0,0 0 0,2 1-1,0-1 1,1 1 0,2 0 0,1 37 0,0-52-98,1 0 1,0 1 0,0-1 0,0 0 0,1 0-1,0 1 1,1-2 0,0 1 0,0 0 0,0 0-1,1-1 1,0 0 0,0 0 0,0 0 0,1 0-1,0-1 1,0 1 0,1-1 0,-1-1 0,1 1 0,0-1-1,0 0 1,1 0 0,-1-1 0,1 1 0,0-2-1,0 1 1,0-1 0,0 0 0,0 0 0,0-1-1,0 0 1,9 0 0,6 0-70,0-2 0,0 0 0,1-2 0,-1 0 1,0-1-1,-1-2 0,1 0 0,38-17 0,53-33-2264,-11-5-3729,-80 47 4515,-1 0 0,-1-1-1,0-2 1,32-33 0,-47 44 1431,0 1-1,-1-1 1,0 0 0,0 0 0,0 0-1,-1 0 1,0-1 0,0 0 0,0 1-1,-1-1 1,0 0 0,-1 0 0,1 0-1,-1-1 1,-1 1 0,1 0 0,-1 0-1,0 0 1,-1-1 0,0 1-1,-3-12 1,-10-19-32,-3-3 20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06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9914,'-6'5'-2088,"17"-5"1175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06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0 14555,'0'0'1408,"7"32"-1144,-2 6-216,1 14-24,-3 29 97,-1 8 23,-2 11 72,-2 1 0,-3-7-24,-6-3-144,1-5-264,-2-9-168,12-20-121,3-9-95,16-15-3128,6-12 3215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07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41 16323,'-1'-3'55,"1"1"-1,-1 0 0,0 0 0,0 0 0,0 0 0,0 0 1,-1 0-1,1 0 0,-1 0 0,1 0 0,-1 1 0,0-1 0,1 0 1,-1 1-1,0 0 0,0-1 0,0 1 0,-3-2 0,1 2-40,1 0 0,-1 1-1,1-1 1,-1 0 0,1 1-1,-1 0 1,1 0 0,-1 0-1,1 0 1,-1 1 0,-3 0-1,-6 3-63,0 0 0,1 0 0,-1 1 0,1 1 0,-17 11 0,8-4 29,1 1 0,1 1 0,-22 21 1,31-26 102,1 0 1,0 1-1,0 0 1,1 0-1,1 1 1,0 0 0,-6 13-1,11-22-46,1 0 0,0 0 0,0 0 1,0 1-1,1-1 0,-1 0 0,1 0 0,-1 0 0,1 0 0,0 1 0,0-1 0,1 0 1,-1 0-1,1 0 0,-1 0 0,1 1 0,0-1 0,0 0 0,2 2 0,-1-2-18,-1-1 0,1 1 0,0-1 0,0 0 0,0 0 0,1 0 0,-1 0 0,0 0 0,1-1 0,-1 1 0,1-1 0,0 0 0,0 1 0,-1-1 0,1 0 0,0-1 0,0 1 0,0 0 0,0-1 0,5 1 0,5-1-1,1-1-1,-1 0 1,0 0-1,1-2 1,-1 1-1,0-2 1,0 0-1,22-10 1,-3 0-22,0-3 1,34-23-1,-51 29 0,0 0-1,0-1 0,24-25 1,-35 32 7,1 0 1,-1 0-1,-1 0 0,1-1 1,-1 0-1,1 1 1,-2-1-1,1 0 0,-1 0 1,0-1-1,0 1 0,0 0 1,-1-1-1,1-9 0,-2 14 16,-8 21 2,7-9-3,0 0-1,0 1 1,1-1 0,0 0 0,1 0 0,0 0 0,1 0 0,5 19 0,-6-25-104,0 0 0,0-1 1,0 1-1,1 0 0,-1-1 1,1 1-1,0-1 0,1 1 0,-1-1 1,0 0-1,1 0 0,0 0 1,-1 0-1,1-1 0,0 1 1,1-1-1,-1 1 0,0-1 1,1 0-1,-1 0 0,1-1 1,0 1-1,-1-1 0,1 0 1,4 1-1,28-2-3793,8-9 2281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07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1 19500,'-14'68'632,"5"26"-256,2 25-248,2 21-112,-2 5-56,-7-14-320,-2-10-208,2-34-408,4-19-664,10-31-1905,0-16 168,8-21 2265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08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0 323 17428,'11'-9'101,"1"0"1,0 1 0,0 1 0,0 0-1,1 1 1,0 0 0,0 1 0,0 0-1,1 1 1,0 0 0,0 1 0,0 1 0,0 1-1,27-1 1,6 5 288,0 2 0,0 2-1,52 15 1,14 2-131,-96-22-258,-1 1 0,0 1 0,0 1-1,24 9 1,-36-12-3,-1 0-1,1 0 1,0 1-1,-1-1 1,1 1 0,-1-1-1,0 1 1,0 0-1,0 1 1,0-1-1,-1 0 1,1 1-1,-1-1 1,0 1 0,0 0-1,0 0 1,0 0-1,-1 0 1,1 0-1,-1 0 1,0 0 0,-1 0-1,1 5 1,0-7-35,-1 0-1,0 0 1,0 0 0,0 0 0,0 0 0,-1 0 0,1 0 0,0 0-1,-1 0 1,1 0 0,-1-1 0,0 1 0,0 0 0,0 0 0,1 0-1,-2-1 1,1 1 0,0-1 0,0 1 0,0-1 0,-3 3 0,2-3-52,-1 1 0,0 0 0,0-1 0,0 0 0,1 0 0,-1 1 0,0-2 0,-1 1 1,1 0-1,0-1 0,0 1 0,-4-1 0,-2 0-52,1 0-1,-1-1 1,1 0-1,0-1 1,-1 1-1,1-2 1,0 1-1,0-1 1,-10-5-1,12 4 153,0 0-1,1 0 1,0-1-1,0 1 0,0-1 1,0 0-1,1-1 0,-1 1 1,1-1-1,1 0 1,-1 0-1,1 0 0,0 0 1,1 0-1,-1-1 1,1 0-1,1 1 0,-1-1 1,1 0-1,0 0 1,0 1-1,1-10 0,0 2 21,1 1 1,1-1-1,-1 0 0,2 1 0,0 0 0,1 0 0,0 0 0,1 0 1,0 0-1,11-17 0,-8 18-23,0-1 1,1 2 0,0 0-1,1 0 1,0 0 0,1 1-1,0 1 1,1 0 0,21-13-1,-26 18 41,1 0 0,0 0 0,1 1-1,-1 0 1,0 0 0,1 1 0,0 0-1,0 1 1,-1 0 0,1 0 0,0 1-1,0 0 1,0 0 0,0 1 0,0 0 0,-1 1-1,11 3 1,-13-3 0,0 1-1,-1-1 1,1 1 0,-1 1 0,0-1-1,0 1 1,0 0 0,0 0 0,-1 0-1,0 0 1,0 1 0,0 0 0,0 0-1,-1 0 1,1 0 0,1 7 0,4 7 17,-1 0 1,-1 0-1,6 30 1,-10-31-61,-1 0-1,0 0 1,-2 0 0,0-1-1,-1 1 1,0 0 0,-6 22-1,-1 25 153,8-65-144,0 1 0,0-1 1,0 0-1,0 1 1,-1-1-1,1 1 0,0-1 1,0 1-1,0-1 1,1 1-1,-1-1 0,0 1 1,0-1-1,0 1 0,0-1 1,0 1-1,1-1 1,-1 1-1,0-1 0,0 0 1,1 1-1,-1-1 1,0 1-1,0-1 0,1 0 1,-1 1-1,1-1 1,-1 0-1,1 1 0,0-1-9,-1 0 0,1 0 0,0 0 0,0 0 0,0 0-1,0 0 1,-1 0 0,1 0 0,0-1 0,0 1 0,0 0 0,-1 0 0,1-1-1,0 1 1,1-1 0,2-1-7,-1-1-1,1 1 1,-1-1-1,1 0 1,-1 0-1,5-7 1,0 0 2,-1-1 1,0 0-1,-1 0 1,-1-1-1,0 0 1,0 0-1,-1 0 1,-1 0-1,0-1 1,2-15-1,-5 24 2,-1 0-1,1 0 1,-1 0 0,0 0-1,0 0 1,0 0-1,0 0 1,-1 0 0,0 0-1,0 1 1,0-1 0,-2-3-1,-36-42-4,10 14-35,25 28 32,3 5 4,0-1 0,0 0 0,0 1 0,1-1 0,-1 0 0,1 0 0,-2-4 1,3 6 1,0-1 0,0 1 0,0 0 0,0-1 0,0 1 0,0 0 0,0-1 0,0 1 0,1 0 0,-1 0 0,1-1 0,-1 1 0,1 0 0,-1 0 0,1 0 0,-1-1 0,1 1 0,0 0 0,0 0 0,0 0 0,0 0 0,1-1 0,4-3 2,-1 1-1,1 0 1,0 1 0,0-1 0,0 1 0,1 0 0,-1 1 0,1 0 0,-1 0-1,1 0 1,0 1 0,0-1 0,13 1 0,-11 1 0,1-1 0,-1 2 1,1-1-1,-1 1 0,0 1 1,1 0-1,-1 0 0,0 1 1,17 7-1,-18-5-1,-1-1 0,0 1 0,0 1 1,-1-1-1,1 1 0,-1 0 0,-1 1 0,1-1 0,-1 1 0,0 0 0,0 1 1,-1-1-1,0 1 0,6 15 0,-5-5-2,0 0-1,-1-1 1,-1 1 0,-1 1 0,0-1-1,-1 18 1,-1-34 32,0-7-38,-1-7 8,2 0-1,0 1 1,0-1-1,1 0 1,0 1 0,1-1-1,0 1 1,1 0-1,1 0 1,-1 0-1,2 1 1,-1-1 0,2 1-1,-1 0 1,1 1-1,1 0 1,-1 0 0,2 0-1,-1 1 1,1 1-1,0-1 1,19-10-1,-20 14 1,0 0 0,0 0-1,0 1 1,1 1-1,-1-1 1,1 1-1,0 1 1,0 0-1,11-1 1,-15 2 1,0 0 0,1 1 1,-1-1-1,0 1 0,0 0 0,0 0 0,0 1 1,0-1-1,0 1 0,0 0 0,0 1 0,-1-1 1,1 1-1,-1 0 0,0 0 0,0 0 1,5 5-1,-5-3-1,-1-1 0,1 1 0,-1 0 1,0 0-1,0 0 0,0 1 0,-1-1 1,0 1-1,2 6 0,0 5 3,2 31 1,-4-31-148,6 32-1,-6-45-191,-1 1 0,1 0 0,0-1 0,0 1 0,1-1 0,-1 0 0,1 0-1,0 0 1,0 0 0,0 0 0,1-1 0,-1 1 0,7 4 0,19 5-2003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08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7 15939,'-7'-2'215,"0"1"-1,1-1 1,-1 1-1,0 1 0,0 0 1,0-1-1,0 2 1,0-1-1,0 1 1,0 0-1,0 1 0,0 0 1,0 0-1,1 0 1,-1 1-1,1 0 0,-8 5 1,-22 12-116,-41 31 0,61-39-79,0 0 0,1 2 0,1 0 0,-21 26 1,34-39-16,0 0 0,0 1 1,0-1-1,0 0 1,0 1-1,0-1 0,0 1 1,1 0-1,-1-1 1,1 1-1,-1 0 0,1-1 1,0 1-1,-1 0 1,1-1-1,0 3 0,1-3 0,-1 1 0,1-1 0,-1 0 0,1 0 0,0 0-1,0 0 1,-1 0 0,1 0 0,0 0 0,0 0-1,0 0 1,0 0 0,0-1 0,0 1 0,0 0 0,1-1-1,-1 1 1,0-1 0,0 1 0,0-1 0,1 1 0,1-1-1,73 19 71,5 2-41,-72-18-32,0 0-1,-1 1 1,1 0-1,-1 1 1,0 0 0,14 11-1,-20-14 0,0-1 0,0 1-1,0 0 1,0 0 0,-1 0-1,1 0 1,0 1 0,-1-1-1,0 0 1,1 1 0,-1-1 0,0 1-1,0-1 1,-1 1 0,1 0-1,0-1 1,-1 4 0,0-4 0,0 0-1,0 0 1,-1 0 0,1 0 0,-1 0 0,1 0 0,-1 0 0,0 0 0,0 0 0,0 0 0,0 0 0,0 0 0,-1-1-1,1 1 1,0 0 0,-1-1 0,1 1 0,-1-1 0,1 0 0,-1 1 0,0-1 0,-3 2 0,-6 2 33,-1 1-1,1-2 1,-1 1 0,0-2 0,0 1 0,0-2-1,0 0 1,0 0 0,-22 0 0,21-3-338,0 1 1,0-1-1,-23-6 1,29 5-497,-1 0 1,1-1-1,-1 0 0,1 0 1,0-1-1,-11-7 0,-10-16-1465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09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38 14987,'5'71'758,"-3"1"-1,-4 0 1,-2-1-1,-27 136 1,7-88-682,24-118-76,-1-1 0,1 1 1,0 0-1,0-1 0,0 1 1,0 0-1,0 0 0,0-1 1,0 1-1,0 0 0,0-1 1,0 1-1,0 0 0,0 0 1,0-1-1,1 1 0,-1 0 1,0-1-1,0 1 0,1-1 1,-1 1-1,0 0 0,1-1 1,-1 1-1,2 0 0,-1 0-40,0-1-1,0 1 0,0-1 1,0 0-1,0 1 1,0-1-1,0 0 0,0 0 1,0 0-1,0 0 1,1 0-1,-1 0 0,0 0 1,2 0-1,6-2-467,1-1 0,-1 0-1,11-5 1,-14 5 162,149-59-3508,81-20 9075,-234 82-5138,1 0 0,-1 0-1,0-1 1,0 1 0,0 0-1,0 1 1,0-1 0,1 0-1,-1 1 1,0-1 0,0 1-1,0-1 1,0 1 0,0 0-1,0 0 1,0 0 0,-1 0-1,1 0 1,0 1 0,0-1-1,-1 0 1,1 1 0,-1 0-1,1-1 1,0 3 0,3 2 64,0 0 0,-1 1 0,0-1 1,-1 1-1,5 11 0,-4-6-76,-1 1 1,0-1-1,-1 1 0,0 0 1,-1 13-1,8 48-32,-17-122-174,7 33 93,-1 0 0,-1 0 0,0 1 0,-1-1 0,-1 1 1,0 0-1,-1 0 0,0 0 0,-10-14 0,-19-13 6,-8-11 8,39 46 29,1 1 0,0 0 0,0-1 0,1 0 0,0 1 0,0-1 1,0 0-1,-2-12 0,4 7 3,-1-1 1,2 0 0,0 0-1,0 0 1,4-17 0,20-58 16,-23 81-21,5-16 2,1 0 0,0 1 1,2 0-1,15-24 0,-21 38 7,1 1 1,0 0-1,0 0 0,0 1 1,1-1-1,-1 1 0,10-6 0,-12 9 5,1 0-1,0 0 0,0 0 0,0 1 0,0-1 0,0 1 1,0 0-1,0 0 0,0 0 0,1 1 0,-1-1 0,0 1 0,0 0 1,6 1-1,-2 0 15,0 1-1,1 1 1,-1-1 0,0 1 0,-1 1 0,1-1-1,-1 1 1,1 1 0,-1-1 0,0 1 0,8 8 0,1 2 12,0 0 0,-2 1 0,16 23 0,-12-13-12,-1 2-1,-1 0 0,-1 2 0,-2-1 1,16 54-1,-12-18 2,16 114 0,-24-95-71,-4 0 0,-4 0 0,-10 87 0,-49 245-550,57-412 592,1 1 31,-1 0 0,0 0 1,0 0-1,-1 0 0,-3 7 0,5-11-24,0-1 0,-1 1 0,1-1 0,0 0 0,0 1 0,-1-1 0,1 0 0,0 1 0,-1-1 0,1 0 0,-1 1 0,1-1-1,0 0 1,-1 0 0,1 0 0,-1 1 0,1-1 0,-1 0 0,1 0 0,-1 0 0,1 0 0,0 0 0,-2 0 0,1 0 5,0 0-1,0-1 1,0 1 0,0 0 0,0-1 0,-1 1 0,1-1 0,0 0-1,0 1 1,0-1 0,1 0 0,-1 0 0,-1 0 0,-5-7-9,0 0 0,0 0 0,1 0 0,1-1 0,-1 1 0,1-1 1,1-1-1,-7-16 0,-19-84-382,26 95 336,-52-286-349,54 267 481,1 1-1,1-1 1,2 0 0,2 0-1,1 1 1,1 0-1,2 0 1,24-62-1,-13 50-22,1 2 1,3 0-1,1 1 0,3 2 0,50-62 0,-61 83-64,0 1 0,1 1-1,1 0 1,1 2 0,0 0 0,1 1 0,0 1-1,1 0 1,1 2 0,34-13 0,-48 21-2,-1 1 1,0 0 0,1 0-1,-1 1 1,1 0-1,0 0 1,-1 1 0,1 0-1,8 1 1,-13-1-1,0 1 0,0 0 0,0 0 0,0 0 0,0 0 0,0 0 0,0 1 0,-1-1 0,1 1 0,-1 0 0,1-1 0,-1 1 0,1 0 0,-1 1 0,0-1 0,0 0 0,0 1 0,-1-1 0,1 1 0,0 0 0,-1-1 0,1 1 0,-1 0 0,0 0 0,0 0 1,0 3-1,2 6-2,-2 0 1,0 0 0,0 1-1,-1-1 1,-1 0-1,0 0 1,0 0 0,-1 0-1,-1 0 1,0 0 0,0-1-1,-2 1 1,-7 15 0,1-4-11,-2 0 1,0-1 0,-1 0-1,-1-1 1,-26 27 0,22-30-20,0 0-1,-1-1 1,-1-1 0,-1-1-1,0-1 1,-1-1 0,0 0-1,-1-2 1,0-1-1,-1-1 1,0-1 0,0-2-1,-1 0 1,0-1 0,0-2-1,0-1 1,-28-1 0,47-1-1,-43-4-414,47 3 276,0 0 0,0 1 1,0-1-1,0 0 0,0-1 0,0 1 0,0 0 0,1-1 0,-1 0 0,0 1 0,1-1 0,0 0 0,-4-4 0,4 4 15,1-1 0,-1 1-1,1 0 1,0-1 0,0 1-1,0-1 1,0 0 0,0-2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10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10 16996,'1'-1'32,"0"0"1,0 1 0,0-1 0,0 0-1,-1 0 1,1 1 0,0-1 0,0 1-1,0-1 1,0 1 0,0-1 0,1 1-1,-1-1 1,0 1 0,0 0-1,0 0 1,0 0 0,0 0 0,0-1-1,0 1 1,1 1 0,-1-1 0,0 0-1,0 0 1,0 0 0,0 1 0,0-1-1,0 0 1,0 1 0,0-1 0,0 1-1,0-1 1,0 1 0,0 0 0,0-1-1,0 1 1,0 0 0,0 0-1,-1 0 1,1-1 0,0 1 0,-1 0-1,1 0 1,0 0 0,0 1 0,2 7-12,1-1 1,-1 1-1,-1 0 1,0 0-1,2 11 1,0 18 100,-1 0 0,-1 0-1,-2 0 1,-9 58 0,-39 154 289,-102 268-178,141-494-48,-20 41 0,26-59 232,-1-9 254,4 2-665,-1 0 1,1 0-1,-1 0 1,1-1-1,-1 1 1,1 0 0,0 0-1,0 0 1,0-1-1,-1 1 1,1 0-1,0 0 1,0-1-1,1 1 1,-1 0-1,0 0 1,0-1-1,1 1 1,-1 0-1,1-2 1,1-2-2,0 0 0,1 0 1,0 0-1,5-8 0,7-6-19,23-22 0,-35 38 18,28-26-20,0 0 0,2 2 0,1 2 0,62-36 0,-72 48 45,0 1-1,1 1 0,1 2 0,0 0 0,0 1 1,0 2-1,1 1 0,33-2 0,-55 6-13,1 1-1,-1 0 0,1 1 0,-1-1 1,1 1-1,-1 0 0,0 0 1,7 3-1,-11-3-12,1-1 1,-1 1-1,0-1 1,0 1-1,0 0 1,0 0-1,0-1 1,0 1-1,0 0 1,0 0-1,0 0 1,0 0-1,-1 0 1,1 0-1,0 0 1,-1 0-1,1 0 1,0 1-1,-1-1 1,0 0-1,1 0 1,-1 0-1,0 1 1,1-1-1,-1 0 1,0 0-1,0 1 1,0-1-1,0 0 1,0 1 0,0-1-1,-1 0 1,1 0-1,0 1 1,-1 1-1,-2 4 0,-1-1-1,1 1 1,-1-1-1,0 1 1,0-1-1,-1 0 1,0-1-1,0 1 1,0-1-1,0 0 1,-1 0-1,-8 4 1,-7 6-20,-1-2-1,-31 14 1,18-12-222,0-1 0,-1-1 0,0-3 0,-1 0 0,0-3 0,-72 6 0,106-13-286,-1 0 1,1 0-1,-1 0 0,1 0 0,-1-1 1,1 0-1,0 0 0,-1 0 1,1 0-1,0 0 0,0 0 0,0-1 1,0 1-1,-5-4 0,1-7-1753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10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247 646 19956,'37'0'1077,"-15"1"-873,0-1-1,37-5 1,-51 3-221,0 0-1,0 0 1,0-1-1,0 0 1,0 0 0,-1-1-1,0 0 1,1 0-1,-2-1 1,12-9 0,-11 8 25,0-1 0,-1 0 1,0 1-1,0-2 1,0 1-1,-1-1 1,-1 0-1,1 0 0,-1 0 1,0 0-1,4-18 1,-7 21-8,0 0 1,0 0 0,-1 0 0,1 0-1,-1 0 1,0 0 0,-1-1 0,0 1-1,1 0 1,-1 0 0,-1 0 0,1 0-1,-1 1 1,0-1 0,0 0 0,-1 1-1,1-1 1,-1 1 0,0-1 0,0 1-1,0 0 1,-7-6 0,3 5-13,1-1 0,-1 1 0,-1 0 1,1 1-1,-1-1 0,0 1 0,0 1 0,0 0 0,0 0 0,-1 0 1,1 1-1,-1 1 0,1-1 0,-1 1 0,0 1 0,0 0 1,-14 1-1,8 1 7,1 0 0,0 1-1,0 0 1,1 1 0,-1 1 0,1 0 0,0 1 0,0 0 0,1 1 0,-15 10 0,8-2 31,1 0-1,0 1 1,1 1 0,1 0 0,1 1 0,-25 40-1,33-47-6,0 0-1,1 1 0,1 0 1,0 0-1,1 0 0,0 0 1,1 1-1,0 0 0,1 0 1,0-1-1,1 1 0,0 0 1,1 0-1,2 14 0,-1-20-10,1-1-1,0 0 1,-1 0-1,2 0 1,-1 0-1,1 0 1,0 0-1,0-1 0,0 1 1,1-1-1,0 0 1,0 0-1,6 5 1,-3-4-1,0 0 0,1-1 0,-1 0 0,1 0 0,0-1 0,0 0 1,1-1-1,12 5 0,-2-3-4,1-1 0,0-1 0,0-1 1,0-1-1,0 0 0,0-1 0,35-6 1,-14-2-34,0-3 0,-1-1 1,0-2-1,-1-1 1,0-2-1,-2-2 0,0-2 1,-1-1-1,-1-2 1,32-28-1,-45 32-55,-1-1-1,-1-1 1,-1-1-1,-1 0 1,-1-2 0,-2 0-1,0 0 1,-1-2-1,-2 1 1,-1-2 0,-1 0-1,-1 0 1,-1 0-1,-2-1 1,-1 0 0,-1-1-1,-2 1 1,-1-1-1,-1 1 1,-5-36 0,-2 26 108,6 37-11,0-1 1,0 1-1,0 0 0,0-1 0,0 1 1,0 0-1,0 0 0,-1 0 1,1 0-1,-1 0 0,0 0 1,1 0-1,-3-1 0,3 3-6,1-1-1,0 1 0,-1 0 1,1 0-1,-1-1 1,1 1-1,0 0 0,-1 0 1,1 0-1,-1 0 0,1 0 1,-1 0-1,1 0 0,-1 0 1,1 0-1,-1 0 1,1 0-1,0 0 0,-1 0 1,1 0-1,-1 0 0,1 0 1,-1 0-1,1 0 1,-1 1-1,1-1 0,0 0 1,-1 0-1,1 0 0,0 1 1,-1-1-1,1 0 0,-1 1 1,1-1-1,0 0 1,0 1-1,-1-1 0,1 0 1,-1 1-1,-5 9 93,1 1-1,0-1 1,0 1 0,1-1 0,0 1-1,-4 18 1,3-10-15,3-11-61,-171 631 547,159-578-1064,-7 80-1,20-89-894,1-51 1229,0 1 1,1-1-1,-1 0 0,0 0 0,0 1 0,1-1 0,-1 0 0,1 0 0,0 0 0,-1 1 0,1-1 0,0 0 0,0 1 0,0-2 39,-1 0 1,0 1 0,1-1-1,-1 0 1,1 0 0,-1 1-1,0-1 1,1 0 0,-1 0 0,1 0-1,-1 0 1,0 0 0,1 0-1,-1 0 1,1 0 0,-1 0-1,1 0 1,-1 0 0,1 0-1,-1 0 1,0 0 0,1 0-1,-1 0 1,1 0 0,-1-1 0,0 1-1,1 0 1,-1 0 0,1 0-1,-1-1 1,0 1 0,1 0-1,-1 0 1,1-1 0,15-20-1389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12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1 440 17612,'29'-3'839,"0"-2"0,53-17-1,-38 10-778,202-63 34,-40 12 248,-180 55-227,2 1-1,-1 2 0,0 0 0,53 0 0,-77 5-115,30 3-44,-32-3 28,0 0 1,0 0 0,-1 1 0,1-1 0,0 0-1,0 1 1,0-1 0,-1 1 0,1-1 0,0 1-1,0-1 1,-1 1 0,1-1 0,-1 1 0,1 0-1,0-1 1,-1 1 0,1 0 0,-1-1 0,1 1-1,-1 0 1,0 0 0,1 0 0,-1-1 0,0 1-1,0 0 1,1 0 0,-1 0 0,0 0 0,0 0 0,0-1-1,0 1 1,0 0 0,0 2 0,-2 3-64,0 0 0,0 0 0,-1 0 1,0 0-1,0 0 0,-4 6 0,-10 21 1,13-22 85,0 0 1,2 0-1,-1 1 0,2-1 0,-1 0 0,1 1 0,1 0 1,0-1-1,1 1 0,2 12 0,-1-15 7,0 1 1,0-1-1,1 0 0,0 0 1,1-1-1,0 1 1,0-1-1,1 0 0,0 0 1,0 0-1,1 0 0,11 11 1,-14-16-13,0-1 1,1 1 0,-1-1 0,0 0-1,1 0 1,0 0 0,0 0-1,-1 0 1,1-1 0,0 0 0,0 0-1,0 0 1,0 0 0,0-1-1,1 1 1,-1-1 0,0 0 0,0 0-1,0-1 1,0 1 0,0-1 0,0 0-1,0 0 1,0 0 0,0-1-1,0 0 1,0 1 0,-1-1 0,1 0-1,3-3 1,3-2 2,0 0-1,-1-1 1,0 0 0,-1 0 0,1-1-1,-2 0 1,1 0 0,-1-1 0,8-15-1,7-20 5,-3-1-1,-1-1 0,11-50 1,-27 90-11,0-1 0,-1 1 0,0 0 0,0-1 0,0 1 0,-1-1 0,-1 1 0,0-9 0,1 16 3,0 0 1,0-1-1,0 1 0,-1 0 1,1 0-1,0 0 0,0 0 1,0 0-1,0 0 0,0-1 1,0 1-1,-1 0 1,1 0-1,0 0 0,0 0 1,0 0-1,0 0 0,-1 0 1,1 0-1,0 0 0,0 0 1,0 0-1,0 0 0,-1 0 1,1 0-1,0 0 0,0 0 1,0 0-1,-1 0 0,1 0 1,0 0-1,0 0 0,0 0 1,0 0-1,-1 0 1,1 0-1,0 0 0,0 0 1,0 0-1,0 0 0,0 1 1,-1-1-1,1 0 0,0 0 1,0 0-1,-3 2 7,1 0 0,-1 0 0,1 0-1,0 0 1,0 1 0,0-1 0,0 0 0,0 1 0,0 0 0,1-1-1,-3 6 1,-3 5 18,-1 0-2,-45 85 131,46-83-133,1-1-1,1 1 0,1 0 1,0 0-1,-2 20 1,6-30-17,-1 1-1,1-1 1,0 0 0,1 0 0,-1 0 0,1 0 0,0 0 0,1 0-1,2 9 1,-2-11-1,-1 0-1,0-1 1,1 1 0,0 0-1,0-1 1,0 1-1,0-1 1,0 0 0,0 1-1,1-1 1,-1 0 0,1 0-1,-1-1 1,1 1-1,0 0 1,0-1 0,4 2-1,-1-2 5,-1 0 0,1 0 0,-1 0-1,1-1 1,-1 0 0,1 0 0,-1-1 0,0 1-1,1-1 1,-1 0 0,1-1 0,-1 1 0,0-1 0,0 0-1,0 0 1,5-4 0,8-4 21,0-1-1,31-27 1,-30 21-23,-1 0-1,0-2 1,25-36 0,38-69-152,-73 111 113,-3 5-80,-2 4 8,-1 1 0,1-1-1,-1 0 1,0 1 0,0-1-1,-1 0 1,1 0 0,1-7 0,-8 11-208,0 0 332,1 1 0,-1 0 0,0 0 0,0 0 0,1 1 0,-1-1 0,1 1 0,-1 0 0,1 0 0,0 1 0,-1-1 0,-4 5 0,7-5 20,-1 0-1,0 0 0,1 0 0,-1 0 0,1 1 0,0-1 1,0 1-1,-1 0 0,2-1 0,-1 1 0,0 0 0,1 0 1,-1 0-1,1 0 0,0 1 0,0-1 0,0 0 1,0 0-1,1 1 0,-1 3 0,2-5-26,-1 1 0,1-1 0,-1 0 0,1 0 0,0 0 0,0 0 0,0 0 0,1 0 0,-1 0 0,0 0 0,1 0 0,-1-1 0,1 1 0,-1-1 0,1 1 0,0-1 0,0 1 0,0-1 0,0 0 0,0 0 0,0 0 0,0 0 0,0 0 0,3 0 0,5 3-8,-1-2 1,1 1-1,0-2 1,12 2-1,11-1 8,0-2 1,-1-2-1,55-8 0,92-30 352,-169 37-336,20-4 56,0-2 0,37-16 0,-61 23-80,0-1 1,0 0-1,0 0 1,0-1-1,0 1 1,-1-1-1,0-1 1,0 1-1,0-1 1,0 0-1,-1 0 1,0 0-1,0 0 0,0-1 1,0 0-1,4-11 1,-7 13-5,0 1-1,0-1 1,0 1-1,-1-1 1,1 0 0,-1 1-1,0-1 1,-1 0 0,1 1-1,0-1 1,-1 1-1,0-1 1,0 0 0,0 1-1,-2-5 1,0 3-3,1 0 0,-1 1 1,-1-1-1,1 1 0,-1-1 0,1 1 0,-1 0 1,0 1-1,-7-6 0,2 3-1,0 1 0,-1-1-1,0 1 1,0 1 0,0 0 0,0 0-1,-1 1 1,1 0 0,-20-2 0,17 5 8,0 0-1,1 1 1,-1 0 0,1 1 0,0 1-1,-1 0 1,1 0 0,0 1 0,1 1 0,-1 0-1,1 0 1,0 2 0,-19 12 0,10-3 3,0 0 0,0 1 1,2 1-1,0 1 1,-27 37-1,31-35-2,0 1-1,1 0 0,2 0 1,0 1-1,1 1 0,2 0 1,-11 47-1,17-64-1,1 1 0,0-1-1,1 0 1,0 1 0,0-1 0,1 1 0,0-1 0,0 0-1,3 11 1,-2-14 4,-1 0-1,1 0 0,0 0 0,1 0 1,-1 0-1,0-1 0,1 1 1,0-1-1,0 0 0,0 0 0,0 0 1,1 0-1,-1 0 0,1-1 0,0 1 1,-1-1-1,7 3 0,8 0 28,0 0-1,1-1 0,-1 0 1,1-2-1,0 0 1,33-2-1,19-2-1,-2-4 1,85-17-1,134-45 10,-275 65-41,15-5 2,32-12 1,-54 18-3,0-1 0,0 1 0,-1-1 0,1 0 0,-1-1 0,0 1 0,0-1 0,0 0 0,-1-1 0,1 1 0,5-9 0,-9 11-3,1 0 1,-1 0-1,-1 0 1,1-1-1,0 1 1,-1 0-1,1-1 1,-1 1-1,1 0 0,-1-1 1,0 1-1,0-1 1,0 1-1,-1 0 1,1-1-1,0 1 1,-1-1-1,0 1 0,1 0 1,-1 0-1,0-1 1,0 1-1,0 0 1,-1 0-1,1 0 1,0 0-1,-1 0 0,0 0 1,1 1-1,-4-3 1,-3-4-9,-1 0 0,0 1-1,0 0 1,-19-10 0,21 13 10,0 1 0,-1 0-1,1 1 1,-1-1 0,1 1 0,-1 1-1,0 0 1,1 0 0,-16 0-1,6 0-14,42 0 15,0 0 0,0-2-1,-1 0 1,1-2 0,-1-1 0,1-1 0,42-19 0,-58 22 0,-1 0 0,1 0 0,-1-1 1,0 0-1,0-1 0,-1 0 1,0 0-1,0 0 0,0-1 0,5-7 1,-9 11-1,-1 0 1,0 0 0,0 0 0,-1 0-1,1-1 1,0 1 0,-1 0 0,0-1-1,0 1 1,0-1 0,0 1-1,-1-1 1,1 1 0,-1-1 0,0 0-1,0 1 1,0-1 0,-1 0 0,1 1-1,-1-1 1,0 1 0,0-1 0,0 1-1,0-1 1,-1 1 0,1 0-1,-1 0 1,0 0 0,-3-4 0,4 4 0,-1 1 0,0-1-1,-1 1 1,1 0 0,0 0 0,-1 0 0,1 0 0,-1 0 0,0 0 0,1 1 0,-1-1 0,0 1 0,0 0 0,0 0 0,0 0-1,-4-1 1,2 1 0,0 1 0,0 0 0,0 0-1,0 0 1,0 1 0,0 0-1,0 0 1,1 0 0,-9 3 0,0 1-1,1 1 1,0 1-1,0 0 0,1 0 1,0 1-1,-17 16 1,11-9 0,2 1 0,0 1 0,1 0 0,0 1 0,2 1 0,0 0 0,1 0 1,1 1-1,0 1 0,2 0 0,-10 36 0,16-49 1,1-1 0,0 1 0,0 0 1,0 0-1,1 0 0,1 10 0,-1-15 1,1 0 0,0 0 0,-1-1 0,1 1 0,0 0 0,0-1 0,0 1 0,1-1 0,-1 0 0,0 1 0,1-1 0,0 0 0,0 0 0,-1 0 0,1 0 0,0 0 0,1 0 0,-1 0 0,0-1 0,0 1 0,4 1 0,2 0 9,0 0-1,-1-1 1,1 0 0,0 0 0,0-1-1,0 0 1,0-1 0,16 0 0,5-2 23,31-7 0,-6-3-44,0-2-1,-1-3 1,-1-2 0,0-2-1,84-48 1,-106 49 8,-1 0 1,-1-2-1,26-26 1,48-37 19,-97 82-15,-1 0 0,1 0 1,0 0-1,0 1 1,0 0-1,1 0 0,-1 0 1,0 1-1,1-1 1,8 0-1,-12 2-1,0 0 0,0 0 0,0 0 1,-1 1-1,1-1 0,0 0 0,0 1 0,-1 0 0,1-1 0,0 1 0,-1 0 0,1-1 1,0 1-1,-1 0 0,1 0 0,-1 1 0,0-1 0,1 0 0,-1 0 0,0 1 0,0-1 1,0 0-1,0 1 0,0 0 0,0-1 0,0 1 0,0-1 0,0 1 0,-1 0 0,1-1 0,-1 1 1,1 0-1,-1 0 0,0 0 0,0 2 0,1 2 10,-1 1 0,0 0 0,0 0 0,0-1 0,-1 1 0,0 0 0,0 0 0,-4 8 0,-23 52 77,22-54-78,0 1 0,0 0 1,1 0-1,-4 21 0,8-33-10,1-1-1,0 1 0,0-1 0,-1 1 1,1 0-1,0-1 0,1 1 1,-1-1-1,0 1 0,0 0 0,1-1 1,-1 1-1,1-1 0,-1 1 0,1-1 1,0 1-1,-1-1 0,1 1 0,0-1 1,0 0-1,0 1 0,0-1 0,0 0 1,0 0-1,1 0 0,-1 0 0,0 0 1,1 0-1,-1 0 0,0 0 0,1-1 1,2 2-1,3 0-1,0 0-1,0-1 1,0 0-1,0 0 1,13-1-1,-20 0 2,35-1-45,-1-1-1,0-2 0,53-13 1,101-37-1771,-150 42 782,40-14-4877,-6-2 3477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13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744 0 21645,'-18'16'162,"2"1"0,0 1-1,-25 35 1,-31 64-125,-12 17-107,49-88 42,-77 77-1,91-103 28,-1-1 1,0-1 0,-2-1-1,0-1 1,-43 21-1,60-33 2,-1-1 0,0 0 0,0 0 0,0-1-1,0 0 1,-1-1 0,1 0 0,0 0 0,-1-1-1,-12 0 1,18-1-15,0 1 0,0-1-1,0 0 1,0 0 0,0 0-1,0 0 1,0 0 0,0-1-1,0 0 1,1 1 0,-1-1-1,0 0 1,1 0-1,0 0 1,-1-1 0,1 1-1,0 0 1,0-1 0,0 0-1,1 1 1,-1-1 0,1 0-1,-1 0 1,1 0 0,0 0-1,0 0 1,0 0 0,1 0-1,-1-4 1,-1-13-472,1 0 0,1-1-1,1 1 1,1 0 0,0 0 0,2 0 0,6-23 0,8-47-2629,-5 8 3043,-12 80 221,-1-1-1,1 1 1,0 0 0,0-1 0,0 1-1,0 0 1,0 0 0,0 0 0,1 0 0,-1 0-1,1 0 1,-1 0 0,1 0 0,0 0-1,-1 1 1,1-1 0,0 1 0,0-1-1,4-1 1,-2 2 56,1-1 0,-1 1 0,1-1 0,-1 1 0,1 1 0,-1-1 0,1 1 0,0-1 1,8 2-1,3 1 78,0 1 1,0 0 0,0 2-1,0-1 1,17 9 0,10 7-55,-1 2 0,61 42 0,69 65-5,55 37-274,-211-156-23,1-1 0,0 0-1,0-2 1,1 0-1,31 8 1,-37-12-461,1-1 0,0-1 1,20 0-1,-21-1-736,-1-1 1,0-1-1,0 0 1,17-5-1,34-17-1272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13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474 57 19868,'-8'-6'-76,"1"0"0,-1 0 0,0 1-1,0 0 1,-1 0 0,1 1 0,-1 0-1,0 1 1,-17-5 0,16 6-797,1 1 0,-1 0 0,0 1 0,0 0 0,0 0 1,0 1-1,1 0 0,-1 1 0,-15 5 0,8-2-147,0 2 0,0 0 0,1 1 0,0 1 0,-24 17 0,29-18 1485,0 0 0,1 1-1,0 1 1,0 0 0,1 0 0,1 1 0,0 0 0,-7 12-1,13-20-182,0 0 0,0 1-1,1-1 1,0 1 0,0-1-1,0 1 1,0-1 0,0 1-1,0 0 1,1-1 0,0 1-1,0 0 1,0-1-1,0 1 1,1 0 0,-1-1-1,1 1 1,0 0 0,0-1-1,0 1 1,1-1 0,-1 1-1,1-1 1,0 0-1,0 0 1,0 0 0,0 0-1,0 0 1,1 0 0,-1 0-1,4 2 1,5 4-73,1-1 0,0 0 1,0 0-1,1-1 0,0 0 0,20 6 0,39 12-125,-34-12-50,51 24 0,-78-32-42,-1 0 1,0 1 0,-1 1 0,1 0 0,-1 0 0,0 1 0,-1 0 0,0 0 0,10 14-1,-16-19-5,0 0 0,0 0 0,0 1-1,-1-1 1,1 0 0,-1 1-1,0-1 1,0 1 0,0 0 0,0 4-1,-1-6 5,0 0 0,0 0 0,0 0 0,0 0-1,0 0 1,-1 0 0,1 0 0,-1 0 0,0-1 0,0 1-1,1 0 1,-1 0 0,0 0 0,0-1 0,-1 1-1,1 0 1,0-1 0,0 1 0,-1-1 0,1 1 0,-3 0-1,-2 2 4,0 0-1,0-1 0,0 0 0,-1-1 1,1 1-1,-1-1 0,0 0 0,0-1 1,1 0-1,-1 0 0,-14 0 1,0-1 9,0 0 0,-38-8 1,27 1 23,-1-1-1,2-2 1,-1-2 0,1 0 0,-40-23 0,68 33-17,-1 0 0,1 0 0,0 0 1,-1 0-1,1-1 0,0 1 0,0-1 0,0 0 0,1 0 0,-1 0 1,1 0-1,-5-7 0,7 9-5,0 0 0,-1 0-1,1 0 1,0 0 0,0-1 0,0 1 0,0 0 0,0 0 0,0-1 0,0 1-1,0 0 1,0 0 0,1 0 0,-1 0 0,0-1 0,1 1 0,0-1 0,1-1 2,-1 0-1,1 1 1,0-1 0,0 1 0,1-1 0,-1 1 0,0 0 0,6-4-1,101-65 4,49-37-386,-25-12-2684,-90 81 1544,45-45-320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14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985 0 9786,'0'0'440,"1"5"206,2 3-299,-2 0 0,1 0 0,-1 0 0,0 0 0,-1 0 0,1 0-1,-2 0 1,1 0 0,-4 16 0,-24 80 2285,14-58-2144,6-16-273,2-13-118,1 2 0,1-1 0,0 0 1,2 1-1,0 0 0,1 28 0,1-44-77,0-1 0,0 0-1,0 0 1,1 1 0,-1-1 0,1 0 0,0 0-1,-1 0 1,1 0 0,0 0 0,0 0-1,0 0 1,1 0 0,-1 0 0,0-1 0,1 1-1,-1 0 1,1-1 0,2 3 0,-1-3 26,0 1 1,0-1 0,0 0-1,0 0 1,0 0-1,1-1 1,-1 1 0,0-1-1,0 1 1,1-1-1,-1 0 1,0-1 0,7 0-1,7-2 131,1-1 0,-1-1 0,0 0 0,0-1 0,21-12 0,-6 2 13,50-36 0,-63 38-171,0 0 1,30-32-1,-42 39-18,-1-1 1,0 1-1,0-1 0,-1 0 0,0-1 1,-1 1-1,0-1 0,0 0 0,4-15 0,-7 20 0,1-1 2,0-1 0,-1 1 1,0 0-1,0 0 1,-1-1-1,1 1 1,-1-1-1,0 1 1,-1 0-1,1-1 0,-3-7 1,2 10 37,-2 6-14,0 2-20,0-1 1,1 1-1,0-1 1,0 1-1,0 0 1,0 0-1,1 0 1,-2 7-1,-4 50 31,4-34-22,-3 261 34,2-14-280,0-220 151,-22 189-293,18-197 337,-2-1-1,-2 0 1,-22 55 0,26-82 78,-1 0-1,-1 0 1,-1-1-1,0-1 1,-1 0 0,-1 0-1,-1-1 1,0-1-1,-24 20 1,17-20 94,0 0-1,0-1 1,-1-1 0,-1-1 0,0-1 0,-1-1-1,-29 8 1,20-9-12,0-2 0,-1-1 0,0-2 0,0-1 1,0-2-1,0-1 0,0-2 0,0-1 0,0-2 0,1-1 0,0-1 0,-37-14 0,40 10-280,1-2-1,0 0 1,1-2-1,1-2 1,0 0 0,-30-26-1,38 26-633,0-1 1,1-1-1,0-1 0,-23-35 0,-28-64-2449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15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964 0 18860,'0'0'445,"0"2"-337,-2 9-185,1-1 0,-1 1 0,-1-1 0,0 0 0,0 1-1,-1-1 1,-6 9 0,-67 139 364,-7-4 1,-7-3-1,-185 232 1,225-320-198,-97 92 1,133-141-74,0-1 1,-2-1-1,-20 12 1,32-21-69,0 0 0,0 0 1,-1-1-1,1 0 0,-1 0 1,0-1-1,1 1 0,-1-1 0,0 0 1,0-1-1,0 1 0,0-1 1,1-1-1,-1 1 0,-6-2 0,10 2-98,1 0 0,0-1 0,0 1 0,0 0 0,0-1 0,-1 0 0,1 1 0,0-1 0,0 1 0,0-1 0,0 0 0,0 0 0,1 0 0,-1 0 0,0 0 0,0 0 0,0 0 0,1 0 0,-1 0 0,0-1-1,-6-26-1670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15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10658,'-9'21'1089,"5"7"4848,22 16-5089,11 10-296,33 13 264,18 2 112,30 5-287,16-1-209,14-6-232,-4-1-128,-12-5-184,-10-8-32,-18-17-64,-11-9-48,-18-19-1017,-13-8 801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19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93 16876,'-2'-1'77,"1"-1"-1,0 0 1,0 0 0,0 0 0,0 0 0,0 0 0,0 0 0,0 0 0,1-1 0,-1 1 0,1 0 0,-1 0 0,1 0 0,0-1 0,0 1 0,0 0 0,0 0-1,1-1 1,-1 1 0,0 0 0,1 0 0,0 0 0,-1-1 0,1 1 0,0 0 0,0 0 0,0 0 0,3-3 0,-3 4-48,1 0 1,-1 0 0,1 0-1,-1 0 1,1 0-1,0 0 1,-1 0 0,1 1-1,0-1 1,0 1 0,0-1-1,-1 1 1,1 0-1,0-1 1,0 1 0,0 0-1,0 0 1,2 1 0,205-4 772,84-3-1736,-183-3 504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20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 17636,'13'16'-45,"1"-1"0,0 0-1,0 0 1,2-2 0,-1 0 0,2-1 0,0 0 0,0-2 0,1 0 0,31 13 0,-45-22 146,0 1 0,0 0 1,0 0-1,0 1 0,0-1 1,-1 1-1,1 0 0,-1 0 1,0 0-1,0 0 0,0 0 1,0 1-1,0 0 0,-1-1 1,4 7-1,-4-2 51,1-1-1,-1 0 1,0 1 0,0 0 0,-1-1 0,0 1-1,-1 0 1,0 8 0,-1 0-114,0 0-1,-2 0 1,0 0 0,-1-1-1,0 1 1,-1-1-1,-1 0 1,0 0 0,-2-1-1,1 0 1,-16 21 0,8-14-271,-1-1 1,-1 0 0,-1-2-1,0 0 1,-1-1-1,-34 23 1,-25 4-3787,-1-5 1537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23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30 8938,'0'-16'728,"1"2"3441,3 27-3425,-1 22 136,4 41 321,0 29-9,-7 59-320,-7 27-608,-10 36-7369,-4 7 6176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24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20 11058,'1'-20'974,"-1"21"-962,0-1 1,0 0-1,0 0 0,0 0 1,0 0-1,0 0 1,0 0-1,0 0 0,1 0 1,-1 0-1,0 0 0,0 1 1,0-1-1,0 0 1,0 0-1,0 0 0,0 0 1,0 0-1,0 0 0,0 0 1,0 0-1,0 0 1,0 0-1,0 0 0,0 0 1,1 0-1,-1 0 0,0 0 1,0 1-1,0-1 1,0 0-1,0 0 0,0 0 1,0 0-1,0 0 0,0 0 1,0 0-1,1 0 1,-1 0-1,0 0 0,0 0 1,0 0-1,0 0 0,0 0 1,0-1-1,0 1 1,0 0-1,0 0 0,0 0 1,1 0-1,-1 0 0,0 0 1,0 0-1,0 0 1,0 0-1,0 0 0,0 0 1,0 0-1,0 0 0,0 0 1,0 0-1,0-1 1,0 1-1,0 0 0,0 0 1,0 0-1,0 0 0,0 0 1,0 0-1,8 31 950,-7-10-527,-1-1-1,-1 0 1,-1 0-1,-1 0 1,-9 33-1,6-26-193,-81 327 1164,48-199-1111,32-132-84,6-19 26,3-5-214,0 1 1,-1-1-1,1 1 0,-1-1 0,1 0 0,-1 1 0,1-1 0,-1 0 0,0 0 0,1 0 0,-1-1 0,0 1 0,1-1 0,2-2 9,8-8-116,0-1 0,-1 0 0,0-1 0,12-20-1,30-63-988,-24 30 927,-2-2-1,19-77 0,-39 122 528,2 1 0,15-33 0,-19 47-330,0 0 1,1 0-1,0 1 0,0-1 1,1 1-1,0 0 0,0 1 0,12-9 1,-17 14-50,1 0 1,0 0-1,1 0 1,-1 1-1,0-1 1,1 1 0,-1 0-1,5-1 1,-7 1-4,0 1 1,0 0 0,0 0 0,0 0 0,0 0 0,0 0-1,0 0 1,1 0 0,-1 0 0,0 1 0,0-1-1,0 0 1,0 1 0,0-1 0,0 0 0,0 1-1,0 0 1,0-1 0,0 1 0,0 0 0,0-1 0,-1 1-1,1 0 1,0 0 0,0-1 0,-1 1 0,1 0-1,0 0 1,-1 0 0,1 0 0,0 2 0,1 2 0,0 1 1,-1 0 0,0 0-1,0 0 1,0 0-1,0 1 1,-1 10 0,-7 50 59,2-17 46,4-32-68,1 21 37,0-37-69,0 0 0,0-1 1,1 1-1,-1 0 0,1 0 1,0 0-1,0 0 0,-1 0 1,1-1-1,0 1 0,0 0 1,1-1-1,-1 1 0,0 0 1,1-1-1,1 2 0,-2-2 2,1-1 0,-1 1 0,1-1 0,0 1 0,-1-1-1,1 1 1,0-1 0,0 0 0,-1 0 0,1 0-1,0 0 1,-1 0 0,1 0 0,0 0 0,0-1 0,-1 1-1,1-1 1,0 1 0,-1-1 0,1 0 0,-1 1-1,1-1 1,-1 0 0,1 0 0,-1 0 0,0 0 0,3-2-1,5-5 35,1 0 0,11-13 0,-20 19-37,22-25 29,-1-1 1,-2-1-1,23-43 0,28-40 49,-70 111-71,0-1 0,0 0 0,0 1 0,0-1 0,1 1 0,-1 0 0,0-1 0,1 1 0,-1 0 0,1 0 0,0 0 0,-1 0 0,1 0 0,0 0 0,-1 0 0,1 0 0,0 1 0,3-1 1,-4 1 3,0 0 0,0 0 0,0 1 0,0-1 0,0 0 0,0 1 0,0-1 0,0 1 0,0 0 0,0-1 0,0 1 0,0 0 0,0-1 0,-1 1 0,1 0 0,0 0 0,0 0 0,-1 0 0,1 0 0,-1 0 0,1 0 0,0 1 0,3 9 86,0-1 0,-1 1 0,0-1 0,2 20 0,3 21 89,10 56 25,-15-92-301,1 0 1,1 0-1,0-1 1,14 25-1,-18-36 10,1 0 0,0 0 0,0-1 1,0 1-1,0-1 0,0 1 0,1-1 0,-1 0 0,1 0 0,-1 0 1,4 2-1,-4-3 12,-1-1-1,0 1 1,1-1 0,-1 0 0,0 1 0,1-1 0,-1 0 0,0 0 0,1 0 0,-1 0 0,0 0 0,1 0 0,-1 0 0,1 0 0,-1-1-1,0 1 1,1 0 0,-1-1 0,0 1 0,0-1 0,1 0 0,-1 1 0,0-1 0,0 0 0,0 0 0,0 1 0,2-3 0,28-36-4640,-1 1-1048,-12 22 3730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24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45 5497,'5'-5'896,"0"0"-1,0 0 1,0 0 0,0-1-1,-1 1 1,3-8 3623,-10 16-4277,1 0 0,-1 0 0,1 0-1,-1 0 1,1 1 0,0-1 0,1 1 0,-1 0 0,1 0 0,-1-1 0,1 1-1,0 0 1,0 0 0,0 5 0,-2 11 296,0 30 1,4-36-408,0 1-1,1-1 1,0 0 0,2 0-1,-1 0 1,1-1 0,1 1-1,1-1 1,7 14 0,-8-18-112,0 0-1,0 0 1,1 0 0,1-1 0,-1 1 0,1-2 0,1 1 0,-1-1 0,1 0-1,0-1 1,1 0 0,0 0 0,10 5 0,-10-8 4,-1-1 0,1 1 0,-1-2 0,1 1-1,0-2 1,-1 1 0,1-1 0,0 0 0,0-1 0,-1 1 0,1-2 0,11-2-1,-5-1-36,0 1-1,0-2 0,0 0 1,-1 0-1,25-16 0,-34 18-7,-1 1 0,1-1 0,-1 0 0,1 0 0,-1 0 0,0 0 0,-1-1-1,1 1 1,-1-1 0,4-7 0,-6 9 18,1 0 1,-1 0-1,0 0 0,-1 0 0,1 0 0,-1 0 1,1 0-1,-1 0 0,0 0 0,0-1 0,0 1 1,0 0-1,-1 0 0,1 0 0,-1 0 1,0 0-1,0 0 0,0 0 0,0 0 0,-3-4 1,-1-2 10,-1 1 1,-1 1 0,1-1 0,-1 1-1,0 0 1,-1 0 0,0 1-1,0 0 1,-15-8 0,-8-3 25,-45-16 1,56 25-33,-82-30 31,89 34-48,0 0 1,-1 1-1,1 1 1,-1 0-1,-23 1 1,33 1-57,0 1 0,0-1 0,0 1 0,0 0 0,1 0 1,-1 0-1,0 1 0,0-1 0,1 1 0,-1 0 0,1 0 0,-1 0 1,-3 4-1,1-1-720,0 1 0,1 0-1,0 0 1,0 1 0,-5 8 0,0 4-1275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25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417 58 19852,'-17'-54'1143,"17"54"-1140,0 0-1,0 0 1,0-1-1,0 1 1,0 0-1,0 0 1,0 0 0,0 0-1,0-1 1,0 1-1,-1 0 1,1 0-1,0 0 1,0 0-1,0-1 1,0 1-1,0 0 1,-1 0 0,1 0-1,0 0 1,0 0-1,0 0 1,0 0-1,-1-1 1,1 1-1,0 0 1,0 0 0,0 0-1,0 0 1,-1 0-1,1 0 1,0 0-1,0 0 1,0 0-1,-1 0 1,1 0-1,0 0 1,0 0 0,0 0-1,-1 0 1,1 0-1,0 0 1,0 0-1,0 1 1,-1-1-1,1 0 1,0 0-1,0 0 1,0 0 0,0 0-1,0 0 1,-1 1-1,1-1 1,0 0-1,0 0 1,0 0-1,0 0 1,0 1 0,0-1-1,0 0 1,-1 0-1,1 0 1,0 0-1,0 1 1,0-1-1,0 0 1,0 1 0,-22 62-102,15-39 78,-14 57-2,-12 88 1,26-105 38,2 0 0,3 1 1,9 91-1,-6-145-17,0-8 1,-1 0-1,0 0 1,0 0-1,0 0 0,0 0 1,0 0-1,0 0 1,-1 0-1,1 0 1,-1 0-1,0 0 0,0 0 1,0 0-1,0 0 1,-2 2-1,1-4-83,0-6 31,0 2 26,-7-25-131,7 19-29,0 1 1,-1-1-1,0 1 1,-1 0-1,1 0 1,-1 1-1,-1-1 1,1 1-1,-1 0 1,-10-11-1,9 14 181,-1 0 0,1 0 0,0 0 0,-1 1 0,0 0 0,0 1 1,0-1-1,0 1 0,0 1 0,-1-1 0,1 1 0,0 0 0,-1 1 0,1 0 0,-1 0 0,-11 2 0,14-1 57,1 0 0,-1 0 0,0 0 0,1 0 1,-1 1-1,1 0 0,0 0 0,0 0 0,-1 0 1,1 1-1,1-1 0,-1 1 0,0 0 0,1 1 0,-1-1 1,1 0-1,0 1 0,0 0 0,0 0 0,1 0 1,-1 0-1,1 0 0,0 0 0,0 1 0,1-1 0,-3 8 1,4-9-47,-1-1 0,0 1 1,1 0-1,0 0 0,0-1 1,0 1-1,0 0 0,0 0 1,0-1-1,1 1 0,0 0 1,-1-1-1,1 1 1,0-1-1,0 1 0,0-1 1,0 1-1,1-1 0,-1 0 1,1 1-1,0-1 0,-1 0 1,1 0-1,0 0 0,0 0 1,0 0-1,0-1 0,1 1 1,-1-1-1,0 1 1,1-1-1,-1 0 0,5 2 1,0-1-7,0 0 0,-1-1 1,1 0-1,0 0 0,0 0 1,-1-1-1,1 0 0,0 0 1,0-1-1,0 0 0,0 0 1,11-4-1,14-7-14,1-1 0,-2-2-1,0-1 1,56-39 0,-61 41-67,-25 14 82,-1 0 0,1-1 0,0 1-1,-1 0 1,1 0 0,0-1 0,-1 1 0,1 0-1,0 0 1,0 0 0,-1 0 0,1 0 0,0 0-1,-1 0 1,1 0 0,0 0 0,0 0 0,-1 1-1,1-1 1,0 0 0,-1 0 0,1 1 0,0-1-1,-1 0 1,1 1 0,-1-1 0,1 0 0,0 1 0,-1-1-1,1 1 1,0 0 0,-1 0 2,0-1-1,0 1 1,0-1-1,0 1 1,1-1 0,-1 1-1,0-1 1,0 0 0,0 1-1,-1-1 1,1 1-1,0-1 1,0 1 0,0-1-1,0 1 1,0-1 0,0 1-1,-1-1 1,1 0-1,0 1 1,0-1 0,-1 1-1,1-1 1,0 0 0,-1 1-1,1-1 1,0 0-1,-1 1 1,-18 11 67,-19 2 27,27-10-69,107-57 39,-31 23-42,-1-4-1,96-68 1,-157 100-23,9-7-13,-1 0 0,11-11 0,-20 18 8,0-1 1,1 1-1,-1-1 0,0 1 0,-1-1 0,1 0 0,0 0 0,-1 1 0,0-1 0,1-1 0,-1 1 0,0 0 0,-1 0 0,1 0 1,0-4-1,-1 5 4,0 0 0,-1 0 1,1 1-1,-1-1 0,1 0 1,-1 0-1,1 1 0,-1-1 0,0 0 1,0 1-1,0-1 0,0 1 1,0-1-1,0 1 0,0 0 1,-1-1-1,1 1 0,0 0 1,-1 0-1,1 0 0,-1 0 0,0 0 1,1 0-1,-1 0 0,1 1 1,-1-1-1,0 1 0,0-1 1,1 1-1,-1-1 0,0 1 1,0 0-1,-2 0 0,-3-1 11,1 1-1,0 0 0,0 0 1,-1 1-1,1-1 1,0 1-1,0 1 0,-11 3 1,2 2 48,1 0 0,0 1 0,1 1 1,0 0-1,-12 12 0,-58 59 329,67-64-336,2-2-26,0 1 0,0 1 0,1 0 0,1 1 1,1 0-1,1 0 0,0 1 0,-10 26 1,19-41-25,0-1 0,0 1 0,1 0 1,-1-1-1,0 1 0,1 0 1,0 0-1,-1-1 0,1 1 1,0 0-1,0 0 0,1-1 0,-1 1 1,1 0-1,-1 0 0,1-1 1,0 1-1,0-1 0,0 1 0,0-1 1,1 1-1,-1-1 0,1 1 1,-1-1-1,1 0 0,0 0 1,0 0-1,0 0 0,0 0 0,0 0 1,0-1-1,0 1 0,1-1 1,-1 1-1,1-1 0,-1 0 0,1 0 1,-1 0-1,1 0 0,0-1 1,-1 1-1,5 0 0,4 0-11,0 0 0,0-1 0,1 0 0,-1 0 0,0-1 1,0-1-1,-1 0 0,1-1 0,0 0 0,18-7 0,11-8-382,52-32 0,90-56-5420,-92 50 3298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26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51 10258,'7'-31'1048,"-10"14"1553,-4 15 368,-7 38-1337,-14 31-808,-12 55-112,-13 16 16,1 23-215,15 0-233,16-20-240,19-8-160,21-32-296,4-24-393,21-33-439,1-21-1320,4-27 1471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26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592 7 19636,'-6'-1'122,"0"-1"-1,0 1 1,0 0 0,0 0-1,0 1 1,0 0 0,-1 0-1,1 0 1,-10 3-1,-4 2-286,-31 11 0,24-7 210,15-5-58,-91 33-4,90-32 51,0 1 1,0 1 0,0 0-1,1 1 1,-15 13-1,25-20-24,1 0-1,-1 1 0,1-1 0,0 0 1,-1 1-1,1-1 0,0 1 0,0-1 1,0 1-1,0-1 0,0 1 0,0 0 1,1-1-1,-1 1 0,1 0 0,-1 0 1,1 0-1,-1-1 0,1 1 0,0 0 1,0 3-1,1-2-11,0 0 1,0 0-1,0 0 1,1-1-1,-1 1 1,1 0-1,-1-1 1,1 1-1,0-1 1,0 0-1,0 0 1,4 3-1,11 11-3,-7-7 20,0 0 1,0 1-1,-1 0 1,12 17-1,-19-23-11,0 0-1,0 0 1,0 0-1,-1 0 0,1 0 1,-1 1-1,0-1 0,0 0 1,-1 1-1,1-1 1,-1 1-1,0-1 0,0 0 1,0 1-1,-1-1 0,1 1 1,-1-1-1,-2 5 1,0-2 3,0 0 0,0-1 0,0 0 0,-1 1 0,0-1 0,0-1 0,-1 1 0,0-1 0,0 1 0,0-1 0,0-1 0,-1 1 0,0-1 0,0 0 0,-12 6 0,1-2-65,0 0 0,-1-1 0,0-1 0,-32 7 0,5-7-753,42-6 652,0 0 0,0 0 0,0 0 0,0 0 0,0-1 0,0 1 1,1-1-1,-1 0 0,0 0 0,0 0 0,0 0 0,-3-3 1,4 3 8,0-1 1,0 0-1,0-1 1,0 1-1,1 0 1,-1 0-1,1-1 1,0 1-1,-2-4 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26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1 874 21421,'9'2'-38,"0"0"1,0 0-1,0-1 1,0 0-1,0-1 1,0 0-1,0 0 1,1-1-1,8-2 1,11-3-332,40-14 0,14-13 320,-2-3-1,92-55 1,-129 67 83,23-13 48,-3-4 0,84-68 1,-106 74-89,-2-3 1,-2-1 0,-2-1 0,38-54 0,-65 81-44,-1 0-1,0-1 1,-1 1 0,-1-1-1,0-1 1,5-16 0,-10 27-26,0 0-1,0 0 1,0 0 0,-1 0-1,1 0 1,-1 0 0,0 0 0,0 0-1,0 0 1,-1 0 0,1 0-1,-1 0 1,0 0 0,0 0 0,-1 0-1,1 0 1,-1 0 0,0 1-1,0-1 1,0 1 0,0-1 0,-1 1-1,1 0 1,-1 0 0,0 0-1,0 0 1,0 0 0,-4-2-1,4 3 27,1 1 0,-1-1 0,0 1-1,-1 0 1,1 0 0,0 0 0,0 0-1,0 0 1,-1 1 0,1-1 0,0 1-1,0 0 1,-1 0 0,1 0 0,0 1-1,-1-1 1,1 1 0,0-1 0,0 1-1,0 0 1,-1 0 0,1 1 0,0-1-1,0 1 1,1-1 0,-1 1 0,-3 3-1,-6 5 221,0 0-1,1 1 1,0 0-1,1 1 1,-11 16-1,-190 307 2215,145-222-2038,-101 179 110,118-197-646,-39 110 1,73-165-125,3 1 0,1 1 0,2 0 0,-4 52 0,12-87 239,1 0-1,0 0 1,0 0-1,1 0 0,-1-1 1,1 1-1,1 0 1,4 12-1,-6-18 46,1 1 0,0-1 0,-1 0-1,1 0 1,0 1 0,0-1 0,0 0 0,0 0-1,0 0 1,0 0 0,0 0 0,0-1 0,0 1 0,0 0-1,1 0 1,-1-1 0,2 1 0,-1 0-56,0-1 0,0 0 0,0 0 0,0 0 0,-1 0 0,1 0 0,0 0 0,0 0 0,0-1 0,0 1 0,0-1 0,0 1 0,0-1 0,0 0 0,2-1 0,5-3-977,1-1-1,-1-1 1,10-7 0,53-48-812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27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192 140 12907,'5'-16'503,"19"-52"4130,-22 63-4338,0 0-1,1 1 0,-1-1 0,1 1 0,0 0 0,0-1 0,1 1 0,-1 1 0,1-1 0,6-5 0,-10 9-292,1 0 0,-1-1 0,1 1 0,-1 0 0,0-1 0,1 1-1,-1 0 1,1 0 0,-1 0 0,1-1 0,-1 1 0,1 0 0,-1 0 0,1 0 0,-1 0 0,0 0 0,1 0 0,-1 0 0,1 0 0,-1 0 0,1 0 0,-1 0-1,1 0 1,-1 0 0,1 0 0,-1 1 0,1-1 0,-1 0 0,1 0 0,-1 0 0,1 1 0,-1-1 0,0 0 0,1 1 0,-1-1 0,0 0 0,1 1 0,-1-1 0,0 0-1,1 1 1,-1-1 0,0 1 0,0-1 0,1 1 0,-1-1 0,0 1 0,1 3 1,0-1 0,0 0 0,0 1 0,-1-1 0,0 1 0,0 6 0,-3 22 17,-1-1 0,-2 0 0,-19 59 0,-70 190 48,-6 21-159,85-247 17,-9 61 0,22-95 42,1 1 0,0 0-1,2-1 1,0 1-1,1 0 1,5 20 0,-6-39 27,0 0 0,0 0 1,1 0-1,-1 0 1,1 0-1,-1 0 1,1 0-1,0-1 0,0 1 1,0 0-1,0 0 1,0-1-1,0 1 1,0-1-1,0 1 0,1-1 1,-1 1-1,1-1 1,-1 0-1,3 2 1,-2-3-2,0 0 0,-1 0-1,1 0 1,0 0 0,0 0 0,-1 0 0,1 0 0,0-1 0,0 1 0,-1-1 0,1 1 0,0-1 0,-1 0 0,1 1 0,-1-1 0,1 0 0,-1 0 0,1 0 0,-1 0 0,0-1 0,1 1 0,0-2 0,43-40-259,23-20-168,-18 25-127,60-36 0,-82 58 146,1 1 1,0 1 0,57-19-1,-83 32 419,1 0-1,-1 1 1,0-1-1,1 1 0,-1-1 1,0 1-1,1 0 1,-1 0-1,1 1 0,5 0 1,-8-1 18,-1 1-1,1-1 1,0 0 0,-1 1-1,1-1 1,-1 1 0,1-1 0,0 1-1,-1-1 1,1 1 0,-1-1-1,1 1 1,-1 0 0,1-1 0,-1 1-1,0 0 1,1-1 0,-1 1 0,0 0-1,0-1 1,1 1 0,-1 0-1,0 0 1,0-1 0,0 1 0,0 0-1,0 0 1,0-1 0,0 1-1,0 0 1,0 0 0,0-1 0,0 1-1,-1 0 1,1 0 0,0-1 0,0 1-1,-1 0 1,1-1 0,-1 1-1,1 0 1,0-1 0,-2 2 0,-49 72 1196,51-74-1235,0 0 1,0 1-1,0-1 1,-1 0-1,1 0 1,0 0-1,0 1 1,0-1-1,0 0 1,0 1-1,0-1 1,0 0-1,0 0 1,0 1-1,0-1 1,-1 0 0,2 0-1,-1 1 1,0-1-1,0 0 1,0 1-1,0-1 1,0 0-1,0 0 1,0 1-1,0-1 1,0 0-1,0 0 1,0 1-1,1-1 1,-1 0-1,0 0 1,0 0 0,0 1-1,1-1 1,10 1-1662,12-6-2699,-1-8 2474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27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107 318 6201,'74'-88'4543,"-42"51"-4292,-1-1 0,38-62 0,-66 95 254,-1 0 1,1 0-1,-1 0 0,0 0 1,-1 0-1,3-10 0,-4 15-426,0 0 0,0-1 0,0 1 0,0 0-1,0-1 1,0 1 0,0 0 0,0-1 0,0 1-1,0 0 1,0-1 0,0 1 0,0 0 0,0-1 0,0 1-1,0 0 1,-1-1 0,1 1 0,0 0 0,0 0-1,0-1 1,-1 1 0,1 0 0,0 0 0,0-1-1,-1 1 1,1 0 0,0 0 0,0 0 0,-1-1-1,1 1 1,0 0 0,-1 0 0,1 0 0,0 0-1,0 0 1,-1 0 0,1-1 0,-3 2 53,1-1 1,0 1 0,0-1-1,0 1 1,0 0 0,0-1-1,0 1 1,0 0 0,0 0-1,-3 3 1,-18 13 192,-1 0 0,2 2 1,1 1-1,-29 34 0,20-19-216,3 2 0,-28 49-1,47-72-95,1-1 0,0 2-1,1-1 1,1 1 0,-5 18 0,9-29-13,1-1 0,-1 0 0,1 1 1,0-1-1,0 1 0,0-1 0,0 0 1,1 1-1,-1-1 0,1 1 0,0-1 1,0 0-1,2 4 0,-2-5-1,0 0 1,1 0-1,-1 0 1,1 0-1,0-1 0,0 1 1,-1-1-1,1 1 0,0-1 1,0 0-1,0 1 0,1-1 1,-1 0-1,0 0 0,0-1 1,1 1-1,-1 0 0,0-1 1,1 1-1,-1-1 0,3 0 1,4 0 1,0 0 1,0-1-1,0 0 1,0 0-1,0-1 1,-1 0-1,1 0 1,-1-1 0,10-5-1,73-40-72,-91 48 71,6-3-5,27-16-104,-1-1 1,39-33 0,-64 47 90,1-1 1,-1 1-1,0-2 0,-1 1 0,0-1 0,0 0 1,-1 0-1,0-1 0,0 1 0,-1-1 1,0 0-1,0-1 0,-1 1 0,3-13 0,-6 18 24,1-1 0,-1 1 0,0 0 0,0 0 0,-1 0 0,0-6 0,1 10-4,0 0-1,0 0 1,0 0 0,0 0 0,0 0 0,0 0 0,0-1 0,0 1-1,0 0 1,0 0 0,0 0 0,0 0 0,0 0 0,0 0-1,0 0 1,0 0 0,0 0 0,0-1 0,-1 1 0,1 0-1,0 0 1,0 0 0,0 0 0,0 0 0,0 0 0,0 0-1,0 0 1,0 0 0,0 0 0,0 0 0,0 0 0,-1 0 0,1 0-1,0 0 1,0 0 0,0 0 0,0 0 0,0 0 0,0 0-1,0 0 1,0 0 0,-1 0 0,1 0 0,0 0 0,0 0-1,0 0 1,0 0 0,0 0 0,0 0 0,0 0 0,-1 0-1,-1 0 17,1 1-15,0-1 0,0 0 0,0 1 0,0-1 0,0 0 0,0 1 0,0 0 0,0-1 0,1 1 0,-1-1 0,0 1 0,0 0 0,0 0 0,1-1 0,-1 1 0,0 0 0,1 0 0,-1 0 0,0 0 0,0 1 0,0 2 2,-1-1 0,1 1-1,0 0 1,0-1 0,1 1 0,-1 5-1,0 2 2,1 1-1,0 0 0,4 19 1,-3-27-7,0 1 0,0 0 0,0-1 0,0 1 0,1-1 1,0 0-1,0 1 0,0-1 0,1 0 0,-1 0 0,1 0 0,0-1 1,5 5-1,-6-5-22,1-1 1,0 0-1,0 0 0,1-1 1,-1 1-1,0 0 1,1-1-1,-1 0 0,1 0 1,-1 0-1,1 0 0,-1-1 1,1 1-1,-1-1 1,1 0-1,0 0 0,-1 0 1,6-1-1,0-1-116,0 0-1,1 0 1,15-7 0,42-23-215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27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0 21677,'2'21'520,"-6"33"-136,4 23-256,-16 47-216,-3 14-80,-26 7-216,-13-3-168,-3-32-545,12-17-151,19-39 288,18-19 200,1-26 760,4-9-1465,-7-20 1057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28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0 235 21269,'55'-26'592,"27"-7"-168,23-4-408,31-5-576,5-2-1113,-10-8 793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28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812 0 19708,'-1'4'686,"-22"95"12,-13 51-723,-101 386 59,121-460 102,-4-1 1,-3 0 0,-48 104-1,59-158 104,10-18-52,-1-14-225,2 7-11,0 1 0,0-1 0,0 1-1,1-1 1,-1 1 0,1-1 0,0 0 0,1-3 0,0-13-343,2-4-87,-1 1 0,-3-31 1,0 46 465,0 0 0,0 0 0,-1 0 1,0 0-1,0 0 0,-1 1 0,0-1 0,-1 1 1,0 0-1,-7-11 0,7 11 48,-1 1 0,-1 0 0,1 0 1,-1 1-1,0-1 0,0 1 0,-1 1 0,0-1 0,0 1 1,0 0-1,0 1 0,0-1 0,-1 1 0,1 1 0,-1 0 1,-9-2-1,7 2 12,-1 2 1,1-1-1,-1 1 1,0 1-1,1 0 0,-1 0 1,1 1-1,-1 0 1,1 1-1,0 0 1,-19 9-1,15-6-27,1 0-1,0 2 1,1-1 0,-1 1-1,2 1 1,-1 0-1,1 1 1,0 0 0,1 1-1,1 0 1,-1 1 0,-9 16-1,17-24 1,0-1 1,1 1-1,-1 0 0,1 0 0,0 0 1,0-1-1,0 1 0,1 0 0,-1 0 1,1 0-1,0 1 0,0-1 1,0 0-1,1 0 0,-1 0 0,1 0 1,0-1-1,0 1 0,1 0 0,-1 0 1,1 0-1,0-1 0,0 1 0,0-1 1,0 0-1,1 1 0,-1-1 0,1 0 1,5 4-1,0 0 23,0 0 1,0-1-1,1 0 1,0-1-1,0 0 1,1 0-1,-1-1 1,1 0-1,0 0 1,15 2-1,5-1-90,-1-2 1,1-1-1,-1-1 1,1-2-1,0-1 0,56-11 1,-25-1-152,-1-3 1,74-31 0,-20-3 94,-102 45 106,-1 0 0,-1-1-1,1-1 1,-1 1 0,-1-2-1,1 1 1,12-16 0,-21 22 2,1 0 0,-1 1 0,1-1 0,-1 0 0,0 0 0,0 1 0,0-1 0,0 0 0,0 0 0,0 0 0,-1-1 0,1 1 0,0 0 0,-1 0 0,0 0 0,0 0 0,1-1 0,-1 1 0,0 0 0,-1 0 0,1 0 0,0 0 0,-1-1 0,1 1 1,-1 0-1,0 0 0,0 0 0,1 0 0,-3-2 0,1 2-4,0-1 1,-1 1 0,0 0 0,1 0 0,-1 0 0,0 0 0,0 1-1,0-1 1,0 1 0,0 0 0,0-1 0,0 2 0,-1-1 0,1 0-1,0 1 1,-1-1 0,-5 1 0,-23 3 62,50-5 25,0-2 0,-1 0 0,0-1 0,0 0 0,30-16 0,-22 11-79,8-3-62,-2-1 0,0-2 0,54-35-1,-77 44 39,1 1-1,-1-1 0,0-1 0,0 0 1,-1 0-1,0 0 0,0-1 0,-1 0 0,0-1 1,-1 1-1,0-1 0,0 0 0,-1 0 1,-1 0-1,0-1 0,3-12 0,-6 21 16,1-1-1,-1 1 0,1-1 1,-1 1-1,0-1 1,0 0-1,0 1 0,0-1 1,0 1-1,-1-1 0,1 1 1,-1-1-1,0 1 0,0-1 1,0 1-1,0-1 1,0 1-1,0 0 0,-1 0 1,1-1-1,-1 1 0,1 0 1,-1 0-1,0 1 1,0-1-1,0 0 0,0 1 1,0-1-1,0 1 0,0-1 1,-1 1-1,1 0 0,0 0 1,-1 0-1,1 0 1,-1 1-1,-4-2 0,-4 0 14,-1 1 0,0 0 0,1 0 0,-1 1 0,0 0 0,0 1 0,1 1 0,-1 0 0,1 0 0,-1 1-1,1 1 1,0 0 0,0 0 0,0 1 0,1 0 0,0 1 0,-15 11 0,2 0 37,1 2-1,0 0 1,2 1 0,0 1 0,2 0-1,-20 30 1,19-24-31,-24 47 1,38-63-24,0 0 1,0 1 0,2-1-1,-1 1 1,1 0 0,1 0-1,-2 22 1,4-30-1,0 1 0,1 0 1,-1 0-1,1 0 0,-1 0 0,1-1 0,1 1 0,-1 0 0,1-1 0,0 1 1,0-1-1,0 0 0,0 0 0,1 1 0,4 4 0,-2-4-1,1 0 0,-1 0 0,1-1 0,-1 1 0,1-1 0,1-1 0,-1 1 0,0-1 0,1-1 0,8 4 0,8 0-31,0-1-1,0 0 0,0-2 1,1-1-1,0 0 0,-1-2 0,1-1 1,30-5-1,3-3-1088,-1-3 0,70-24-1,-19-3-4596,-7-9 3273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29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926 1 19708,'-33'5'316,"-1"1"-1,1 1 1,1 2-1,-49 20 1,-14 3-288,11-9-14,41-13 70,1 2 0,-53 23 1,93-35-78,-27 17 102,29-17-108,-1 0-1,0 1 1,1-1-1,-1 1 1,0-1-1,1 1 1,-1-1 0,0 1-1,1-1 1,-1 1-1,1 0 1,-1-1-1,1 1 1,-1 0-1,1 0 1,0-1 0,-1 1-1,1 0 1,0 0-1,0-1 1,0 1-1,-1 0 1,1 0-1,0 0 1,0-1 0,0 1-1,0 0 1,0 0-1,0 0 1,0-1-1,1 1 1,-1 0 0,0 0-1,1 1 1,5 4-23,0 1 1,1-1 0,0 0 0,0 0-1,0-1 1,1 0 0,12 7 0,14 9 3,-23-13 20,0 1 1,0 0-1,-1 0 1,0 1-1,-1 0 1,0 1-1,9 13 1,-16-21-2,0 1-1,0-1 1,-1 0-1,1 1 1,-1-1 0,0 1-1,0-1 1,0 1-1,-1 0 1,1-1 0,-1 1-1,0 0 1,0 0 0,0-1-1,0 1 1,-1 0-1,1 0 1,-1-1 0,0 1-1,0-1 1,-1 1-1,1-1 1,-1 1 0,1-1-1,-1 0 1,0 0 0,0 0-1,-1 0 1,1 0-1,-1 0 1,-5 5 0,-3 1 5,-1 0 1,1-1 0,-2 0-1,1-1 1,-1-1 0,0 0-1,-23 7 1,-6 0 16,-51 8-1,64-16-11,-38 3 0,57-8-31,0 0 1,0 0-1,0-1 0,0 0 0,0-1 0,0 0 0,-11-5 0,18 7-170,1-1-1,-1 0 1,1 0 0,0 0-1,0 0 1,-1-1-1,1 1 1,0-1 0,0 1-1,0-1 1,1 0 0,-1 0-1,0 1 1,1-1 0,-1 0-1,1-1 1,0 1-1,-1 0 1,1 0 0,0 0-1,0-1 1,-1-4 0,0-24-2215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29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424 0 20828,'-60'19'434,"-89"42"0,122-47-451,1 0-1,1 2 0,1 1 0,0 1 1,-32 32-1,52-47 21,0 1 1,1 0-1,-1 0 1,1 0 0,0 0-1,1 1 1,-1-1-1,-2 8 1,4-11-2,1-1 1,0 1 0,0 0-1,0 0 1,-1 0 0,1 0 0,0 1-1,0-1 1,0 0 0,1 0 0,-1 0-1,0 0 1,0 0 0,0-1-1,1 1 1,-1 0 0,1 0 0,0 2-1,0-2 1,1 1 0,-1-1 0,0 0 0,1 0 0,-1 0 0,1 0 0,-1 0-1,1 0 1,-1 0 0,1 0 0,0-1 0,-1 1 0,1-1 0,2 1 0,16 2-10,-1-1 1,0-1-1,1-1 1,-1 0-1,1-2 1,31-6 0,-23 4-12,391-70-39,-393 67 36,-1 0 1,0-2 0,0 0 0,37-22-1,-60 30 13,-1 0-1,1 1 0,-1-1 0,1 0 1,-1 1-1,1-1 0,-1 1 0,1 0 1,-1-1-1,1 1 0,-1 0 1,3 0-1,-4 0 6,1 0 1,-1 0 0,1 1-1,-1-1 1,1 0-1,-1 0 1,1 0-1,-1 1 1,1-1-1,-1 0 1,1 1 0,-1-1-1,0 0 1,1 1-1,-1-1 1,1 1-1,-1-1 1,0 0 0,0 1-1,1-1 1,-1 1-1,0-1 1,1 2-1,0 2 12,-1 0-1,1 0 0,-1 0 0,0 1 1,0-1-1,0 0 0,-1 0 1,0 4-1,-1 3 4,0 0 1,-1 0-1,0-1 0,-1 0 1,0 1-1,-1-1 1,0-1-1,0 1 0,-1-1 1,0 0-1,-1 0 0,0-1 1,0 0-1,-1 0 1,0 0-1,0-1 0,-14 9 1,9-10-9,13-6-4,0 0 0,0 0 0,-1 0 0,1 0 0,0 0 0,0 0 1,0 0-1,0 0 0,0-1 0,0 1 0,0 0 0,-1 0 0,1 0 0,0 0 0,0 0 0,0 0 0,0 0 0,0 0 0,0 0 0,0 0 0,0 0 0,0 0 0,0 0 0,-1 0 0,1 0 0,0 0 1,0-1-1,0 1 0,0 0 0,0 0 0,0 0 0,0 0 0,0 0 0,0 0 0,0 0 0,0 0 0,0-1 0,0 1 0,0 0 0,0 0 0,0 0 0,0 0 0,0 0 0,0 0 0,0 0 1,0-1-1,0 1 0,0 0 0,0 0 0,0 0 0,0 0 0,12-22-67,-7 14 4,5-8-994,-2 0 0,12-28 0,-6-14-778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30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16083,'2'-4'80,"-1"1"0,1 0 0,0 0 0,1 0 0,-1 0 0,0 0 0,1 1 0,0-1 0,0 1 0,0-1 0,0 1 0,0 0 0,0 0-1,0 0 1,1 1 0,-1-1 0,0 1 0,5-2 0,6 0-72,0-1-1,1 2 0,18-2 1,1 2-44,0 1 1,59 6-1,-77-4 162,0 2 1,0 0-1,0 1 0,0 1 0,-1 0 0,1 1 0,24 14 1,-34-15-4,0-1 0,0 1 0,0 0 0,-1 0 0,0 0 0,0 1 1,0 0-1,-1 0 0,1 0 0,-1 1 0,-1 0 0,0-1 0,0 1 0,0 0 1,0 0-1,-1 1 0,0-1 0,-1 0 0,0 1 0,1 14 0,-3 8 39,0 0-1,-2 0 1,-11 55-1,11-70-180,-7 31-130,2 0-1,3 0 0,1 0 1,4 60-1,6-42-255,-1-21-88,-1 67 1,-4-99 538,-1 1 0,0-1 0,-1 1 0,0-1 0,-1 1 0,0-1 0,-1 0 0,0 0 0,-1-1 0,-9 16 0,12-23 401,4-6-61,22-31-358,-2-1-1,-2-2 0,-1 0 0,-2-1 0,16-53 0,-13 17 130,-3-1-1,12-144 1,-16 105-5,-11 92-147,1 0 0,2 1 0,0-1 0,15-38 0,-16 52-28,-1 1 0,1 1 0,0-1 0,1 1 0,-1-1 0,1 1 0,0 0 0,1 1 0,-1-1 0,1 1 0,1 1-1,-1-1 1,0 1 0,1 0 0,0 0 0,0 1 0,9-4 0,1 3-26,-1 0 1,1 0-1,0 2 0,0 0 0,0 1 1,0 1-1,0 0 0,0 1 0,0 1 0,0 1 1,19 5-1,-30-6 61,-1-1 1,0 1-1,0 0 1,0 1-1,0-1 1,0 1 0,-1 0-1,1 0 1,-1 0-1,0 1 1,5 5-1,-7-7-5,0 0 0,-1 1 1,0-1-1,1 1 0,-1-1 0,0 1 0,0-1 0,0 1 0,-1 0 0,1-1 0,-1 1 0,1 0 0,-1-1 0,0 1 1,0 0-1,0 0 0,0-1 0,-1 1 0,1 0 0,-1 0 0,0-1 0,1 1 0,-1-1 0,0 1 0,-2 3 1,-5 7-1,1 1 0,-2-2 0,0 1 0,0-1 0,-20 19 0,-64 52-1,15-24-579,-119 69 0,124-87 86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30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0 18068,'-31'137'904,"-13"9"-344,-5 13-344,4-1-1144,3-10-5441,17-31 5352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31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105 251 12331,'0'0'616,"11"5"-6688,-4-7 6958,0-1 0,-1 0 0,0-1 0,0 0 0,0 0 1,0 0-1,0 0 0,-1-1 0,0 0 0,9-10 0,16-14 438,1 0-1,45-30 0,-55 47-1343,4-3-326,-25 14 326,0 1 0,1 0 0,-1-1 0,0 1 0,0 0 0,0-1 0,0 1 0,0-1 0,0 1 0,0 0 0,0-1 0,0 1 0,0-1 0,0 1 0,0 0 0,0-1 0,0 1 0,0-1 0,0 1 0,0 0 0,0-1 1,-1 1-1,1 0 0,0-1 0,0 1 0,0 0 0,-1-1 0,1 1 0,0 0 0,0-1 0,-1 1 0,1 0 0,0 0 0,-1-1 0,1 1 0,0 0 0,-1 0 0,1 0 0,0 0 0,-1-1 0,1 1 0,-1 0 0,-18-9-363,18 8 350,-18-6 38,0 1 0,-1 0 1,0 1-1,1 1 0,-2 1 0,1 1 1,-21 0-1,31 3 116,1-1-1,-1 2 1,0-1 0,1 1 0,0 0-1,-1 1 1,-11 5 0,16-5-31,-1 0 0,1 0 1,0 0-1,0 1 0,0-1 1,1 1-1,0 0 0,-1 1 0,1-1 1,0 1-1,1 0 0,-6 8 1,7-8-67,0-1 0,0 1 0,0-1 0,0 1 0,1 0 0,0 0 0,0-1 0,0 1 0,0 0 0,1 0 1,0 0-1,0 0 0,0 0 0,2 8 0,0-5-15,0-1-1,1 0 1,0-1 0,0 1 0,0 0-1,1-1 1,0 1 0,9 10 0,0-3-46,0 0 0,1-1 0,1-1 1,0-1-1,1 0 0,31 16 0,-19-13-190,1-1 1,1-2-1,0-1 0,1-2 1,55 9-1,-56-14-1414,0 0 1,1-3-1,42-3 0,24-15-429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31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1 19028,'-56'12'232,"0"7"-920,0 14 136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32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1 173 18308,'453'-54'1728,"-350"30"-2450,-92 20 545,1 0 1,-1 0 0,0-1 0,-1-1-1,1 0 1,14-11 0,-22 14 160,0 0 1,-1 1 0,0-1-1,1 0 1,-1 0-1,0 0 1,3-7 0,-5 10 35,0-1 0,1 1 1,-1 0-1,0-1 0,0 1 1,1-1-1,-1 1 0,0-1 1,0 1-1,0-1 0,0 1 1,0-1-1,0 1 1,0-1-1,0 1 0,0-1 1,0 1-1,0-1 0,0 1 1,0-1-1,0 1 0,0-1 1,-1 1-1,1-1 0,0 1 1,0 0-1,-1-1 0,1 1 1,0-1-1,0 1 1,-1 0-1,1-1 0,0 1 1,-1 0-1,1-1 0,-1 1 1,1 0-1,0-1 0,-1 1 1,1 0-1,-1 0 0,1 0 1,-1-1-1,1 1 0,-1 0 1,1 0-1,-1 0 0,1 0 1,-1 0-1,1 0 1,-1 0-1,1 0 0,-1 0 1,1 0-1,-1 0 0,1 0 1,-1 0-1,1 1 0,0-1 1,-1 0-1,1 0 0,-2 1 1,0-1 47,1 1 1,-1 0 0,0 0-1,0 0 1,0 0 0,0 0-1,1 0 1,-1 0-1,1 0 1,-1 1 0,1-1-1,-1 1 1,1-1 0,0 1-1,-1 0 1,1-1 0,0 1-1,0 0 1,-1 2-1,-1 4 81,0 0-1,0 1 0,-2 11 1,3-11-138,0 1 0,1-1 0,0 1 0,0 0 0,1 0 0,1-1 0,0 1 0,0 0 0,1-1 0,0 1 0,0-1 0,1 1 0,0-1 0,1 0 0,7 13 0,-5-13-185,0 0-1,1-1 0,0 0 1,0 0-1,0-1 0,1 0 1,0 0-1,1-1 0,-1 0 1,1 0-1,0-1 0,1 0 1,-1-1-1,15 5 0,46 8-950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32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12347,'31'-32'2448,"1"13"1889,-4 14-3089,0 24-672,-7 18-223,-2 31-185,-7 14-32,-7 19-88,-5 4-48,-1-7-24,-3-5 8,2-13-56,1-5-56,1-16-273,3-4-751,13-29 648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33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19548,'14'14'784,"-2"7"-160,-5 5-407,0 14-193,-7 5-8,0 6 0,-4 3-16,-4-7-32,-3-8 0,-1-16-64,19-43-1985,9-22 1497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34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0 194 21373,'3'-8'69,"0"0"1,1 1 0,0-1-1,0 1 1,1 0 0,0 0-1,0 1 1,0-1 0,1 1-1,0 0 1,0 0 0,1 1-1,10-7 1,-2 3-121,0 1 0,0 0-1,1 1 1,0 1 0,25-6 0,-35 10 19,1 1 1,0-1 0,0 1-1,0 1 1,0-1-1,12 2 1,-16-1 22,0 0 0,-1 1 0,1 0 1,-1-1-1,1 1 0,-1 0 0,1 0 0,-1 0 0,0 1 0,0-1 1,1 0-1,-1 1 0,0 0 0,0-1 0,0 1 0,-1 0 0,1 0 0,0 0 1,-1 0-1,1 0 0,1 4 0,0 1 4,0 1 0,-1-1 0,1 1 0,-2 0 0,1 0 0,0 12 0,0 55-5,-2-48 10,12 224-131,-12-240 26,-1 1-1,1-1 1,-2 0-1,0 1 1,-6 19 0,7-28 67,0 0 1,0 0-1,-1-1 1,1 1-1,0 0 1,-1-1-1,0 1 0,0-1 1,0 0-1,0 0 1,0 1-1,-3 1 1,4-3 29,-1-1 0,1 1 0,-1 0 0,0-1 0,1 1 0,-1-1 0,1 1 0,-1-1 0,0 0 0,1 0 0,-1 0 0,0 0 1,0 0-1,1 0 0,-1 0 0,0 0 0,1-1 0,-1 1 0,1-1 0,-1 1 0,0-1 0,1 0 0,-3-1 0,1 0 25,0 0 1,0 0-1,0-1 0,0 1 1,1-1-1,-1 0 1,1 0-1,-1 0 0,1 0 1,0 0-1,0 0 0,0-1 1,1 1-1,-1-1 0,-1-6 1,-1-2 90,1-1 0,1 1 0,-2-18-1,4 17-72,0-1 0,1 1-1,0 0 1,1 0-1,0-1 1,1 1 0,1 0-1,0 1 1,1-1-1,0 1 1,1 0 0,0 0-1,1 0 1,8-10-1,9-9-41,1 1 0,1 2 0,47-41 0,-59 57 1,65-54-29,-72 61 33,0 0-1,1 1 0,0 0 0,-1 0 1,1 0-1,1 1 0,-1 0 1,0 1-1,9-2 0,-14 4 3,0 0 0,-1 0 1,1 0-1,-1 0 0,1 0 0,-1 1 0,1-1 0,-1 1 0,1 0 1,-1 0-1,1 0 0,-1 0 0,0 0 0,0 0 0,0 0 0,1 1 1,-1 0-1,0-1 0,0 1 0,-1 0 0,1 0 0,0 0 0,-1 0 0,1 0 1,-1 0-1,2 3 0,1 4 3,0 0 0,0 1 0,-1-1 1,0 0-1,2 14 0,11 67-120,22 92 351,-33-163-618,1 0 0,1-1-1,1 0 1,1 0-1,0 0 1,2-1-1,13 18 1,-23-34 67,1 1 0,-1 0 0,0-1 0,1 1 0,-1-1 0,1 0-1,0 1 1,-1-1 0,1 0 0,0 0 0,0 0 0,3 1 0,-5-2 231,1 0-1,-1 0 1,0 0-1,1 0 1,-1 0 0,0 0-1,1 0 1,-1 0-1,0 0 1,1 0-1,-1 0 1,0 0 0,1 0-1,-1 0 1,0-1-1,1 1 1,-1 0-1,0 0 1,1 0 0,-1-1-1,0 1 1,0 0-1,1 0 1,-1-1-1,0 1 1,4-15-673,-4 8 774,1 0 0,0 0 0,0 0 0,1 0 0,0 0 0,0 0 0,0 1 0,1-1 1,0 1-1,0 0 0,1-1 0,-1 1 0,2 1 0,-1-1 0,0 1 0,1-1 0,0 1 0,0 1 1,1-1-1,-1 1 0,1 0 0,0 0 0,0 1 0,8-4 0,64-35 1203,-29 7 4886,-34 24-5433,0 1 0,1 0 0,0 1 0,0 1 0,22-7 0,-22 9-719,0-1 1,0 0 0,-1-1-1,0-1 1,26-19 0,-39 26 40,0 0 0,0 1 0,-1-1 0,1 0 0,0 0 0,-1-1 0,1 1 0,-1 0 1,0 0-1,0-1 0,0 1 0,0-1 0,0 1 0,0-1 0,0 1 0,-1-1 0,0 0 0,1 1 0,-1-6 0,-1 4 2,0 0 0,0 0 0,0 0 0,0 0 0,-1 0 0,1 1-1,-1-1 1,0 0 0,0 1 0,0-1 0,-5-4 0,-2-3-2,-1 2 0,0-1 0,-1 1 0,0 1 0,0 0-1,-23-12 1,23 15-8,0 1-1,0 0 0,0 0 0,-1 1 0,1 1 0,-1 0 0,0 0 0,1 1 0,-1 1 0,0 0 1,0 1-1,0 0 0,1 1 0,-1 0 0,0 0 0,1 2 0,0-1 0,-19 10 0,13-5 29,1 0 0,0 2 1,0 0-1,1 1 0,0 1 0,1 0 0,0 1 0,1 0 0,0 1 0,1 0 0,-12 21 0,20-30 1,1 1 0,0 0 0,0 0 0,1 0 1,-1 1-1,1-1 0,1 0 0,-2 9 0,2-11-6,1-1 0,0 0 1,0 0-1,0 1 0,1-1 0,-1 0 0,1 0 1,0 1-1,0-1 0,0 0 0,0 0 0,0 0 1,1 0-1,-1 0 0,1 0 0,0-1 0,0 1 1,4 4-1,0-1-2,1-1 1,0-1-1,0 1 1,0-1-1,0 0 1,1-1-1,-1 1 1,1-2-1,0 1 0,0-1 1,0 0-1,0-1 1,0 0-1,9 1 1,15-1-76,-1-1 1,43-5 0,-14-5-315,0-1 0,-1-4 0,0-2 0,-2-3 0,94-44 0,-134 55 264,0-1 0,0 0 0,-1-1 0,-1-1 0,1 0 0,14-17-1,-28 26 133,0 1-1,0-1 1,0 0-1,-1 1 1,1-1-1,-1 0 1,0 0-1,1 0 1,-2-1-1,1 1 1,1-5-1,-1 4 22,-1 3-22,0 0-1,0 0 0,0 0 0,0 0 0,0 0 0,0 0 0,0 1 0,0-1 0,0 0 0,0 0 1,-1 0-1,1 0 0,0 0 0,-1 1 0,1-1 0,0 0 0,-1 0 0,1 0 0,-1 1 0,1-1 0,-1 0 1,0 1-1,1-1 0,-1 1 0,0-2 0,-2 1 26,1-1 1,-1 1-1,1-1 1,-1 1-1,0 0 1,0 0-1,-5-1 1,-5 0 103,0 0 0,-20 0 0,32 2-135,-28 0 116,0 1 1,0 1-1,0 2 1,-28 7-1,41-7-67,0 1 1,1 0-1,0 1 0,0 1 0,0 0 1,1 1-1,0 1 0,-21 16 1,28-19-5,1 1 0,-1-1 0,2 1 0,-1 1 0,1-1 1,0 1-1,-4 9 0,6-13-34,1 0 0,1 1-1,-1-1 1,1 1 0,-1 0 0,1-1 0,1 1-1,-1 0 1,1-1 0,-1 1 0,2 0 0,-1 0-1,0-1 1,3 10 0,-2-11-16,0-1-1,0 1 1,1-1 0,-1 1-1,1-1 1,0 0 0,0 0-1,-1 1 1,2-1 0,-1-1-1,0 1 1,0 0 0,0 0-1,1-1 1,-1 0 0,1 1-1,-1-1 1,1 0 0,0 0-1,-1 0 1,1 0-1,0-1 1,4 1 0,6 1-6,0-1-1,0 0 1,25-3 0,-10-1-31,-1-1 1,0-1 0,0-2-1,0-1 1,30-12-1,-38 11-18,1 0-1,-1-1 0,-1-1 0,0-1 0,-1 0 1,0-1-1,18-19 0,-34 31 60,1 0 1,-1-1-1,0 1 1,0-1-1,0 0 0,0 1 1,-1-1-1,1 0 1,0 1-1,-1-1 0,1 0 1,-1 0-1,1 0 1,-1 1-1,0-1 0,0 0 1,0 0-1,0 0 1,0 0-1,0 0 0,-1 1 1,1-1-1,0 0 1,-1 0-1,0 0 1,1 1-1,-1-1 0,0 0 1,0 1-1,0-1 1,0 1-1,0-1 0,0 1 1,0-1-1,-1 1 1,1 0-1,-1-1 0,1 1 1,0 0-1,-1 0 1,0 0-1,1 0 0,-1 1 1,0-1-1,1 0 1,-1 1-1,0-1 0,0 1 1,0-1-1,0 1 1,1 0-1,-1 0 0,0 0 1,0 0-1,-2 0 1,3 1-1,0 0 0,0-1 0,0 1 0,0 0 0,0-1 0,0 1 1,1 0-1,-1 0 0,0 0 0,0 0 0,1 0 0,-1-1 0,1 1 0,-1 1 1,1-1-1,-1 0 0,1 0 0,-1 1 0,-5 23 20,6-23-22,-3 8 0,1-1 0,-1 0 0,-6 12 0,5-12 0,0 0 0,1 1 0,-3 10 0,4-13-9,1 1 1,-1-1-1,1 1 1,1-1-1,0 1 0,0-1 1,0 1-1,3 13 0,-3-21 0,0 1-1,0 0 0,1-1 0,-1 1 0,0-1 0,0 1 0,0 0 0,1-1 1,-1 1-1,0-1 0,1 1 0,-1-1 0,0 1 0,1-1 0,-1 1 1,1-1-1,-1 0 0,1 1 0,-1-1 0,1 0 0,-1 1 0,1-1 1,-1 0-1,1 0 0,-1 1 0,1-1 0,1 0 0,-1 0-11,1 0-1,0 0 1,-1 0 0,1 0-1,-1-1 1,1 1-1,0 0 1,-1-1 0,1 1-1,2-2 1,6-4-113,0-1 0,15-11 0,-14 10 2,15-10-178,53-40-474,-71 51 775,0 0 0,0-1 0,-1 0 0,0-1 0,-1 1 0,0-1 0,5-10 0,-4 3 138,-4 10-5,0-1 1,0 1-1,1 0 0,0 0 1,7-9-1,-10 14-101,1-1 0,0 1 0,-1 0 0,1-1 0,0 1 0,0 0 0,0 0 1,-1 0-1,1 0 0,0 1 0,0-1 0,1 1 0,-1-1 0,0 1 0,0-1 0,0 1 0,0 0 0,0 0 0,0 0 0,1 0 0,-1 1 0,0-1 1,2 1-1,2 1-7,-1 0 0,0 0 0,1 1 1,-1-1-1,0 1 0,-1 0 0,1 0 1,-1 1-1,1-1 0,-1 1 1,0 0-1,0 0 0,-1 1 0,1-1 1,-1 1-1,0 0 0,0 0 0,0 0 1,-1 0-1,0 0 0,0 0 1,0 1-1,-1-1 0,1 1 0,-1-1 1,-1 1-1,1 0 0,-1 6 0,-2 6-14,-2 0-1,-9 34 1,7-34 23,20-35-57,-4 8-21,12-15-333,48-38 1,4 5-7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35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1 331 19172,'0'0'555,"5"7"-515,-1 1-50,0 0 1,-1 0 0,0 1-1,0-1 1,-1 1-1,0 0 1,0-1-1,-1 1 1,0 0 0,-1 0-1,0 0 1,-1 12-1,-2 17 1781,7-41-1683,4-2-84,-1 0-1,-1-1 0,1 1 1,-1-2-1,0 1 0,0-1 0,8-13 1,35-61-4,-39 63 0,78-122-22,-73 120-23,0 2-1,1 0 1,1 1-1,34-28 1,12 1-444,-4 9 117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35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89 621 20388,'1'1'204,"-1"0"-183,0-1 0,0 0 0,0 1 0,0-1 1,0 0-1,0 1 0,0-1 0,0 0 1,0 1-1,1-1 0,-1 0 0,0 0 0,0 1 1,0-1-1,1 0 0,-1 1 0,0-1 1,0 0-1,1 0 0,-1 0 0,0 1 0,0-1 1,1 0-1,-1 0 0,0 0 0,1 0 0,-1 1 1,0-1-1,0 0 0,1 0 0,-1 0 1,0 0-1,1 0 0,-1 0 0,1 0 0,-1 0 1,0 0-1,1 0 0,-1 0 0,0 0 1,1 0-1,-1 0 0,0 0 0,0-1 0,1 1 1,-1 0-1,0 0 0,1 0 0,8-10-102,-1 0-1,0 0 0,-1-1 0,0 0 1,9-20-1,-7 14 52,0 1 1,22-29 0,6 7 177,79-64 0,-26 26-84,-85 72-83,0-1 0,-1 0 0,1 0 0,-1 0 1,4-7-1,-7 11 14,-1 0 0,1 0-1,-1 1 1,1-1 0,-1 0 0,0 0 0,1 0 0,-1 1-1,0-1 1,0 0 0,1 0 0,-1 0 0,0 0 0,0 0-1,0 0 1,0 1 0,0-1 0,0 0 0,-1 0 0,1 0 0,0 0-1,0 0 1,-1 1 0,1-1 0,0 0 0,-1 0 0,1 0-1,-1 1 1,1-1 0,-1 0 0,1 1 0,-1-1 0,1 0 0,-1 1-1,0-1 1,1 1 0,-1-1 0,0 1 0,0-1 0,1 1-1,-1-1 1,0 1 0,0 0 0,0-1 0,0 1 0,1 0-1,-1 0 1,-1 0 0,-11-3 2,0 1-1,0 0 1,0 1 0,0 0-1,-20 2 1,5 2 130,-42 9 1,57-8-76,-1 0 0,1 1 0,1 0 0,-1 1 0,1 0 0,0 1 0,0 1 0,1 0 0,0 0 0,0 1 0,1 1 0,0 0 0,1 0 0,-9 12 1,6-5-13,1 0 1,1 0-1,0 2 1,1-1-1,1 1 1,1 0-1,0 1 1,-6 34-1,12-49-35,1 0-1,-1 0 0,1 1 0,0-1 1,0 0-1,1 0 0,0 0 0,0 0 0,0 0 1,0 0-1,1-1 0,-1 1 0,6 8 1,-5-9-9,0-1 0,0 0 0,0 0-1,0 0 1,1-1 0,0 1 0,-1-1 0,1 1 0,0-1 0,0 0 0,0 0 0,1 0 0,-1 0 0,0-1 0,1 1 0,-1-1 0,1 0 0,0 0 0,4 0 0,9 1-104,1-1 0,0-2 0,0 1 0,-1-2 0,1-1-1,28-7 1,103-40-3258,-122 39 1576,0-2 0,0 0 1,-2-2-1,1-1 0,-2-1 0,42-37 1,-49 36 1884,25-30 0,-29 29 1964,21-38-1,-30 49-1729,0 0 1,-1 0-1,0 0 1,-1 0-1,0-1 0,0 1 1,0-15-1,-1-1 1246,-4-34-1,2 45-996,1 6-292,0 0 0,0 0 0,1 0 1,0 0-1,0 1 0,4-14 1,-3 16-220,-1 0 1,1 0 0,-1 1 0,1-1 0,0 1 0,0-1-1,1 1 1,-1 0 0,1-1 0,-1 1 0,1 1 0,6-6-1,-8 7-59,-1 1-1,0 0 1,1-1-1,-1 1 1,1 0-1,-1 0 1,1-1-1,-1 1 1,0 0-1,1 0 0,-1 0 1,1 0-1,-1-1 1,1 1-1,-1 0 1,1 0-1,-1 0 1,1 0-1,-1 0 0,1 0 1,-1 0-1,1 0 1,-1 1-1,1-1 1,-1 0-1,1 0 1,-1 0-1,1 1 0,0-1 9,-1 1 0,1 0-1,-1-1 1,0 1-1,1 0 1,-1 0-1,0 0 1,1-1-1,-1 1 1,0 0 0,0 0-1,0 0 1,0-1-1,0 1 1,0 2-1,-7 37 467,-40 108 668,-18 69-361,58-184-803,1 0 0,1 1 0,2-1 0,2 58 0,9-35-1146,-6-48 136,0 1 0,1-1-1,0 1 1,5 8-1,13 18-2415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36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43 16444,'-2'-3'205,"1"1"0,-1-1 1,0 1-1,0 0 1,0-1-1,0 1 1,0 0-1,-1 0 1,1 1-1,-1-1 0,1 0 1,-1 1-1,0 0 1,-3-2-1,0 1-92,-1 0 0,1 1 0,0-1 0,-1 2 0,1-1-1,-10 1 1,2 0-73,0 1-1,0 1 1,0 1-1,0 0 1,-20 7-1,18-4 103,1 1 0,-1 1 0,-25 16-1,35-20-95,1 0-1,-1 1 0,1 0 0,0 0 0,0 0 1,0 0-1,1 1 0,-1 0 0,2 0 1,-1 0-1,-4 10 0,7-13-37,0 0 0,1-1 0,-1 1 0,0 0-1,1 0 1,0 0 0,0 0 0,0 0 0,0 0 0,0-1 0,0 1 0,1 0 0,0 0 0,-1 0-1,1 0 1,0-1 0,0 1 0,1 0 0,-1-1 0,0 1 0,1-1 0,0 1 0,0-1 0,-1 0-1,1 0 1,0 0 0,1 0 0,-1 0 0,0 0 0,1 0 0,3 2 0,4 1-7,0 1 0,1-1 0,-1-1 1,1 0-1,0 0 0,20 3 0,-9-3-2,-1-2 0,0-1-1,0-1 1,1 0 0,-1-2-1,0 0 1,0-1 0,0-2 0,26-8-1,-29 7 4,0-1-1,0 0 0,-1-2 0,0 0 1,0-1-1,-1 0 0,-1-2 1,0 0-1,0 0 0,19-23 1,-28 28 16,-1 1 1,0-1 0,0-1-1,5-12 1,-8 18-5,-1 0 0,-1 0 0,1-1 0,0 1 0,0-1 0,-1 1 0,0 0 0,1-1 0,-1 1 0,0-1 0,0 1 0,0-1 0,0 1 0,-1-1 0,1 1 0,-1-1 0,0 1 0,1 0 0,-1-1 0,0 1 0,-2-3 0,3 5-8,0-1-1,-1 0 1,1 1-1,-1-1 1,1 1-1,-1-1 1,1 1-1,-1-1 1,1 1-1,-1-1 1,1 1-1,-1-1 1,0 1-1,1 0 1,-1-1-1,0 1 1,1 0-1,-1 0 1,0-1-1,0 1 1,1 0-1,-1 0 1,0 0-1,1 0 1,-1 0-1,0 0 1,0 0-1,-1 1 0,1-1 0,-1 1 0,1 0-1,-1-1 1,1 1 0,-1 0 0,1 0-1,0 0 1,0 0 0,-1 0 0,1 1-1,0-1 1,0 0 0,-1 3-1,-9 11 0,2 1-1,0 0 1,-13 33-1,17-37-10,2 0-1,-1-1 0,1 1 0,1 1 0,0-1 0,0 24 0,2-32-14,0 0 1,1-1-1,-1 1 0,1-1 1,-1 1-1,1-1 0,0 1 0,1-1 1,-1 1-1,0-1 0,1 0 0,0 0 1,0 1-1,0-1 0,0-1 1,0 1-1,1 0 0,-1 0 0,1-1 1,0 0-1,0 1 0,0-1 1,0 0-1,0 0 0,0-1 0,0 1 1,1-1-1,-1 1 0,1-1 0,-1 0 1,1 0-1,6 0 0,1 0-272,1-1 0,-1 0 0,1 0 0,-1-1 0,1-1 0,-1 0-1,1 0 1,-1-1 0,12-5 0,46-24-3764,3-11 1531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36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46 16444,'2'-27'1432,"-2"8"648,-4 31-1504,-6 23-7,-11 39-225,-7 10-40,-7 24-120,-4 0-72,6-6-168,9-10-120,18-31-216,6-8-289,13-27-839,-3-12-1689,-5-19 1729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37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1 394 20108,'1'1'728,"1"0"-685,0 0 0,0 0 0,-1 0 0,1-1 0,0 1 0,0-1 0,0 1 0,0-1 0,0 0 0,0 0 0,0 0-1,0 0 1,0 0 0,4-1 0,34-7-113,-26 4 87,149-34-425,-81 16 694,1 4 0,129-12 0,-187 28-283,-1 2 0,1 1 0,0 0 0,-1 2 0,1 1 0,-1 1 0,0 1 0,0 1 0,-1 1 0,1 1 0,-2 1 0,0 1 0,24 16 0,-35-20-476,-1 1 0,0 1 0,0-1-1,-1 2 1,14 16 0,-20-22 236,-1-1 1,0 0-1,0 0 0,-1 1 1,1-1-1,-1 1 1,0 0-1,1-1 1,-2 1-1,2 5 1,-2-7 167,0 0 1,0 0-1,0 0 0,-1 0 1,1 0-1,0 1 1,-1-1-1,0 0 0,1 0 1,-1 0-1,0 0 1,0-1-1,0 1 0,0 0 1,-1 0-1,1-1 1,0 1-1,-1 0 0,-2 1 1,2-1 268,1 0 0,-1-1 0,0 0 0,0 1-1,0-1 1,0 0 0,0 0 0,0 0 0,-1 0 0,1-1 0,0 1 0,0-1 0,-1 1 0,1-1-1,0 0 1,0 1 0,-1-1 0,1-1 0,-4 1 0,2-1-69,0 0 0,0-1-1,-1 1 1,1-1 0,0 0 0,0 0 0,0 0 0,1-1-1,-6-3 1,-4-6-416,0-1 0,0 0-1,-18-26 1,30 38 255,-3-6-10,-1 1 0,1-1 0,0 0-1,0 0 1,1 0 0,0-1 0,0 1-1,1-1 1,0 0 0,-2-14 0,4 17 116,0 0 0,0 0 0,0 0 0,1 0 0,0 0 0,0 0 0,0 0 0,0 0 0,1 0 0,0 0 1,0 1-1,0-1 0,0 1 0,1-1 0,0 1 0,0 0 0,0 0 0,5-5 0,7-4-49,-1 1 0,1 1 0,1 0-1,31-15 1,-11 8-168,49-15-1,1 8-10,-76 22 188,1 2 1,-1-1-1,1 2 1,0-1-1,-1 1 0,14 2 1,-21-1-8,-1-1 0,1 0 0,-1 1 0,1 0 0,-1 0 0,1 0 0,-1 0 0,1 0 0,-1 0 1,0 1-1,0-1 0,1 1 0,-1-1 0,0 1 0,0 0 0,-1 0 0,1 0 0,0 0 0,-1 0 1,1 0-1,-1 1 0,0-1 0,1 0 0,-1 1 0,0-1 0,0 1 0,0 5 0,1 3 36,-1 0 0,0 0 0,-1 1 0,-1-1 0,-1 14-1,1-21-63,-10 79 160,5-55-126,2 1 1,2 1-1,1 45 1,1-69-26,1 0 1,0 0 0,0 0-1,1-1 1,-1 1 0,2 0-1,-1-1 1,0 1 0,7 9-1,-8-13 1,1 0 0,-1 0 0,1 0 0,0-1 0,-1 1 0,1 0 0,0-1 0,0 0 0,0 1 0,0-1 0,0 0 0,0 0 0,0 0 0,1 0 0,-1 0 0,0-1 0,1 1 0,-1-1 0,0 1 0,1-1 0,-1 0 0,0 0 0,1 0 0,-1 0 0,0 0 0,1-1 0,-1 1 0,4-2 0,-1 0-9,-1 0 0,1-1 0,-1 1 0,1-1 0,-1 0 0,0 0 0,0 0 0,-1-1 0,1 1 0,0-1 0,-1 0 0,0 0 0,0 0 0,0 0 0,2-6 0,3-6-68,0-1 0,10-33-1,-14 35 55,0 1 0,-1-1 0,-1 0 0,0 0-1,-1 0 1,0 0 0,-2 0 0,0 0-1,0 0 1,-1 0 0,-1 0 0,-9-27 0,10 37 10,0 1 1,0-1 0,1 0 0,0 0 0,-1 0-1,2 0 1,-1 0 0,1 0 0,0 0-1,0-7 1,1 9 0,0 0 0,0 0 1,0 1-1,0-1 0,0 0 0,1 1 0,-1-1 0,1 1 0,0-1 1,-1 1-1,1 0 0,0 0 0,1 0 0,-1 0 0,0 0 0,0 0 1,1 1-1,-1-1 0,5-1 0,-2 0 2,0 0 1,0 1-1,0-1 1,1 1-1,-1 1 1,1-1-1,0 1 1,0 0-1,-1 0 1,1 0-1,0 1 0,0 0 1,0 0-1,0 1 1,7 1-1,-9-1 9,1 1-1,0 0 1,-1 0 0,1 0-1,-1 0 1,0 1-1,1 0 1,-1 0 0,-1 0-1,1 0 1,0 0-1,-1 1 1,0 0-1,1 0 1,-2 0 0,1 0-1,0 0 1,3 8-1,6 18 15,-1 1-1,-1 1 1,8 46-1,5 17-119,-22-92 101,1-8 26,5-13-2,10-35 0,4-12-17,-13 46-14,1 0 0,1 1-1,1 0 1,0 0-1,2 1 1,-1 1 0,2 0-1,0 1 1,22-18-1,-25 24-10,1 0 0,0 1 0,1 0 0,0 1 0,0 0 0,1 1 0,-1 0 0,1 1 0,1 1 0,-1 0 0,0 1 0,1 1 0,27-1 0,-40 2 10,1 1 1,-1 0-1,0 0 1,1 0 0,-1 1-1,1-1 1,-1 1-1,0-1 1,1 1-1,-1 0 1,0 0 0,0 0-1,1 0 1,-1 0-1,0 0 1,0 0-1,0 1 1,0-1-1,-1 1 1,1 0 0,2 2-1,-2-1 1,-1 1 0,0-1 0,0 1-1,0-1 1,0 1 0,0-1 0,0 1-1,-1 0 1,0-1 0,0 1 0,0 0 0,0 0-1,-1-1 1,-1 8 0,-18 70-67,14-63-398,1-1 0,1 1 0,0 0 0,1 0 0,1 0 0,1 0 0,1 20 0,1-32 58,1 1 0,-1-1 0,1 1 0,3 6-1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37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429 17 19452,'-1'-2'21,"-1"1"-1,1 0 1,0-1-1,0 1 1,-1 0-1,1 0 1,0 0-1,-1 0 1,1 0-1,-1 0 1,1 1-1,-1-1 1,0 0-1,1 1 1,-1 0-1,0-1 1,1 1 0,-1 0-1,0-1 1,1 1-1,-1 0 1,0 1-1,0-1 1,1 0-1,-1 0 1,0 1-1,1-1 1,-1 1-1,0-1 1,-1 2-1,-8 1-47,0 2-1,0 0 0,-11 7 1,17-10 57,-30 18 53,2 1-1,-41 33 1,61-44 15,1 1 1,0 0-1,1 1 1,0 0-1,1 1 1,1 0-1,0 0 0,-10 21 1,17-30-77,1-1 0,-1 0 1,1 1-1,0-1 0,0 1 1,0-1-1,1 1 0,-1 0 0,1-1 1,0 1-1,0-1 0,0 1 1,1 0-1,-1-1 0,1 1 1,2 6-1,-2-8-14,1 1 0,-1 0 0,1-1 0,0 0 0,0 1 0,0-1 0,0 0 0,1 0 0,-1 0 0,0 0 0,1 0 0,-1-1 0,1 1 0,0-1 0,0 0 0,0 1 0,-1-1 0,1-1 0,0 1 0,5 0 0,19 3-74,1-1 1,0-2 0,0 0-1,30-5 1,-24 2-173,0 1 0,47 5 0,-77-4 221,0 1 0,0 0 0,-1 0 0,1 0 0,0 0 0,0 1 0,-1 0 0,1-1 0,0 1 0,4 4 0,-7-5 21,0 0-1,0 0 0,0 0 1,0 0-1,-1 0 1,1 1-1,0-1 1,-1 0-1,1 0 1,-1 0-1,1 1 1,-1-1-1,0 0 0,1 1 1,-1-1-1,0 0 1,0 1-1,0-1 1,0 1-1,0-1 1,0 0-1,0 1 1,0-1-1,-1 0 0,1 1 1,-1-1-1,1 0 1,-1 0-1,1 1 1,-1-1-1,0 0 1,1 0-1,-1 0 1,0 0-1,0 0 1,0 0-1,-1 1 0,-5 6 35,0-1-1,-1 0 0,0 0 0,0 0 0,0-1 0,-18 9 1,-64 28 111,79-38-133,-27 13-13,4-2-105,-1 0-1,-1-3 1,-70 18-1,102-30-33,1-1-1,-1 1 1,0-1 0,1 0-1,-1 0 1,0-1 0,-4 0-1,4 0 38,1 0-1,0-1 1,0 1-1,-1-1 0,1 0 1,-3-3-1,5 5 97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38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12619,'4'19'2092,"0"0"0,0 22 0,-3 79 621,-1-22-2598,3-59-90,2 1 0,15 59 0,31 73-67,-49-165 41,-2-6 2,11 23-39,-10-23 28,-1-1 1,1 0-1,-1 1 1,1-1-1,0 1 0,-1-1 1,1 0-1,0 1 1,-1-1-1,1 0 1,0 1-1,-1-1 0,1 0 1,0 0-1,0 0 1,-1 0-1,1 0 1,0 0-1,0 0 0,-1 0 1,1 0-1,0 0 1,-1 0-1,1-1 0,0 1 1,0 0-1,-1 0 1,1-1-1,0 1 1,-1 0-1,1-1 0,0 0 1,16-10-394,0-1 0,-1 0 1,20-21-1,-18 17 255,0 0 1,24-16-1,-22 21 203,0 1 0,1 0 0,0 1 1,1 2-1,0 0 0,0 1 0,0 1 0,35-2 0,-56 6-30,1 1 0,-1 0-1,1 0 1,-1 0 0,1 0-1,-1 0 1,1 0 0,-1 1 0,1-1-1,-1 1 1,1-1 0,-1 0-1,0 1 1,1 0 0,-1-1-1,0 1 1,1 0 0,-1 0 0,0 0-1,0 0 1,0 0 0,0 0-1,0 0 1,0 0 0,0 0-1,0 1 1,0-1 0,-1 0-1,1 0 1,0 1 0,-1-1 0,1 2-1,1 4 107,-1 0 1,-1 0-1,1 0 0,-1 0 0,-1 12 0,1-8-103,-2 29-54,-1 1-1,-16 70 1,18-106-223,-3-9-82,-2-5 326,1 0 0,1 0 1,0 0-1,0-1 0,0 1 0,2-1 0,-4-15 0,-6-20-68,-2 11-267,-1 2 0,-2 0-1,-1 1 1,-43-56 0,11 15-117,44 63 503,1 1-1,0-1 0,0 0 0,1 0 1,0-1-1,1 1 0,0-1 0,-2-11 1,4 17-7,1-1 1,0 0 0,0 1-1,0-1 1,0 1 0,1-1-1,0 1 1,0-1-1,0 1 1,0-1 0,1 1-1,0 0 1,0 0 0,0 0-1,0 0 1,1 0 0,-1 0-1,1 0 1,6-6 0,2 1-20,-1 0 0,2 1 0,-1 0 0,1 0 0,0 1 0,1 1 0,0 0 0,0 0 0,0 2 0,0 0 0,1 0 0,0 1 0,0 1 0,0 0 0,0 1 0,18 1 0,-13 0 11,1 1 0,-1 1 1,0 1-1,0 1 0,-1 1 0,1 0 0,-1 1 1,0 1-1,0 1 0,-1 1 0,25 16 0,-25-13 34,-2 2 0,0 0 0,0 1-1,-1 0 1,-1 1 0,-1 0 0,0 1 0,-1 1-1,-1 0 1,-1 0 0,0 1 0,-1 0-1,6 25 1,-3-2-44,-2 0 0,-1 1-1,-3 0 1,-1 0 0,-3 59-1,-5-29-886,-21 116 0,-41 69-5784,0-75 4335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38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2066 10298,'-31'50'2203,"-3"-3"3797,19-31-4063,15-16-1923,0 0 0,0 0 0,-1 0 0,1 0 0,0 0 0,0 1-1,0-1 1,0 0 0,-1 0 0,1 0 0,0 0 0,0 0 0,0 0 0,0 0-1,-1 0 1,1 0 0,0 0 0,0 0 0,0 0 0,-1 0 0,1 0 0,0 0 0,0 0-1,0 0 1,-1 0 0,1 0 0,0 0 0,0 0 0,0 0 0,0-1 0,-1 1 0,1 0-1,0 0 1,0 0 0,0 0 0,0 0 0,0 0 0,-1-1 0,1 1 0,0 0-1,0 0 1,0 0 0,0 0 0,0-1 0,0 1 0,-1-5-50,1 1 0,0-1 0,0 1 0,0-1 0,0 0 1,1 1-1,1-6 0,45-189-972,-24 112 874,27-99 871,135-323 0,-126 379-547,6 3 0,5 3 0,101-133 0,-116 185-217,115-115 0,-131 150-30,1 3 0,1 1 1,2 2-1,69-37 1,-89 56 12,44-16 0,-57 25 40,0 0 0,0 1 0,1 0 0,-1 0 1,1 1-1,-1 1 0,12 0 0,-18 0 6,0 0 1,0 1-1,0 0 0,0-1 1,0 1-1,-1 0 1,1 1-1,0-1 0,-1 1 1,1-1-1,-1 1 0,1 0 1,-1 1-1,0-1 1,0 0-1,0 1 0,0 0 1,-1 0-1,1 0 0,4 6 1,-5-4 2,0 1 0,1-1 0,-2 1 0,1-1 0,-1 1 1,0 0-1,0-1 0,0 1 0,-1 0 0,0 0 0,0 0 0,-1-1 0,1 1 0,-3 8 1,-2 7-1,-2 0 1,0 0 0,-1 0-1,-1-1 1,-1 0 0,-1-1 0,0 0-1,-27 33 1,6-15-2,0-2 1,-3-1-1,-43 34 1,21-25 8,-3-2 0,-1-3 0,-1-3 0,-3-2-1,-110 39 1,119-57-333,41-14-118,15-1 424,0 0 0,0 0 0,-1 0 0,1 0 0,0 0-1,0 0 1,0 0 0,-1 0 0,1 0 0,0 0 0,0 0 0,0 0-1,-1 0 1,1-1 0,0 1 0,0 0 0,0 0 0,-1 0 0,1 0-1,0 0 1,0 0 0,0-1 0,0 1 0,0 0 0,-1 0 0,1 0-1,0-1 1,0 1 0,0 0 0,0 0 0,0 0 0,0-1-1,0 1 1,1-3-66,0 0 0,0 0 0,0 0 0,0 1 0,1-1 0,-1 0 0,4-3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46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141 139 19900,'0'60'245,"-4"280"-345,-26-5-4524,24-300 4006,-1 0 0,-22 59 0,20-70 2129,-1-1-1,-16 25 1,19-43 1315,6-5-2779,1 0 0,-1-1 0,0 1 0,1 0 0,-1-1 0,1 1 0,-1-1 0,1 1-1,-1-1 1,1 0 0,-1 1 0,1-1 0,-1 1 0,1-1 0,0 0 0,-1 1 0,1-2 0,-2-9 161,1-1-1,1 1 1,0-1 0,2-18 0,-1 17-135,9-103-152,4 1 0,6 1 0,47-156 0,-57 241 79,1 1 0,1 0-1,1 0 1,33-49 0,-35 61-5,2 0 1,0 1-1,0 0 1,2 1-1,0 0 0,0 2 1,1 0-1,27-16 0,-6 10-59,1 2 0,1 1 0,0 2-1,59-12 1,-73 21-1096,-37 10-3806,-11 4 674,-9 6 2006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46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100 512 19388,'0'0'994,"12"-9"177,-6 6-1154,-1 1 0,1-1 0,0 1 1,0 0-1,10-1 0,-3 0 13,-10 2-13,1 0-1,-1 0 1,1 0-1,-1 1 1,1-1 0,-1 1-1,1 0 1,0 0 0,-1 0-1,5 1 1,-6 0-8,1-1 0,0 0 0,-1 1 0,1-1 0,0 0 0,-1-1 0,1 1 0,4-2 0,4-1 4,0-1 0,0-1 0,-1 1 1,1-2-1,-1 0 0,-1 0 0,1-1 0,-1 0 0,11-11 1,-3 2-21,-1-1 0,-1-1 0,22-33 0,-29 38-17,-1-1 1,-1 0-1,0 0 0,-1 0 0,0-1 1,-1 0-1,-1 0 0,0 0 0,-1 0 1,0-18-1,-2 26 18,0 1 0,-1-1 1,0 0-1,0 0 0,0 1 0,-1-1 0,0 0 1,0 1-1,-1 0 0,0 0 0,-3-7 0,3 9 12,0 1-1,0-1 1,-1 0-1,1 1 1,-1 0-1,1 0 1,-1 0-1,0 0 1,0 0-1,0 1 1,-1 0-1,1 0 1,0 0-1,-1 0 1,0 1-1,1 0 0,-7-1 1,5 1 20,0 0 0,0 1 1,0 0-1,-1 0 0,1 0 0,0 1 0,0 0 1,0 0-1,0 0 0,0 1 0,0 0 0,-7 3 0,3 0 14,0 1 0,1 0 0,0 0 0,0 1 0,0 0-1,-9 11 1,-4 6 32,2 1-1,1 1 0,-27 48 0,21-29-32,-29 74-1,44-92-50,2-1-1,0 1 1,2 0-1,-4 39 1,9-55-9,0 0-1,1 0 1,0-1 0,1 1 0,1 0 0,0 0 0,0-1-1,1 1 1,0-1 0,8 18 0,-7-21-6,0 0-1,0-1 1,1 0 0,0 0 0,0 0 0,0 0-1,1-1 1,0 0 0,0 0 0,0 0 0,0-1-1,1 0 1,0 0 0,0-1 0,8 3 0,1 0-64,0-1 1,0-1-1,1-1 1,0 0 0,0-1-1,0-1 1,20-1-1,0-3-367,0-1 0,46-12 0,29-14-257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47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523 2 19956,'-9'-1'172,"0"0"0,0 1-1,0 1 1,0-1 0,0 1-1,0 1 1,0 0 0,0 0-1,0 0 1,0 1 0,1 1-1,0-1 1,-16 11 0,-1 2-114,0 1 0,-41 40 0,22-17-105,2 3 0,2 1 0,2 2 0,-41 66 0,75-106 20,0 1-1,0 0 0,1 0 1,0 0-1,-2 10 0,5-15 25,-1-1 0,1 0-1,0 0 1,-1 0-1,1 0 1,0 0 0,0 0-1,0 0 1,0 1-1,0-1 1,0 0 0,1 0-1,-1 0 1,0 0-1,0 0 1,1 0 0,-1 0-1,1 0 1,-1 0-1,1 0 1,-1 0 0,1 0-1,-1 0 1,1 0-1,0 0 1,0 0 0,0 0-1,-1-1 1,1 1-1,0 0 1,0-1 0,0 1-1,0-1 1,0 1-1,0-1 1,0 1 0,0-1-1,0 0 1,0 1-1,3-1 1,1 1 11,1-1 0,0 0 0,0 0 0,-1 0 0,1-1 0,0 0 0,-1 0 0,1-1 0,6-2 0,50-23 111,-46 19-89,75-39 104,148-101-1,-230 141-135,13-10-41,2 1 1,0 1-1,0 1 0,45-18 0,-68 31 44,0 1-1,0 0 0,0-1 1,-1 1-1,1-1 1,0 1-1,0 0 1,0 0-1,0 0 1,0-1-1,0 1 1,0 0-1,0 0 1,-1 0-1,1 0 1,0 0-1,0 1 1,0-1-1,0 0 0,0 0 1,0 1-1,0-1 1,-1 0-1,1 1 1,0-1-1,0 1 1,0-1-1,-1 1 1,1-1-1,0 1 1,-1 0-1,1-1 1,0 1-1,-1 0 0,1-1 1,0 2-1,0 2 14,0 1 0,-1-1-1,1 1 1,-1-1 0,0 0-1,0 1 1,-1 8 0,-6 44 142,-2 0 1,-30 101 0,-59 108-111,-73 84-1570,37-132-2267,119-196 3308,-1 0-1,-1-1 1,-1-1-1,-24 20 1,38-36 579,0-1 1,0 0-1,0 0 1,-1-1 0,0 0-1,1 1 1,-1-1-1,0-1 1,0 1 0,-9 1-1,11-3-130,1 0-1,0 0 0,0 0 1,0 0-1,-1 0 0,1-1 1,0 1-1,0-1 0,0 1 1,0-1-1,-1 0 0,1 0 1,0 0-1,0 0 0,1 0 1,-1 0-1,0-1 0,0 1 1,1 0-1,-1-1 0,0 0 1,1 1-1,0-1 0,-1 0 1,-1-3-1,-16-39-540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47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6241,'30'-8'1142,"1"1"-1,54-5 1,-81 12-896,0 0 1,1 0-1,-1 0 0,0 0 1,1 1-1,-1 0 1,0-1-1,0 2 0,1-1 1,-1 0-1,0 1 0,0 0 1,6 3-1,-7-2 26,-1 0 0,1-1-1,0 1 1,-1 0 0,0 0 0,0 1 0,0-1-1,0 0 1,0 1 0,0 0 0,-1-1 0,0 1 0,0 0-1,0-1 1,0 1 0,0 5 0,2 15 353,-1-1 1,-2 1-1,-4 47 1,-19 73 230,-2 20-551,24-156-294,1-1-1,0 1 1,1 0-1,-1 0 0,3 9 1,-3-17-10,0 0-1,0 0 1,0 0 0,0 0 0,0 0-1,0 0 1,0 0 0,0 0-1,1 0 1,-1 0 0,0 0 0,0 0-1,0 0 1,0 0 0,0 0-1,0 0 1,0 1 0,0-1 0,0 0-1,0 0 1,0 0 0,0 0-1,1 0 1,-1 0 0,0 0 0,0 0-1,0 0 1,0 0 0,0 0-1,0 0 1,0 0 0,0 0 0,0 0-1,0 0 1,0 0 0,0-1 0,1 1-1,-1 0 1,0 0 0,0 0-1,0 0 1,0 0 0,0 0 0,0 0-1,0 0 1,0 0 0,0 0-1,0 0 1,0 0 0,0 0 0,0 0-1,0 0 1,0 0 0,0-1-1,0 1 1,0 0 0,0 0 0,0 0-1,0 0 1,0 0 0,0 0-1,0 0 1,0 0 0,0 0 0,0 0-1,0 0 1,0 0 0,0-1 0,0 1-1,4-8 21,11-53 123,-9 37-76,9-29 0,10-9-148,3 1 0,44-72 0,32-25-5138,-41 73 2362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47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102 592 20332,'27'-7'494,"0"-1"-1,0-2 0,34-17 1,-35 13-716,0-1 0,-1-1 1,-1-1-1,0-1 0,-1-2 0,-1 0 1,-1-1-1,-1-1 0,30-44 0,-40 51 286,-2 0 0,0-1 0,0 0 0,-2 0 0,0 0 0,-1-1 0,3-18 0,-6 27 12,-1 0 1,-1 0-1,1-1 0,-1 1 1,-1 0-1,0 0 1,-2-12-1,2 15-56,-1 1-1,1-1 0,-1 0 1,0 1-1,-1-1 0,1 1 1,-1 0-1,0 0 0,0 0 1,0 0-1,0 0 0,-1 1 1,-4-4-1,4 3-13,-1 1 1,0 1-1,0-1 0,0 1 1,0-1-1,0 1 0,0 1 0,-1-1 1,1 1-1,-1 0 0,1 0 1,-1 1-1,1 0 0,-1 0 1,0 0-1,1 0 0,-1 1 1,-10 2-1,3 1-3,0 0 0,0 1 0,1 0-1,-1 1 1,1 0 0,-20 14 0,13-5 6,0 1 0,1 0 0,1 1-1,1 1 1,0 1 0,-25 40 0,11-8 8,-39 92 0,66-136-16,-40 106 12,40-101-6,0-1 1,1 0 0,0 1 0,1-1 0,0 1 0,0-1-1,2 1 1,1 13 0,-2-21-3,1 0 1,0 0-1,0 0 0,1 0 0,-1 0 1,1 0-1,0-1 0,0 1 1,0-1-1,0 1 0,1-1 0,-1 0 1,1 0-1,0 0 0,0 0 0,4 3 1,-2-3 1,1 1 1,-1-1-1,1-1 1,0 1-1,0-1 1,0 0 0,0 0-1,1 0 1,8 0-1,7-1-334,-1 0 0,1-1-1,0-2 1,39-7 0,30-11-3552,6-9 1046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48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630 2 15915,'-10'-1'522,"0"1"-1,-1 0 0,1 0 0,0 1 1,0 0-1,0 1 0,-11 2 0,-7 5-194,-30 14-1,35-14-90,-33 15-46,-56 31 0,89-42-136,1 1 0,1 1 0,0 1 0,1 1 0,-20 22 0,38-37-46,-4 4 35,0 1 0,1 0-1,-10 14 1,14-19-36,0 0-1,0 0 1,1-1-1,-1 1 1,0 0-1,1 0 1,-1 0-1,1 0 0,-1 0 1,1 0-1,0 0 1,0 0-1,0 0 1,0 0-1,0 0 1,1 0-1,-1 0 1,1 0-1,-1 0 1,1 0-1,-1 0 1,1-1-1,2 4 1,-1-2-12,1 0 0,0 0 0,-1 0 1,1-1-1,0 1 0,1-1 0,-1 0 1,0 0-1,1 0 0,-1 0 0,1 0 1,-1-1-1,1 0 0,0 0 1,4 1-1,8 1-64,1 0 1,19-1-1,-29-1 43,69 2-249,-43-3 13,1 1 0,0 2 0,-1 1 0,58 16 0,-86-19 242,-1 1 0,0 0 0,0 0 0,1 0 0,-1 0 1,-1 0-1,1 1 0,0 0 0,-1 0 0,1 0 0,-1 0 0,3 4 0,-4-4 19,-1-1 0,0 0 0,1 1 0,-1-1 0,0 1 0,-1-1 0,1 1 0,0 0 0,-1-1 0,1 1 0,-1 0 0,0-1 0,0 1 0,0 0 0,0 0 1,0-1-1,-1 1 0,1 0 0,-1-1 0,0 1 0,1 0 0,-3 3 0,-2 4 12,-1 0-1,0 0 1,0 0 0,-1-1-1,0 0 1,-1 0 0,-16 14 0,-6 2 20,-35 22 0,20-17 35,-58 29 1,85-49-268,-1-2 0,0-1 0,0 0 0,-1-1 0,0-1 0,-29 3 0,42-7-417,0-1 0,0 0 0,0 0 0,0-1 0,-11-2 0,12 1 224,0 0 0,0 0 1,0-1-1,1 0 0,-7-5 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48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589 0 21437,'-147'58'1791,"12"-4"-1802,41-26-46,42-14 110,-81 35 0,132-49-44,-1 0-1,1 1 1,0 0-1,0-1 1,0 1-1,-1 0 1,1 0-1,0-1 1,0 1-1,0 0 0,0 0 1,-1 3-1,2-4-5,0 0-1,0 0 1,0 1-1,0-1 1,0 0-1,0 0 1,0 1-1,0-1 0,0 0 1,0 1-1,0-1 1,0 0-1,0 0 1,1 0-1,-1 1 0,0-1 1,0 0-1,0 0 1,0 1-1,1-1 1,-1 0-1,0 0 1,0 0-1,1 0 0,-1 1 1,0-1-1,0 0 1,1 0-1,-1 0 1,0 0-1,0 0 0,1 0 1,-1 0-1,0 0 1,1 0-1,34 5-6,22-3-174,87 5-400,-120-4 460,0 0 0,-1 2 1,43 14-1,-61-18 108,0 1 0,0 1-1,0-1 1,0 1 0,0 0 0,-1 0 0,1 0 0,-1 1 0,0 0 0,0-1 0,0 2 0,-1-1 0,6 8-1,-7-9 10,-1-1-1,0 1 0,0 0 0,0 0 0,-1-1 0,1 1 0,-1 0 1,1 0-1,-1 0 0,0 0 0,0 0 0,0 0 0,-1 0 0,1 0 1,0 0-1,-1-1 0,0 1 0,0 0 0,0 0 0,0-1 0,0 1 1,-1 0-1,1-1 0,-1 1 0,0-1 0,1 0 0,-4 3 0,-7 8 1,-1 0 0,0-1 0,-1-1-1,0 0 1,-1-1 0,-21 11 0,-99 42 39,118-56-41,0-1 1,0 0 0,0-2 0,0 0 0,-22 2-1,37-5-42,0-1 0,0 0 0,0 0 0,-1 0 0,1 0 0,0 0 0,0 0 0,-1 0 0,1-1 0,0 1 0,0-1-1,0 0 1,0 1 0,0-1 0,0 0 0,0 0 0,0 0 0,0-1 0,0 1 0,1 0 0,-1-1 0,0 1 0,1-1 0,-1 1-1,1-1 1,0 0 0,-1 0 0,1 0 0,-2-4 0,-9-38-686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48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20492,'0'70'801,"0"-5"-297,-2-9-336,2-16-360,2-10-144,-2-20-929,-14-24-3512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49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0 206 14483,'2'-5'282,"-1"1"0,0-1 0,1 1 1,0-1-1,0 1 0,1-1 0,-1 1 0,1 0 0,0 0 0,0 1 0,0-1 1,0 0-1,1 1 0,-1 0 0,1 0 0,0 0 0,4-2 0,8-4 13,0 1 0,1 0 0,21-6 0,-37 14-292,54-17 228,1 2 0,0 3 0,1 2-1,0 2 1,1 3 0,88 4-1,-126 2-128,0 1-1,1 0 1,-1 1-1,34 11 0,-51-13-105,0 0-1,0 1 1,0-1 0,0 1-1,0 0 1,-1-1 0,1 1-1,0 1 1,-1-1 0,1 0-1,-1 1 1,0-1 0,0 1-1,0-1 1,0 1-1,0 0 1,-1 0 0,1 0-1,-1 0 1,1 0 0,0 6-1,0 3-40,-1-1-1,0 0 1,0 0-1,-1 1 1,-2 11-1,0 14 0,5 1 26,1 1 0,13 49 0,4 39-134,-21-124 99,1-6-1,1-9 63,-1 0 0,0 0 0,-1 0 0,0 0 0,-3-15 0,-12-61-69,10 66 11,-2 1 0,1 1 0,-2-1 0,-1 1 0,-1 1 1,0 0-1,-2 0 0,0 1 0,-1 0 0,-27-28 0,27 31 38,-29-34 91,41 48-70,0 0-1,0 0 0,1 0 0,-1 0 1,1 0-1,-1 0 0,1 0 1,-1-1-1,1 1 0,0 0 0,-1 0 1,1-1-1,0-1 0,0 3-2,0-1 1,0 1-1,0-1 0,0 1 0,1-1 0,-1 1 0,0-1 0,0 1 0,1 0 1,-1-1-1,0 1 0,0-1 0,1 1 0,-1 0 0,0-1 0,1 1 1,-1 0-1,1-1 0,-1 1 0,0 0 0,1-1 0,-1 1 0,2 0 1,2-1 16,0 0 0,0 0 0,0 0 0,0 1 0,0 0 0,0 0 0,8 1 0,31 3-7,-1 1-1,0 3 1,80 25 0,-91-22-5,-1 2 0,-1 0 0,0 2 0,0 1 0,49 38-1,-69-46 19,0 0-1,0 1 0,-1 0 0,14 18 0,-20-23-24,1 0 0,0 1 0,-1-1 1,0 1-1,0-1 0,0 1 0,-1 0 0,1 0 0,-1 0 0,0 0 1,-1 0-1,1 0 0,-1 0 0,0 7 0,-6-2-9,6-10 10,0 1 0,0-1-1,0 0 1,0 0 0,0 0-1,0 0 1,0 1-1,0-1 1,0 0 0,-1 0-1,1 0 1,0 0 0,0 0-1,0 0 1,0 1 0,0-1-1,0 0 1,0 0 0,-1 0-1,1 0 1,0 0 0,0 0-1,0 0 1,0 0 0,0 0-1,-1 0 1,1 0-1,0 0 1,0 0 0,0 0-1,0 0 1,0 0 0,-1 0-1,1 0 1,0 0 0,0 0-1,0 0 1,0 0 0,-1 0-1,1 0 1,0 0 0,0 0-1,0 0 1,0 0 0,0 0-1,0 0 1,-1 0-1,1 0 1,0 0 0,0 0-1,0-1 1,0 1 0,0 0-1,0 0 1,0 0 0,-1 0-1,1 0 1,0 0 0,0-1-1,0 1 1,0 0 0,0 0-1,0 0 1,0 0 0,0-1-1,0 1 1,0-7 6,-1 0-1,2 0 1,-1 1 0,1-1 0,0 0 0,0 0 0,1 1-1,0-1 1,0 1 0,1-1 0,0 1 0,0 0-1,0 0 1,5-6 0,12-20 44,30-34 0,-49 65-53,6-9 0,2 1 0,0 0 1,0 0-1,0 1 0,1 0 0,0 1 1,1 0-1,-1 0 0,1 1 0,17-6 1,-22 10-4,-1 0 0,1 1 0,0-1 0,0 1 0,-1 0 0,1 0 0,0 1 0,0 0 0,0 0 0,0 1 0,0-1 0,0 1 0,0 0 0,-1 1 0,1 0 0,0-1 0,-1 2 0,1-1 0,-1 1 0,0 0 0,0 0 0,0 0 0,0 1 0,4 3 0,-2 0-14,0 0 0,0 1 1,-1 0-1,-1 0 0,1 0 0,-1 1 1,-1 0-1,1 0 0,-1 0 0,5 18 1,-2 4-183,-2-1 0,3 36 0,4 22-876,-9-75 824,1 0-1,8 20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42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1 125 15843,'0'0'2937,"13"5"-2745,10-5-56,5-4-8,9 1 0,12-1 56,8 3 40,12-6 48,2 3-24,6-10-120,-3 2-160,-5-2-384,-6-7-344,-14 0-3273,-3-4 2425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42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21957,'6'2'202,"34"6"-418,1-1 0,66 3 0,-69-9 190,0 3 0,0 1 0,64 17 0,-92-19 31,-1 1 1,0 0-1,0 0 0,-1 1 0,1 0 0,12 10 1,-17-12-1,0 1 1,-1-1 0,1 1 0,-1 0 0,0 0 0,0 0 0,-1 0-1,1 0 1,-1 1 0,0-1 0,0 1 0,0 0 0,-1-1-1,3 11 1,-4-7-5,0 1-1,0-1 1,0 1-1,-1-1 0,0 1 1,-1-1-1,0 0 1,0 0-1,-1 0 1,-6 15-1,-2-1-64,-1-1 0,-23 31 1,8-16-314,-3-1 0,0-2 0,-2-1 0,-69 53 0,68-61-1321,-1-2 1,0-1 0,-40 16 0,12-16 28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43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19916,'0'-9'712,"1"7"-384,12 9-256,2 20-168,4 9 16,2 31 80,2 11 40,0 29 16,-2 10-48,-4 11-32,-3 3-184,-1-6-1880,-1-6 1184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43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20868,'5'2'537,"4"14"-257,14 31-312,1 21-48,-5 32-24,-3 6 32,-9 17 8,-3-1 8,-10 2-8,-2 0-8,-10-5-177,6-7-111,1-20-712,11-9-2593,11-33 2017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44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 18332,'7'49'776,"-5"19"-272,2 14-376,-8 14-616,-10 2-792,-3-9-3169,-6-10 1664,2-21 801,4-15-17,6-38 305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44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20004,'9'-6'117,"2"0"0,-1 1-1,1 0 1,0 0 0,0 1-1,0 1 1,0 0 0,1 0-1,-1 1 1,1 1 0,-1-1-1,19 2 1,-11 1-179,-1 1 0,0 0-1,1 2 1,-1 0 0,0 1 0,-1 0-1,23 11 1,-34-13 37,-1 0 0,1 1 0,-1 0 0,1 0 0,-1 0 0,0 0 0,-1 1 0,1 0-1,-1 0 1,0 0 0,0 1 0,0-1 0,-1 1 0,0 0 0,0 0 0,0 0 0,-1 0 0,2 8 0,2 12 35,-1 0 1,-1 1 0,0 33-1,0-10-23,0-8 13,10 80 22,-11-98-46,2-1 0,1-1 0,9 25 0,-14-44-74,-1-11-295,0-91-40,-1 65 428,0 0 0,3 0 0,0 1 0,14-63 1,-10 76 5,0 0 1,2 0 0,0 1 0,1 0 0,1 0 0,1 1 0,19-26 0,-26 39 16,1-1 0,0 1 0,1 0 0,-1 0 0,1 0 0,0 1 0,0 0 0,0 0 0,1 0 0,-1 1 0,1 0 0,0 0 1,0 1-1,0 0 0,0 0 0,0 1 0,0-1 0,1 2 0,-1-1 0,0 1 0,1 0 0,-1 0 0,0 1 0,13 3 0,-15-3 15,1 1 0,0 1 0,0-1 0,-1 1 0,0-1 0,1 1-1,-1 1 1,0-1 0,0 1 0,-1 0 0,1 0 0,-1 1 0,0-1 0,0 1-1,0 0 1,-1 0 0,0 0 0,0 0 0,0 1 0,3 8 0,3 11 36,-2 0-1,0 0 1,4 41 0,-4-23-47,10 93-107,-16-127 35,-1 0 0,2-1-1,-1 1 1,1-1 0,1 1 0,-1-1 0,6 10-1,-7-15 20,1-1 0,-1 1-1,1 0 1,0-1 0,0 0-1,0 1 1,0-1 0,0 0-1,0 0 1,1 0 0,-1-1-1,1 1 1,-1 0 0,1-1 0,0 0-1,0 0 1,-1 1 0,1-2-1,0 1 1,0 0 0,0 0-1,0-1 1,4 0 0,-4 1-78,0-1 0,1 0 1,-1-1-1,0 1 1,1-1-1,-1 1 1,0-1-1,0 0 0,0 0 1,0 0-1,0-1 1,0 1-1,0-1 1,0 0-1,0 0 0,2-2 1,22-17-748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44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180 405 18868,'10'6'1307,"-5"-2"-1308,-1-1 0,1 0 0,1 0 0,-1-1 0,0 0 0,1 0 0,-1 0 0,1 0 0,0-1 0,-1 0 0,1 0 0,0 0 0,0-1 0,0 0 0,0 0 0,9-2 0,17-6 90,-1-1 0,1-1 1,-2-2-1,36-19 0,-52 24-71,0-1-1,0 0 0,-1-1 0,0-1 0,-1 0 1,16-16-1,-22 19-28,1-1 0,-1 0 0,-1 0 0,1 0 0,-2-1 0,1 1 0,-1-1 1,0 0-1,-1-1 0,0 1 0,0 0 0,0-11 0,-1 11 7,-1-1 0,-1 0 0,1 0 0,-2 1-1,1-1 1,-4-14 0,3 20 7,0 0-1,0 0 0,-1 0 1,1 0-1,-1 0 1,0 0-1,0 1 1,0-1-1,-1 1 0,1 0 1,-1-1-1,0 1 1,0 0-1,0 1 0,0-1 1,0 0-1,-8-3 1,4 2 0,-1 1-1,1 1 1,-1-1 0,0 1 0,0 1 0,0-1 0,0 1 0,0 1-1,0 0 1,-16 1 0,-1 2-3,0 1 0,-30 8-1,36-6 32,-1 0 0,1 1-1,0 0 1,0 2-1,1 0 1,0 2 0,1 0-1,0 0 1,1 2-1,0 0 1,1 1 0,0 0-1,1 1 1,1 1-1,0 0 1,2 1 0,-13 21-1,9-9 44,0 1 0,3 1 0,0 0 0,2 0 0,1 1 0,-7 50 0,15-74-75,0-1 1,0 1 0,1 0 0,0 0 0,1 0 0,0-1 0,0 1-1,1 0 1,0 0 0,0-1 0,4 9 0,-4-11-37,1-1 1,0 0-1,0 0 1,0-1-1,1 1 1,-1-1-1,1 1 0,0-1 1,0 0-1,0 0 1,0-1-1,0 1 1,1-1-1,-1 0 1,1 0-1,-1-1 1,1 1-1,6 0 0,0 1-226,1-1 0,-1 0-1,0-1 1,1 0 0,21-2-1,1-5-268,48-13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45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513 92 20172,'-7'-6'76,"-1"1"-1,1-1 0,-1 2 0,0-1 1,0 1-1,-1 0 0,1 1 1,-1 0-1,0 1 0,0-1 0,0 2 1,0-1-1,0 1 0,0 1 0,-1-1 1,1 2-1,-11 0 0,2 2-75,0 0 0,-1 1 0,1 1 0,1 0 0,-1 2 0,1 0 0,0 1 0,0 0 0,1 1 0,1 1 0,-1 1 0,2 0 0,-1 1 0,-16 19-1,22-21 4,0 0 0,1 1 0,0 0 0,1 0 0,0 1 0,1 0 0,0 0 0,1 0 0,-4 15 0,7-17 4,0 0 1,0 0-1,1 1 0,0-1 0,1 0 0,0 0 0,1 0 0,0 1 0,1-1 0,0 0 0,0 0 1,8 18-1,-8-21-7,1-1 0,0 0 0,0 1 1,0-1-1,1 0 0,0 0 0,0-1 1,1 1-1,0-1 0,0 0 0,0 0 0,0-1 1,1 1-1,-1-1 0,1 0 0,0-1 1,1 1-1,-1-1 0,1-1 0,-1 1 1,1-1-1,0 0 0,0 0 0,-1-1 1,1 0-1,1 0 0,11-1 0,-2-1 4,1-1-1,-1-1 1,0-1 0,32-10-1,62-34-2,-89 37-2,185-94-100,-159 77-12,-1-1 0,50-43 0,-85 61 74,0 1 1,-1-1 0,-1-1 0,1 0 0,-2-1 0,0 0 0,10-18 0,-15 23 59,0-1 0,-1 1 1,0-1-1,-1 1 1,1-1-1,-2 0 0,1 0 1,-1 0-1,-1 0 1,1-1-1,-1 1 0,-1 0 1,-2-13-1,6 35 66,3 18-43,5 46 0,-9-54-384,1-1 0,1 0 0,11 39 0,-2-33-202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45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0 220 20180,'5'5'170,"0"0"0,0 0 0,-1 0 0,0 1 0,0-1 0,-1 1 0,1 0 0,-1 0 0,0 1 0,-1-1 0,1 0 0,1 12 0,1 6-81,-2 0-1,1 31 0,-1-2-38,3 108-210,-6-161 160,0 3 187,2-8-67,0-2-106,1 0 0,0 1 0,0-1 0,1 1 0,0 0 0,0 0 0,8-8 0,43-41-145,-33 34 59,139-152-674,-103 106-385,3 3 1,77-62 0,-60 70-138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50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16035,'0'-1'94,"0"1"-1,0 0 1,1 0-1,-1-1 1,0 1-1,0 0 1,0 0-1,0-1 1,0 1-1,0 0 1,1 0-1,-1 0 1,0-1-1,0 1 1,0 0 0,1 0-1,-1 0 1,0 0-1,0-1 1,1 1-1,-1 0 1,0 0-1,0 0 1,1 0-1,-1 0 1,0 0-1,0 0 1,1 0-1,-1 0 1,0 0-1,0 0 1,1 0-1,-1 0 1,0 0-1,0 0 1,1 0-1,-1 0 1,0 0-1,1 0 1,-1 0-1,0 0 1,0 0-1,0 1 1,1-1-1,-1 0 1,0 0-1,0 0 1,1 0-1,-1 1 1,0-1-1,0 0 1,6 18 845,1 31-911,-2 0-1,-4 94 1,-1-99-39,-7 395-56,13-451 371,86-300-55,-85 290-249,9-29-8,2 2-1,40-79 0,-51 116 18,0 0 0,1 0-1,0 0 1,1 1 0,0 1 0,1-1 0,0 1-1,0 1 1,1 0 0,1 0 0,-1 1-1,1 1 1,1 0 0,25-10 0,-33 15-2,0 0-1,0 1 1,0 0 0,0 0 0,0 0 0,1 1-1,-1-1 1,0 1 0,1 0 0,-1 1 0,0 0-1,1-1 1,-1 2 0,0-1 0,0 0 0,9 5-1,-9-3-5,0 0-1,0 1 1,-1 0 0,1 0-1,-1 0 1,0 0-1,0 0 1,0 1-1,0 0 1,-1 0 0,0 0-1,0 0 1,0 0-1,3 12 1,2 6-50,-1 1 0,-2 0 0,0 0 1,-1 0-1,0 43 0,-4-15-218,-12 86 0,9-88 251,7-55 43,18-22-20,-2-2-1,-1 0 1,29-60 0,-18 32-6,-6 13-2,-10 15 0,1 0 0,2 1 0,1 1-1,2 1 1,21-24 0,-35 45 0,-1 0 0,1 0 0,0 0 0,1 1 0,-1 0 0,1 1 0,9-5 0,-13 7 2,1 0-1,-1 0 0,0 0 1,1 0-1,-1 0 1,1 1-1,-1 0 0,0 0 1,1 0-1,-1 0 1,1 0-1,-1 1 0,1-1 1,-1 1-1,0 0 1,1 0-1,-1 0 0,4 3 1,-2-1-1,-1 0 1,0 0 0,0 1-1,0-1 1,0 1 0,-1 0-1,1 0 1,-1 1 0,0-1-1,0 1 1,-1-1 0,1 1-1,1 6 1,4 11-6,9 41 0,-1-4-61,-9-41-234,1 1 1,0-1-1,2-1 1,14 22-1,6-6-424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51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151 120 15227,'-1'-1'238,"1"0"-1,-1 0 0,0 0 1,0 0-1,0 0 0,0 0 1,0 0-1,0 1 1,0-1-1,0 0 0,0 1 1,0-1-1,0 0 0,-1 1 1,1-1-1,0 1 1,0 0-1,-3-1 0,3 1-153,0 0 0,0 1 0,0-1 0,0 0 0,1 1-1,-1-1 1,0 1 0,0-1 0,0 1 0,1-1 0,-1 1-1,0-1 1,1 1 0,-1 0 0,0-1 0,1 1 0,-1 0 0,1-1-1,-1 1 1,0 1 0,-3 7-53,1 0 0,0 0 0,0 0 0,-1 13 0,0-7 299,-15 86 3,17-87-318,1 1-1,0-1 1,1 1-1,1 0 1,2 14-1,-3-26-18,1-1 0,0 1 0,-1 0-1,1 0 1,0-1 0,0 1-1,0 0 1,1-1 0,-1 1 0,1-1-1,-1 1 1,1-1 0,0 0-1,0 0 1,0 0 0,0 0 0,0 0-1,0 0 1,1-1 0,-1 1-1,1-1 1,-1 1 0,1-1 0,-1 0-1,1 0 1,0 0 0,-1 0-1,1-1 1,0 1 0,0-1 0,0 1-1,0-1 1,0 0 0,-1 0-1,1-1 1,5 0 0,3-1 0,0 0 1,0-1-1,0-1 1,-1 0-1,1 0 0,-1-1 1,0 0-1,10-7 1,7-6-16,38-31 0,-57 41-8,0 1 0,0-2 0,0 1 0,-1-1 0,-1 0 0,1-1 0,9-19 0,-15 24 13,1 1 0,-1-1 0,0 0 0,0 0-1,-1 0 1,1-1 0,-1 1 0,0 0 0,0 0-1,-1 0 1,0 0 0,0 0 0,0 0 0,0 0-1,-1 0 1,0 1 0,0-1 0,0 0 0,0 1-1,-1-1 1,0 1 0,0 0 0,-5-6 0,-3-3-17,0 1 0,-1 1 0,-1 0 1,0 1-1,0 0 0,-15-8 0,16 11 15,-1 0 1,1 1-1,-1 1 0,0 0 0,0 1 0,0 0 0,-1 1 0,-22-3 1,29 6-26,0-1 0,0 2 1,0-1-1,0 1 1,-1 0-1,1 0 1,0 1-1,0 0 0,1 0 1,-1 0-1,0 1 1,1 0-1,-1 1 1,1 0-1,0-1 0,0 2 1,1-1-1,-6 6 1,-10 13-198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52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282 265 22757,'18'-4'281,"-1"0"-1,0 0 1,1 2 0,-1 0-1,35 2 1,-45 0-280,0 1 1,1 1-1,-1-1 0,0 1 1,0 1-1,0-1 0,0 1 1,-1 0-1,1 1 0,-1 0 1,0 0-1,0 0 0,0 1 1,0 0-1,-1 0 1,8 9-1,-7-7-20,-1 1-1,0 0 1,-1 0-1,0 0 1,0 0 0,0 0-1,-1 1 1,-1 0 0,1-1-1,-2 1 1,1 0 0,-1 0-1,0 0 1,-1 14 0,-2 5-32,-1 1 1,-1-1-1,-10 35 1,-26 86-16,-23 110-196,63-257 251,-1 5-39,0 0-1,-1 0 1,0 0 0,-5 13 0,7-20 37,0 1 1,0-1 0,-1 1-1,1 0 1,0-1 0,-1 1-1,1-1 1,-1 1 0,1-1-1,0 0 1,-1 1 0,1-1-1,-1 1 1,1-1 0,-1 0-1,0 1 1,1-1 0,-1 0-1,1 0 1,-1 0 0,1 1-1,-1-1 1,0 0 0,1 0-1,-2 0 1,1 0-22,-1-1-1,1 1 1,0-1-1,-1 0 1,1 1-1,0-1 1,0 0 0,0 0-1,0 0 1,-1 0-1,1 0 1,0 0-1,1 0 1,-1 0-1,0-1 1,-1-1-1,-6-8-198,-12-18-108,0 1 0,-3 1 1,-44-43-1,59 63 375,-1 0 0,0 1 0,-1 0 0,1 0 1,-1 1-1,-20-7 0,22 10 19,1 0-1,-1 0 1,1 1 0,-1 0-1,0 1 1,0 0 0,1 0-1,-1 0 1,0 1 0,0 0-1,-7 3 1,10-3-15,1 0-1,0 1 1,0-1 0,0 1-1,0 0 1,0 1-1,1-1 1,-1 1 0,1-1-1,-1 1 1,1 0 0,0 0-1,0 0 1,-5 8 0,4-5-3,1 1 1,-1 0 0,1 0-1,1 0 1,-1 0 0,1 1 0,0-1-1,-1 9 1,2 0 3,0 0 0,0 0-1,2 1 1,0-1 0,1 0 0,0 0-1,9 27 1,-9-35-24,1-1 1,0 0-1,1 0 0,-1 0 0,1 0 0,0-1 1,1 0-1,0 0 0,0 0 0,0 0 0,1-1 1,12 10-1,-9-9-13,1 0 0,0 0-1,1-1 1,0-1 0,-1 0 0,1 0 0,22 4-1,-1-4-25,-1-2-1,1 0 0,-1-2 0,1-2 0,44-7 0,-13-2 3,0-2 0,-1-3 0,-1-2-1,100-46 1,-156 62 20,16-8-1,0 0 1,0-2-1,32-22 1,-49 31 0,0 0 0,0 0 1,-1-1-1,1 1 0,-1-1 1,0 0-1,0 0 0,0 0 0,0 0 1,0-1-1,-1 1 0,0 0 1,0-1-1,0 0 0,-1 0 1,0 1-1,1-1 0,-2 0 0,1 0 1,-1 0-1,1 0 0,-1 0 1,-1-9-1,-1 10-14,1 1 1,-1-1-1,0 1 1,0-1 0,0 1-1,0 0 1,0-1-1,-1 1 1,1 0-1,-1 1 1,0-1-1,0 0 1,0 1-1,0 0 1,-1-1-1,1 1 1,0 1 0,-1-1-1,-5-2 1,4 2 4,-1 0 1,1 0-1,-1 0 1,0 0 0,0 1-1,0 0 1,0 0 0,0 1-1,0 0 1,0 0 0,0 0-1,-6 2 1,6-1 45,1 1 0,-1 0 0,1 1 0,0-1 0,0 1 0,1 0 0,-1 1 0,-8 6 0,12-9-2,-1 1 1,0 0 0,1-1-1,-1 1 1,1 0-1,-1 0 1,1 0 0,0 0-1,0 0 1,0 0-1,0 0 1,0 0 0,0 0-1,0 1 1,1-1-1,-1 0 1,1 0 0,0 1-1,0-1 1,0 0 0,0 1-1,0-1 1,1 4-1,0-4-10,-1 0 0,1 0 0,1-1 0,-1 1 0,0 0 0,0-1 0,1 1 0,-1-1 0,1 1 0,-1-1 0,1 0 0,-1 1 0,1-1 0,0 0 0,0 0 0,-1 0 0,1-1 0,0 1 0,0 0 0,0-1 0,0 1 0,0-1 0,3 1 0,5 0 29,0 0 0,0 0 0,15-1 1,3-3-56,-1 0 1,1-2-1,-1-1 1,0-1-1,-1-1 1,0-2 0,0-1-1,-1 0 1,-1-2-1,35-24 1,-47 29-33,-1-1 0,0-1 0,19-21 0,-26 25 25,1 0 0,-1 0 1,-1 0-1,1-1 0,-1 1 0,0-1 0,-1 0 0,1 0 0,1-13 0,-3 17 8,-1 1-1,0-1 0,0 0 1,0 0-1,0 0 0,0 1 1,-1-1-1,1 0 0,-1 0 1,1 1-1,-1-1 1,0 1-1,0-1 0,-1 0 1,1 1-1,-3-5 0,1 4-4,0-1-1,-1 1 1,1-1-1,-1 1 1,0 0-1,1 1 1,-1-1-1,-1 1 0,-5-3 1,1 1-9,0 0 0,-1 1 0,0 0 0,1 1 1,-1 0-1,0 1 0,0 0 0,-1 0 0,-10 2 0,5 1 27,0 1 0,0 1-1,0 0 1,1 1 0,0 1 0,0 1-1,0 0 1,0 1 0,1 0-1,1 1 1,-1 0 0,1 2-1,-18 18 1,18-16 22,0 0 0,2 1 0,0 1 1,0 0-1,1 0 0,1 1 0,1 0 0,0 0 0,1 1 0,1 0 0,0 1 0,-3 18 1,8-28-32,0 1 1,0-1 0,1 1 0,0-1-1,0 0 1,1 1 0,0-1 0,0 0-1,1 1 1,4 11 0,-4-15-14,1 0 0,-1 0 0,1 0 0,0-1 0,1 1 0,-1-1 0,1 0 0,-1 0 0,1 0 0,1 0 0,-1-1 0,0 1 0,1-1 0,0 0 0,0-1 0,7 4 1,1-1-48,-1-1 1,1 0 0,0-1 0,0 0 0,1-1 0,-1 0 0,16-1 0,-7-2-123,1 0-1,-1-2 0,37-8 1,2-7-515,-1-3-1,59-30 1,-78 33 129,166-80-3068,-175 80 2991,0-1-1,-1-2 0,-1-1 1,29-28-1,-46 37 831,-1 0 1,0 0-1,-1-1 0,-1-1 0,-1 0 0,0 0 1,0-1-1,-2 0 0,0 0 0,5-19 0,-6 14 234,-2-1-1,0 0 0,-2 0 0,0 0 0,-1 0 0,-1 0 0,-5-33 0,-31-134 1261,2 2-197,32 160-1188,3 15-99,-1 12-192,0 0 0,0 0 1,0 0-1,0 0 0,0-1 0,0 1 0,0 0 0,0 0 0,0 0 0,0 0 0,0 0 1,0 0-1,0 0 0,0 0 0,0 0 0,0 0 0,0-1 0,0 1 0,0 0 0,0 0 1,0 0-1,0 0 0,0 0 0,0 0 0,0 0 0,0 0 0,1 0 0,-1 0 0,0 0 1,0 0-1,0 0 0,0-1 0,0 1 0,0 0 0,0 0 0,0 0 0,0 0 0,0 0 1,0 0-1,0 0 0,1 0 0,-1 0 0,0 0 0,0 0 0,0 0 0,0 0 0,0 0 1,0 0-1,0 0 0,0 0 0,0 0 0,1 0 0,-1 0 0,0 0 0,0 0 0,0 0 1,0 0-1,0 0 0,0 1 0,2 2 44,0 0 0,0 0 0,0 0 0,0 1 0,-1-1 0,0 1 0,1-1 0,0 8 0,8 43 210,8 107-301,-5 167 0,-3-48-2701,0-102 977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52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1 360 23309,'136'5'560,"35"-5"-376,37-10-384,51-9-488,17-4-80,30-7 312,-21 2 120,-6-5 280,8 2 128,-25-1 120,-9 3 16,-41 1-88,-27 1-104,-40 6-120,-9 0-144,-36 6-985,-27-3 593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54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1 121 17380,'38'-37'928,"-5"4"-408,1 6-336,-19 12-8,3 6 16,-8 16 152,-1 10 80,2 22 136,-3 15-7,6 28-225,2 16-56,1 23-136,3 8-112,-8-2-504,-3-4-1641,-9-20 1057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54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19100,'0'-23'928,"1"0"241,19 4-1121,4 9-40,-3 13-24,2 20-32,-11 36 0,-5 22-49,-4 34 25,1 13-40,-4 4-656,0-2-1760,2-19 1071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57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0 614 19148,'16'5'-36,"1"0"0,-1-1 0,1 0 0,0-2 0,18 1 0,84-4-559,-98 1 578,360-42 312,-285 27-103,107-14 363,571-79 749,13 21-1044,771-15-477,-879 63-64,-610 34 247,1778-99-308,-733 53-178,-374 17-3433,-309 14 1969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58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0 230 21101,'177'12'424,"31"-7"-320,19-3-184,66-7-224,-18-9-241,3-5-55,26-2 128,-18-7 384,4-2 200,13 2 224,-17 2 0,-18 5-64,6 0-128,-19 5-2456,-8-3 1336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3:58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119 317 18932,'-64'5'840,"9"2"521,55 0-1177,72-10-48,36-9-24,67-11-80,24-9-16,48-4-128,10-3-144,31-6-889,14 1-767,9-7-4658,13 1 5266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22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11 15419,'3'-1'186,"0"-1"0,-1 1 0,1 0 0,0-1 0,0 1-1,0 1 1,0-1 0,0 0 0,5 0 0,-6 2-170,-1-1 0,1 1-1,-1-1 1,1 1 0,-1 0 0,1-1 0,-1 1 0,1 0 0,-1 0 0,0 0 0,0 0 0,1 0 0,-1 0-1,0 0 1,0 1 0,0-1 0,0 0 0,0 1 0,0-1 0,-1 1 0,2 1 0,7 19 62,0 0 1,-2 1-1,0 0 1,6 46-1,-4-26 126,-2-7-122,-2 0 1,-1 1-1,-2-1 0,-1 1 1,-2-1-1,-2 1 0,-1-1 1,-2 0-1,-1 0 0,-2-1 1,-18 47-1,16-54-74,-1-1 1,-1-1-1,-1 0 0,-31 40 0,40-58-5,-2-1 0,1 1 0,-1-1-1,0 0 1,-1-1 0,1 1 0,-1-2-1,-1 1 1,1-1 0,-1 0 0,0-1-1,0 0 1,0 0 0,0-1 0,-1 0-1,0-1 1,-14 2 0,23-4-4,1 0-1,-1 0 1,1 0 0,-1 0 0,1 0-1,0 0 1,-1 0 0,1 0 0,-1 0-1,1 0 1,-1 0 0,1 0 0,0 0-1,-1-1 1,1 1 0,-1 0 0,1 0 0,0 0-1,-1-1 1,1 1 0,0 0 0,-1-1-1,1 1 1,0 0 0,-1-1 0,1 1-1,0 0 1,0-1 0,-1 1 0,1-1-1,0 1 1,0 0 0,0-1 0,0 1 0,0-1-1,0 1 1,-1 0 0,1-1 0,0 1-1,0-1 1,0 1 0,0-1 0,0 1-1,1-1 1,-1 1 0,0-1 0,7-20-130,-6 19 112,7-17-50,1 1 1,1 1-1,1 0 1,16-19-1,57-60 582,-75 88-438,0 0-1,1 0 0,0 1 0,0 0 0,0 1 0,1 0 0,0 0 0,0 1 0,1 1 0,-1 0 1,1 0-1,0 1 0,0 1 0,0 0 0,23-1 0,9 3 25,1 2 0,-1 2 0,46 11 0,-20-4-54,-35-6-75,124 12-1148,-131-19-1551,-27 2 2470,0 0 0,0 0-1,0-1 1,0 1 0,0-1 0,0 1 0,0 0 0,0-1-1,-1 1 1,1-1 0,0 0 0,0 1 0,0-1-1,-1 0 1,1 0 0,0 1 0,-1-1 0,1 0 0,-1 0-1,1 0 1,0-1 0,1-22-2200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23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0 232 19308,'5'-2'632,"11"4"-432,31 5-440,14-4-200,21-5-384,1-3-528,-6-5 175,-9-3 273,-23-2 664,-6-1 240,-22-5 96,-3-2 0,-12-7-72,-2-3-48,-9-3-3609,2-1 3113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23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1 142 21285,'56'-42'400,"20"9"-216,19 10-80,24 7-136,-2 4-32,0 3-112,-11 4-24,-16 4-64,-21 1-185,-20 0-119,-15 0-104,-17 0-336,6 0-2425,-1 0 2089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23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18 253 18940,'-4'40'165,"2"0"0,2 1 0,1-1-1,11 61 1,-9-83-174,1 6-74,1-1 0,1 1 0,16 41 0,-21-66 80,-1 0 1,1 0-1,0 1 0,-1-1 1,1 0-1,0 0 1,-1 0-1,1 0 1,-1 0-1,1 0 0,-1 0 1,0 0-1,1 0 1,-1 0-1,0 0 0,0-2 1,7-128 135,0 56-42,-4 40-54,0 1 0,3 0-1,0 0 1,12-34 0,-13 56-39,1 1 1,0-1 0,1 1-1,0 0 1,1 1-1,0 0 1,1 0-1,0 1 1,0 0-1,1 0 1,15-9-1,-2 2-3,1 2-1,0 0 1,1 2-1,33-11 1,-41 17 11,0 0 0,0 1 0,1 1 0,0 1 0,0 1 0,0 0 0,0 1 0,31 3 0,-44-2-3,1 1-1,0 0 0,0 1 1,-1-1-1,1 1 1,-1 0-1,1 1 0,-1-1 1,0 1-1,0 0 1,0 0-1,0 0 1,0 1-1,-1 0 0,0 0 1,0 0-1,0 1 1,0-1-1,0 1 0,-1 0 1,0 0-1,0 0 1,-1 0-1,1 0 0,-1 1 1,0-1-1,0 1 1,-1 0-1,0-1 1,1 12-1,0 4 0,-2 0 1,0 0-1,-1 0 0,-1 0 0,-1 0 1,-1 0-1,-12 34 0,-2-5-16,-47 93-1,9-42-35,-4-2 1,-125 154-1,163-225 42,-2-2 0,0 0 0,-2-2 0,-33 25 0,55-46 2,0 0 0,0-1 1,0 0-1,0 0 0,-1 0 1,1 0-1,-1 0 0,0-1 0,1 0 1,-1 0-1,0 0 0,1-1 0,-7 0 1,9 0-62,-1 0 0,0-1 0,0 1 0,1-1 0,-1 0 0,1 0 0,-1 0 0,1 0 0,-1-1 0,1 1 0,0-1 0,0 1 0,-1-1 0,1 0 0,0 0 0,1 0 0,-1 0 0,0 0 0,0 0 0,-2-4 0,-14-39-665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24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403 169 18812,'-21'34'317,"2"1"1,2 1-1,1 1 1,-20 69-1,24-66-305,-2 0 1,-2 0-1,-38 67 0,47-95-5,-1-2 0,0 1 0,-1-1 0,0-1 0,-20 17-1,26-23-1,0-1-1,-1 1 1,1-1-1,-1 0 1,0 0-1,1 0 1,-1 0-1,0-1 1,0 1-1,0-1 1,0 0-1,-1 0 1,1-1-1,0 1 1,0-1-1,0 0 1,-1 0-1,1 0 1,0-1-1,0 1 0,0-1 1,-5-2-1,6 2-2,1 0 0,0-1 0,0 0-1,0 1 1,0-1 0,0 0 0,0 0-1,0 0 1,1 0 0,-1 0 0,1 0 0,-1-1-1,1 1 1,0 0 0,0-1 0,0 1-1,0-1 1,1 1 0,-1-1 0,1 0-1,-1 1 1,1-1 0,0 1 0,0-1-1,0 0 1,0 1 0,1-5 0,0-6 0,1 1 1,1-1 0,0 0-1,7-16 1,15-31-3,53-91 1,3-3-2,-64 114 11,29-57-15,-39 84 3,1 0-1,0 1 0,1 0 1,0 0-1,11-10 0,-19 21 5,0 0 1,-1 1-1,1-1 0,0 0 0,0 0 0,0 1 0,0-1 0,0 0 0,0 1 0,0-1 0,0 1 0,0 0 0,0-1 0,0 1 0,0 0 0,0-1 0,0 1 1,1 0-1,-1 0 0,0 0 0,0 0 0,0 0 0,0 0 0,0 0 0,1 1 0,-1-1 0,0 0 0,0 1 0,0-1 0,0 1 0,0-1 0,1 1 0,2 2 13,-1 0-1,0 0 0,0 1 0,0-1 1,0 1-1,0-1 0,-1 1 0,3 6 0,32 63 211,36 108 0,-48-113-250,3 0 0,44 77 0,-68-137-71,1 0-1,0 0 0,1-1 1,0 1-1,0-1 1,0-1-1,1 1 1,0-1-1,0 0 0,0-1 1,11 6-1,-16-10-53,0 0 0,0 0 0,0-1 0,0 1 0,0-1 0,0 0 0,0 1 0,0-1 0,1 0 0,-1 0-1,0 0 1,0-1 0,0 1 0,4-1 0,25-15-1356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24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1 111 20324,'35'-14'720,"40"0"-399,23 2-145,33 6-128,5 1-96,-19 2-312,-7-1-513,-22-6-367,-10-4-192,-13-2-1625,-7 4 2049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5:08.6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14 138 10162,'-6'22'958,"5"-19"-671,-1 0 0,1 1 0,0-1 0,0 0 1,1 1-1,-1-1 0,1 0 0,0 1 0,0-1 0,0 1 1,0 3-1,1-7-236,-1 1 1,1 0-1,-1 0 0,1-1 1,-1 1-1,1 0 1,0-1-1,-1 1 0,1-1 1,0 1-1,0-1 1,-1 1-1,1-1 0,0 1 1,0-1-1,0 0 0,-1 1 1,1-1-1,0 0 1,0 0-1,0 0 0,0 0 1,0 0-1,0 0 1,0 0-1,-1 0 0,1 0 1,0 0-1,1-1 1,28-4 348,-17 1-387,-1 0 1,0-1-1,0-1 1,0 0-1,0-1 1,15-11-1,-21 13 10,0 1-1,0-1 1,-1 0-1,0-1 1,0 1 0,0-1-1,-1 0 1,1-1-1,-1 1 1,-1 0-1,1-1 1,4-13 0,-8 18 16,1 0 0,-1 0 1,1 0-1,-1 0 1,0 0-1,1-1 0,-1 1 1,0 0-1,-1 0 1,1 0-1,0 0 1,-1 0-1,1 0 0,-1 0 1,1 0-1,-1 0 1,0 0-1,0 0 0,0 0 1,-2-3-1,1 3-14,-1 0-1,1 0 0,0 0 0,-1 0 0,1 1 1,-1-1-1,0 1 0,0-1 0,1 1 1,-1 0-1,0 0 0,0 1 0,-3-2 1,-4 1-57,-1 0 0,1 0 1,-1 1-1,1 0 0,-1 1 1,1 0-1,-13 4 0,6-1-527,14-3 161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5:09.2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43 120 9962,'-7'9'383,"3"-4"405,-1 0-1,1 1 0,0-1 1,1 1-1,0 0 1,-1 0-1,2 0 0,-4 9 1,6-14-740,0 0 1,0 0-1,0-1 1,0 1-1,0 0 1,0 0-1,0-1 1,0 1-1,0 0 1,1-1-1,-1 1 1,0 0-1,1-1 1,-1 1-1,0 0 1,1-1-1,-1 1 1,1 0-1,-1-1 1,1 1-1,-1-1 1,1 1-1,-1-1 1,1 1-1,-1-1 1,1 0-1,0 1 1,-1-1-1,1 0 1,0 1-1,-1-1 1,1 0-1,0 0 1,0 0-1,-1 0 1,1 1-1,0-1 1,0 0-1,-1 0 1,1 0-1,0-1 1,-1 1-1,1 0 1,0 0 0,1-1-1,34-6 208,-20 2-234,0-2 0,-1 0-1,0-1 1,19-12 0,-28 16-43,0-1-1,0 1 1,-1-1-1,1 0 0,-1 0 1,-1 0-1,1-1 1,-1 1-1,0-1 1,0 0-1,0-1 1,4-11-1,-7 16 22,0 0 0,0 0 0,-1 0 0,1 0 1,-1 0-1,0 0 0,1 0 0,-1 0 0,0-1 0,0 1 0,0 0 0,-1 0 0,1 0 0,0 0 0,-1 0 0,0 0 0,1 0 0,-1 0 0,0 0 0,0 0 0,0 0 1,0 1-1,0-1 0,0 0 0,-1 1 0,1-1 0,0 0 0,-1 1 0,0 0 0,1-1 0,-1 1 0,0 0 0,1 0 0,-1 0 0,0 0 0,0 0 0,0 0 0,0 1 1,0-1-1,0 1 0,-2-1 0,-3-1 6,0 1 1,0 1-1,0-1 1,0 1-1,0 0 0,0 1 1,0 0-1,0 0 1,0 0-1,0 1 1,-8 3-1,1 1-621,1 2 0,-1 0-1,-13 11 1,22-15-651,3-3-424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5:09.7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48 17044,'-1'4'1049,"-34"146"-2879,34-144 1588,0 0 0,0 0 0,1-1 0,0 1 0,0 0 0,1 7-1,-1-12 242,1 0 0,-1 0-1,0 0 1,0 0 0,1-1-1,-1 1 1,0 0 0,1 0-1,-1 0 1,1-1 0,-1 1-1,1 0 1,-1-1-1,1 1 1,0 0 0,-1-1-1,1 1 1,0-1 0,-1 1-1,2 0 1,-1-1 65,0 0-1,1 0 1,-1 0-1,0 0 1,1 0 0,-1 0-1,0 0 1,0 0 0,1 0-1,-1 0 1,0-1-1,0 1 1,1-1 0,-1 1-1,0-1 1,0 1-1,0-1 1,2 0 0,7-5 150,-1-1-1,1 0 1,-1 0 0,-1-1 0,1 0 0,-1-1 0,0 0 0,-1 0 0,0 0-1,-1-1 1,0 0 0,0-1 0,-1 1 0,-1-1 0,7-20 0,-11 29-209,1-1-1,-1 0 1,0 0 0,0 0 0,0 0 0,-1 0-1,1 1 1,-1-1 0,1 0 0,-1 0 0,0 0-1,0 1 1,0-1 0,0 0 0,-1 1 0,1-1 0,-1 1-1,1 0 1,-1-1 0,0 1 0,0 0 0,0 0-1,0 0 1,-4-2 0,-1-1 4,0 1 1,0 0-1,0 0 1,-1 1-1,1 0 1,-1 0-1,-11-2 1,19 5-33,-1 0 1,0 0-1,0-1 0,0 1 1,0 0-1,1 0 0,-1 0 1,0 0-1,0 0 1,0 0-1,0 0 0,0 0 1,0 0-1,1 0 1,-1 1-1,0-1 0,0 0 1,0 0-1,0 1 0,1-1 1,-1 1-1,0-1 1,0 1-1,1-1 0,-1 1 1,0-1-1,1 1 1,-1 0-1,1-1 0,-2 2 1,2-1-231,0 0 1,-1 1 0,1-1-1,0 0 1,-1 0-1,1 1 1,0-1 0,0 0-1,0 0 1,0 1 0,0-1-1,0 0 1,0 1-1,1-1 1,-1 0 0,0 0-1,2 2 1,5 15-1724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5:10.2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61 107 12147,'-1'0'89,"0"0"0,1 0 0,-1 0 1,0 0-1,0 0 0,0 0 0,0 0 0,0 0 1,0 0-1,0 0 0,1 1 0,-1-1 1,0 0-1,0 1 0,0-1 0,0 0 1,1 1-1,-1-1 0,0 1 0,0-1 0,1 1 1,-1-1-1,-1 2 0,1 0-23,-1 1 0,1-1 0,0 0 0,0 0-1,0 0 1,0 1 0,0-1 0,-1 5 0,1 5 256,-1 0-1,1 23 1,1-31 15,0-1-245,0 0-1,0 0 0,1 1 1,-1-1-1,1 0 0,0 0 0,0 1 1,0-1-1,0 0 0,0 0 0,1 0 1,0 0-1,-1 0 0,3 2 1,-3-4-81,0 0 0,0 0 0,0-1 1,0 1-1,-1 0 0,1-1 0,0 1 1,0-1-1,0 1 0,0-1 0,1 1 1,-1-1-1,0 0 0,0 1 1,0-1-1,0 0 0,2 0 0,-1 0 6,0-1 1,0 1-1,0 0 0,0-1 0,-1 0 0,1 1 1,0-1-1,0 0 0,-1 0 0,1 0 0,0 0 0,-1 0 1,3-2-1,20-21 332,-2 0 1,39-53-1,-58 74-350,-1-1-1,0 1 1,1-1 0,-1 0 0,0 1-1,-1-1 1,1 0 0,-1 0-1,0 0 1,0-1 0,0 1-1,0 0 1,0-8 0,-2 10-7,1-1-1,-1 1 1,1-1 0,-1 1 0,0 0-1,0-1 1,0 1 0,0 0 0,-1 0-1,1-1 1,0 1 0,-1 0 0,1 1 0,-1-1-1,0 0 1,0 0 0,0 1 0,0-1-1,0 1 1,0-1 0,0 1 0,0 0-1,-1 0 1,-2-1 0,-1-1 5,0 1-1,0 0 1,0 1 0,0-1-1,-1 1 1,1 0-1,0 1 1,-1-1 0,1 1-1,0 0 1,-1 1 0,1 0-1,0 0 1,0 0 0,-1 1-1,1 0 1,0 0-1,-10 5 1,12-4-473,-1-1 0,1 1 1,0 1-1,0-1 0,0 1 0,0-1 0,1 1 1,-6 7-1,0 2-1331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5:10.9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129 50 11698,'-10'3'710,"-2"3"-816,0 0 1,1 1-1,-21 16 1,27-20 136,0 1 1,1 0 0,0 0-1,0 0 1,0 0 0,1 1-1,-1 0 1,1 0 0,0-1 0,1 2-1,-1-1 1,1 0 0,-2 7-1,4-11 54,-1 0 1,1-1-1,0 1 0,0 0 0,0 0 0,0-1 1,0 1-1,0 0 0,0 0 0,0-1 0,0 1 0,0 0 1,0 0-1,1-1 0,-1 1 0,0 0 0,0-1 0,1 1 1,-1 0-1,1-1 0,-1 1 0,0 0 0,1-1 0,-1 1 1,1-1-1,-1 1 0,2 0 0,-1 0 9,1-1-1,0 1 1,-1 0 0,1-1-1,-1 0 1,1 1-1,-1-1 1,1 0 0,0 0-1,-1 0 1,1 0-1,2 0 1,4-2 15,0 1 0,-1-1 0,1 0 0,8-4 0,6-3-108,-1 0 1,0-2 0,-1 0-1,0-1 1,-1-2 0,28-23 0,-45 35-3,0 0 1,0 0 0,0-1 0,-1 1 0,1-1 0,-1 1 0,1-1 0,-1 1 0,0-1 0,0 0-1,0 0 1,0 0 0,0-3 0,0 5 2,-1 0 0,0-1 0,-1 1 1,1 0-1,0 0 0,0-1 0,0 1 0,-1 0 0,1 0 0,-1-1 0,1 1 0,-1 0 1,1 0-1,-1 0 0,0 0 0,0 0 0,1 0 0,-1 0 0,0 0 0,0 0 0,0 0 0,0 0 1,0 1-1,0-1 0,0 0 0,0 1 0,-1-1 0,1 0 0,0 1 0,0 0 0,0-1 0,-2 1 1,-4-2-25,-1 2 0,1-1 0,0 1 0,0 0 0,-1 1 0,1-1 0,0 2 0,0-1 0,0 1 0,0 0 0,0 0-1,0 1 1,-10 5 0,-2 5-146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5:11.5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199 27 11186,'-24'15'-455,"0"1"-1,1 1 1,-25 24 0,-20 29 3610,67-69-3048,0-1-1,0 1 1,0 0 0,1 0 0,-1 0-1,0 1 1,0-1 0,1 0-1,-1 0 1,0 0 0,1 1 0,-1-1-1,1 0 1,0 0 0,-1 1-1,1 0 1,0-1-82,0-1 1,1 1-1,-1-1 0,0 0 1,0 1-1,1-1 0,-1 0 1,0 1-1,1-1 0,-1 0 0,0 0 1,1 1-1,-1-1 0,1 0 1,-1 0-1,0 0 0,1 1 0,-1-1 1,1 0-1,-1 0 0,1 0 1,-1 0-1,0 0 0,1 0 0,-1 0 1,1 0-1,-1 0 0,1 0 1,0 0-1,6-1 11,-1 0 1,1-1-1,-1 1 1,11-5-1,30-15-12,-2-1 0,0-3 0,68-50 0,-103 68-46,0 0 0,-1-1 0,13-15 0,-21 21-158,-17-2-473,7 1 387,-3 1-446,-1 1-1,0 1 1,0 0-1,0 1 1,0 0-1,-20 5 1,11 1-315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5:13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66 6497,'0'1'150,"0"0"-1,0 0 0,1 0 0,-1 0 1,0 0-1,0 0 0,1 0 0,-1 0 1,0 0-1,1 0 0,-1 0 1,1 0-1,0 0 0,-1 0 0,1 0 1,0 0-1,-1 0 0,1-1 0,0 1 1,0 0-1,0-1 0,0 1 0,0 0 1,-1-1-1,1 1 0,0-1 0,0 1 1,1-1-1,-1 0 0,0 1 1,1-1-1,4 1-196,1 0 0,-1 0 0,0-1 0,9 0 0,-6 0 326,5-1-233,-1 0 0,1-1-1,-1 0 1,0-1-1,0 0 1,0-1 0,15-6-1,-20 6 421,1 0 1,-1-1-1,1 0 0,-2 0 1,1-1-1,10-9 0,-16 13-11,-8-1-300,-3-1-137,-1 1 0,1 0 1,-1 0-1,0 1 0,0 1 1,0-1-1,0 1 0,0 1 1,0 0-1,-15 2 0,-6 2-553,0 2-1,-36 10 0,53-11-2210,20 1 1439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5:14.3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 2176,'0'0'88,"0"-2"89,0 0-746,0 1 337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5:16.1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112 23 7666,'-2'17'3688,"-5"-2"-2520,6-13-1021,0 0 1,0-1-1,0 1 1,0 0-1,0 0 1,1 0-1,-1 0 1,1 0-1,-1 0 1,1 0 0,0 0-1,-1 0 1,2 3-1,-2-2 752,5 3-92,3 3-652,28 31-35,-33-39-104,0 1 0,1-1 0,-1 0 0,0 1 0,1-1 1,-1 0-1,1-1 0,-1 1 0,1 0 0,-1-1 0,1 1 1,0-1-1,-1 0 0,1 0 0,0 0 0,-1 0 0,1 0 1,-1 0-1,6-2 0,0 0 111,0-1 0,-1 0-1,1 0 1,8-5 0,-11 5-32,0 0-1,-1 0 1,1 0 0,-1 0 0,0-1-1,0 0 1,0 0 0,5-6-1,-8 8-88,0 1 0,0 0 0,0-1 0,-1 1 0,1-1 0,0 1 0,-1-1 0,1 1 0,-1-1 0,0 1 0,1-1 0,-1 0 0,0 1 0,0-1 0,0 0 0,0 1 0,0-1 0,0 1 0,-1-1 0,1 0 0,-1 1 0,1-1 0,-1 1 0,1-1 0,-1 1 0,0-1 0,1 1 0,-1 0 0,0-1 0,0 1 0,0 0 0,0 0 0,-2-2 0,-3-2 9,1 1-1,-1-1 1,0 1-1,-1 0 0,1 1 1,-1 0-1,0 0 0,1 0 1,-1 1-1,-1-1 1,1 2-1,0-1 0,0 1 1,-1 0-1,1 1 1,-12 0-1,1 1-582,-1 1 0,1 1-1,0 0 1,0 1 0,-25 10 0,22-5-846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5:17.9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 1 11202,'0'3'1074,"3"63"-1118,-5-60 1029,1-6-893,1 1 0,0-1 0,-1 1 1,1-1-1,0 1 0,-1-1 0,1 1 1,0-1-1,0 1 0,0-1 0,0 1 0,0-1 1,0 1-1,-1-1 0,1 1 0,0 0 1,0-1-1,1 1 0,-1-1 0,0 1 1,0-1-1,0 1 0,0-1 0,0 1 0,1-1 1,-1 1-1,0-1 0,0 1 0,1-1 1,-1 1-1,0-1 0,1 1 0,-1-1 1,1 1-1,0 1-10,0 0-52,0 0 1,0 0 0,-1-1-1,1 1 1,0 0-1,0-1 1,1 1 0,-1-1-1,0 0 1,0 1-1,1-1 1,-1 0 0,1 0-1,-1 0 1,1 0 0,-1 0-1,1 0 1,0 0-1,-1 0 1,1-1 0,0 1-1,0-1 1,0 1-1,-1-1 1,1 0 0,0 1-1,0-1 1,0 0-1,2-1 1,8-1-20,0 0 0,0-1 0,0-1-1,0 0 1,-1 0 0,0-1 0,0-1 0,0 0 0,0-1 0,-1 0-1,0 0 1,-1-1 0,0 0 0,12-13 0,-21 20-10,1 1 0,0-1-1,-1 0 1,1 1 0,-1-1 0,1 0 0,-1 1 0,0-1 0,1 0 0,-1 0 0,0 1-1,1-1 1,-1 0 0,0 0 0,0 0 0,0 1 0,1-1 0,-1 0 0,0 0-1,0-1 1,-1 2-1,1-1 0,0 1 0,-1-1 0,1 1 0,0-1 0,-1 1 0,1-1 0,-1 1-1,1-1 1,-1 1 0,1-1 0,-1 1 0,1 0 0,-1-1 0,1 1 0,-1 0 0,1 0-1,-1-1 1,1 1 0,-2 0 0,-2-1-10,-1 0 0,1 1 0,0 0 0,0 0-1,-1 0 1,-5 1 0,-42 7-352,18-3-452,-1 0-1,-51-1 0,65-4 23,6 0 312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5:18.5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200 1 8562,'-17'4'205,"1"1"0,0 0 0,0 1 0,0 1 0,1 1 0,-18 11 0,7-5 670,-2 4 551,27-17-1251,0-1-1,0 1 1,-1 0 0,1 0-1,0 1 1,0-1-1,0 0 1,0 0-1,0 0 1,0 1 0,1-1-1,-1 0 1,0 1-1,1-1 1,-1 1-1,0-1 1,1 3 0,0-3-125,0 0 1,1 0-1,0 0 1,-1 0 0,1 0-1,-1 0 1,1 0-1,0 0 1,0-1 0,-1 1-1,1 0 1,0 0-1,0-1 1,0 1 0,0 0-1,0-1 1,0 1-1,0-1 1,0 1 0,0-1-1,0 0 1,0 1-1,0-1 1,1 0 0,-1 0-1,0 0 1,1 0-1,36 4 129,-27-4-166,1 0-1,0-1 1,-1 0 0,1-1 0,-1 0 0,1 0 0,-1-1 0,0-1 0,0 0 0,0-1 0,-1 0 0,11-6 0,-20 10-11,0 0 1,0 1-1,0-1 1,0 0-1,0 0 1,0 0-1,-1 1 1,1-1-1,0 0 1,0 0-1,-1 0 1,1 0-1,0 0 1,-1-1-1,1 1 1,-1 0-1,0 0 1,1 0-1,-1 0 1,0-1-1,1 1 1,-1 0-1,0 0 1,0-2-1,-1 1 3,1 1 0,-1-1 0,0 1-1,0-1 1,1 1 0,-1-1 0,0 1 0,0 0-1,0-1 1,-1 1 0,1 0 0,0 0 0,0 0-1,-1 0 1,-1-1 0,-4-2 4,0 0 1,0 0-1,-1 1 1,1 0-1,-16-4 1,9 5-65,-1 0 0,-20-1 0,-8 5-4349,21 0 3095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5:19.1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 51 6953,'-4'5'422,"0"-2"122,0 1 1,1 0 0,0 0-1,0 0 1,0 0 0,0 1-1,1-1 1,-1 1 0,-1 6-1,4-10-447,-1-1-1,1 1 0,0-1 1,0 1-1,0 0 0,0-1 1,0 1-1,0-1 0,0 1 1,0-1-1,0 1 0,0-1 1,0 1-1,1-1 0,-1 1 1,0-1-1,0 1 0,0-1 1,1 1-1,-1-1 0,0 1 1,0-1-1,1 1 0,-1-1 1,1 0-1,-1 1 0,0-1 1,1 0-1,-1 1 0,1-1 1,-1 0-1,1 1 0,2 0 29,-1 0 0,0-1-1,0 1 1,0-1-1,1 1 1,-1-1 0,0 0-1,4 0 1,41-6 159,-36 3-244,0 0 0,0 0 0,0-1 0,-1-1-1,0 1 1,0-2 0,0 1 0,0-2 0,-1 1 0,0-1-1,-1 0 1,1-1 0,10-13 0,-19 21-37,1 0 0,-1-1 0,0 1 0,0-1 0,1 1 0,-1 0 1,0-1-1,0 1 0,0-1 0,0 1 0,1 0 0,-1-1 0,0 1 0,0-1 0,0 1 1,0-1-1,0 1 0,0-1 0,0 1 0,0 0 0,0-1 0,0 1 0,-1-1 0,1 1 0,0-1 1,0 1-1,0-1 0,0 1 0,-1-1 0,-13-7 39,-24 3-25,33 4-13,-132 0 330,66 2-5788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5:32.4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3703 5273,'8'-16'1253,"0"0"0,1 1 0,17-23 0,-17 26-441,0-1 0,0 0 0,-2-1 1,1 0-1,6-20 0,-9 20 333,0 0 0,12-20 0,37-50-493,-28 47-504,-17 22-107,-1 0 0,8-21 0,-12 26-15,0 1-1,0-1 1,0 1 0,2 1-1,-1-1 1,1 1 0,0 0-1,12-12 1,44-33 21,-59 50-10,0 0 0,0-1 1,-1 1-1,0-1 0,0 1 1,0-1-1,0 0 1,0 0-1,-1 0 0,0 0 1,1 0-1,-2 0 0,2-5 1,0-1 13,4-5-18,0 1-1,1 0 0,0 0 1,1 1-1,1 0 0,11-13 1,0-1-32,83-131 105,-81 129-92,-12 16-8,-1-1 0,0 1 0,-1-1 0,0-1 0,5-16 0,-5 8 32,0 0 0,1 0 0,2 0-1,0 2 1,1-1 0,26-33-1,-20 32-39,-1 0 0,-2-1 0,0-1 0,14-34 0,-11 14 23,22-80 1,-23 71-16,3 1 1,31-62 0,10-22-6,-54 117 4,1 1 0,0-1-1,2 2 1,0-1 0,1 1 0,1 1 0,16-20 0,71-75 13,-85 94-15,-2 0 0,0-1-1,-1-1 1,15-35 0,-17 36-7,0 1 1,2-1-1,0 1 1,1 1-1,1 0 1,20-19-1,20-28 18,-49 57-12,0 0-1,-1 0 1,0 0 0,0 0 0,0 0-1,2-14 1,-3 14-3,0 0 0,0 0 0,0 0 0,1 1 0,0-1 1,0 1-1,0-1 0,6-6 0,1 3 2,1 0 0,-1 0 0,1 2-1,19-12 1,-21 14-1,1 0 1,-1-1-1,0 0 0,-1-1 0,1 1 0,-2-1 0,14-18 0,-6 3 2,1 1-1,0 1 0,2 0 1,0 1-1,41-34 0,-48 43-2,0 0-1,-1 0 0,-1-1 1,14-21-1,-20 28 5,5-10 11,-7 12-16,0 1 1,0 0 0,1 0 0,-1 0-1,0-1 1,1 2 0,-1-1 0,1 0-1,0 0 1,3-3 0,101-69 0,-92 63 1,7-7 3,1 1 0,0 2 0,2 0 0,38-18 1,62-26-11,9-4-1,-111 56 9,0 0 0,0 2 0,28-4 0,22-5 2,16-12-7,-53 14 0,0 2 0,1 1 0,42-4 0,-21 11-18,-36 2 34,0-1-1,36-7 1,-33 3-9,-12 1-5,1 1 0,0 1 1,0 0-1,0 1 0,0 0 0,24 2 1,-2 4 2,-1-2 0,1-2 0,-1-1 0,1-2 0,35-5 0,23-5 2,188 3 0,-160 9 7,-60-4-10,93-18 1,-93 12-7,-21 6 8,-1 2 0,0 1 1,57 8-1,50-1-18,31-24 19,-8 2 0,183 23 8,-25 1 46,-87-10 82,61-3-92,-144 9-19,-26 0-14,-98-6-36,0-3 1,0-1 0,0-1 0,51-18-1,-13 3-49,-12 12-2599,-41 8-2742,-3 0 3597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5:39.35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3542 7954,'0'0'623,"20"-16"1585,18-34-950,-31 41-664,-7-18 792,1-25 612,0 51-1713,-5-7 236,-5-3-420,-22-28 3,30 38-92,1 1-6,-1-1 0,1 1 0,-1 0 0,1-1 0,-1 1 0,1-1 0,-1 1 0,1-1 0,-1 1 0,1-1 0,-1 1 0,1-1 0,0 0 0,-1 1 0,1-1 0,0 1 0,0-1 0,0 0 0,-1 1 0,1-1 0,0 0 0,0 1 0,0-1 0,0-1 0,1-10 60,-4-39 1014,8 35-720,8-22-296,-10 30-51,0 2 22,6-4-19,1-4-13,3-1 5,-1-1-1,14-25 0,-16 12 23,-9 25-16,0 0 1,0 0 0,1 0 0,0 0 0,-1 0 0,1 0 0,0 1 0,1-1 0,-1 1 0,3-4 0,29-25 67,-26 25-77,0 0 0,0-1 0,-1 1-1,0-2 1,0 1 0,-1-1 0,0 0 0,-1 0 0,5-11-1,-1 2 100,1-1-1,0 2 0,1 0 0,1 0 0,0 1 0,21-21 0,-19 23-106,-1-1 1,-1-1-1,0 0 0,-1-1 1,0 0-1,14-33 0,-13 15 33,-2 4-21,2 0 1,17-31 0,-10 26-11,-1-1 0,-2 0 0,-1-1 0,16-69 0,-23 70 31,1 0 0,3 0 0,1 2 1,1-1-1,2 2 0,34-55 1,-37 70-28,3-4-9,17-35 1,-28 48 11,-1 0 0,-1 0 0,1 0 0,-2 0 0,1-1 0,1-20 0,-3 21 14,1 0 0,1 1 0,0-1-1,0 1 1,1-1 0,8-13 0,5-14 43,-7 14-31,21-34 0,-19 37-25,17-42 0,-26 54-3,-1-1-1,-1 0 0,1 1 1,-1-1-1,-1 0 0,0-11 1,-1 13 9,1 0 1,0 0-1,0 0 1,1 0-1,0 0 1,0 0-1,1 0 1,0 0-1,0 1 1,0-1-1,5-7 1,3 0-10,0 1 1,2 0-1,-1 0 1,17-12-1,-12 10-9,-1 0 0,15-19-1,-4-2 2,-15 20 10,-1 1 0,2 1-1,0 0 1,1 0-1,25-20 1,-7 11-4,-3 4-26,36-34 1,-55 44 27,0 0 0,-1-1 1,0 0-1,-1 0 0,0-1 0,0 0 1,6-17-1,-8 18-6,1-1 1,-1 1-1,2-1 1,0 2-1,0-1 0,0 1 1,1 0-1,1 1 1,10-10-1,7-7-1,-1-1-1,31-44 1,-40 50-10,-13 16 14,1 1-1,-1-1 0,1 1 1,0 0-1,1 0 0,4-2 1,-4 2 3,-1 1-1,0-1 1,0 0 0,0 0 0,-1 0 0,1 0 0,4-6 0,-5 6-7,-1 0 0,1 0 0,0 0 0,0 1 0,0 0 0,0-1 0,0 1 0,1 0 0,-1 0 0,5-1 0,41-14-13,-23 9 11,7-6-62,56-31 0,-61 29 50,1 1 0,57-20 0,-40 22-8,53-18-132,-85 25 140,-1 0-1,0 0 1,-1-1-1,1-1 1,13-11-1,-8 7 18,0 0-1,1 1 0,0 1 0,0 1 0,1 1 1,27-8-1,52-23-2,-64 18-3,-29 16 4,1 1-1,0 0 1,-1 0 0,1 1 0,1 0 0,-1 0-1,13-3 1,36 0-197,-40 5 88,-1 0 1,1-2-1,0 0 1,22-7-1,-19 9 60,91 2-786,-109 0 948,17 12-110,28 9-1,-42-20 0,-1-1 0,0 0 0,1 0 0,-1 0 0,1 0 0,0 0 0,3 0 0,10 3 3,-5 0 25,18 3-22,-13-4-44,0 1 0,-1 0 1,0 2-1,25 11 0,-33-13 22,11 11 24,-6-6-120,-6-4-525,0 0 0,0 1-1,10 9 1,-12 0-3601,5 25 2364,-8-30 917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6:55.15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0 319 10858,'1'15'365,"1"0"0,0 0-1,8 29 1,-7-37 139,-1 0-1,1 0 1,0-1 0,1 1 0,-1-1 0,1 0-1,1 0 1,-1 0 0,1 0 0,7 6-1,-10-10-413,0-1-1,0 0 1,1 1-1,-1-1 1,0 0-1,1 0 1,-1-1-1,0 1 1,1 0-1,-1-1 1,1 1-1,-1-1 1,1 0-1,-1 0 1,1 0-1,-1 0 1,1 0-1,-1 0 1,1-1-1,-1 1 1,1-1-1,-1 0 1,4-1-1,6-3-1,0-1 0,-1 0-1,15-11 1,-20 13-42,201-144 171,-157 108-391,87-94 0,-134 131 18,57-66-805,-41 46-1759,1-1-3286,-11 13 4155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6:55.66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0 529 12035,'9'-12'697,"1"0"0,1 1 1,-1 0-1,2 1 0,-1 0 1,1 1-1,1 0 0,0 1 1,21-10-1,-33 17-534,-1 15 212,-10 70-342,3-35-26,7-46 2,-1 0 0,1 0 1,0 0-1,0 0 1,0 0-1,0 0 1,1 0-1,-1 0 0,2 3 1,-2-5-6,1 0 1,0 0-1,-1 0 1,1-1-1,-1 1 1,1 0-1,0-1 1,0 1-1,-1 0 1,1-1-1,0 1 1,0-1-1,0 1 1,0-1-1,-1 1 1,1-1-1,0 0 1,0 1-1,0-1 0,0 0 1,0 0-1,0 0 1,0 0-1,0 0 1,0 0-1,0 0 1,0 0-1,0 0 1,0 0-1,0 0 1,0-1-1,0 1 1,2-1-1,13-5 41,-1-1 0,1 0 0,-1-1 1,0 0-1,-1-1 0,17-15 0,1 2-1,97-65-286,125-86 1013,-130 81-2896,-6-6-3755,-48 32 3790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5:43.86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338 2784 9154,'13'1'329,"0"-2"0,0 0 0,-1 0 1,21-6-1,-28 5-291,0 1 1,0-1 0,0-1-1,0 1 1,0-1-1,0 0 1,-1 0-1,1 0 1,-1 0-1,0-1 1,0 0 0,0 0-1,5-7 1,69-110 2433,-69 105-2435,-2 0 0,0 0 0,-1-1 0,0 0 0,-2 0 0,4-22 0,12-70 1769,34-110 1,-48 196-1911,8-37 170,8-104-1,-8 50 859,-3 58-545,19-61 1,6-25-366,-32 119-34,-1 0 1,-1-1-1,-1 1 0,-2-32 0,-35-167 379,24 158-303,-5-2-44,-2 1-1,-2 1 0,-60-119 1,76 174-23,0 0 0,0 0 1,-1 1-1,0 0 1,-1 0-1,1 1 0,-1-1 1,-1 1-1,0 1 1,0 0-1,0 0 0,0 0 1,-1 1-1,0 0 1,0 1-1,-1 0 0,-11-3 1,2-1 24,1-2-1,0 1 1,-28-22 0,25 16-5,-38-20 0,43 28 4,5 2-11,1 0 1,-20-13-1,27 15-1,-1 0 0,1 0 0,-1 0 0,1 0 0,0-1 0,1 0 0,-1 0 0,0 1 0,1-2 0,0 1 0,-2-5 0,-18-57-33,20 64 36,0-1 0,1 0 0,-1 0 0,0 0-1,0 1 1,-1-1 0,1 1 0,-1 0 0,1 0 0,-1 0-1,0 0 1,-4-2 0,3 1-5,0 0 1,0 0-1,0 0 0,0-1 0,-4-4 1,-24-43-75,26 39 80,-1 1 0,0 0 0,-1 0 0,0 0-1,-20-18 1,26 27-4,-1 1 0,0-1 0,1 0 0,-1 1 1,0 0-1,0 0 0,0 0 0,-1 0 0,-5-1 0,8 2-24,20-16-1661,20-22-575,-29 27 709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5:44.82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0 131 10594,'213'-22'873,"7"-1"-193,-162 17-227,0 2 0,0 3 0,0 3 0,61 9 0,-55-7 89,1-3-1,118-13 0,-6 0-109,-83 8-432,66 0 16,-87 5-289,-1-3 0,96-15 0,-158 16 224,158-32-6768,-129 24 4899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5:46.91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18 16 17452,'-1'0'67,"0"1"0,0-1 1,0 0-1,0 1 1,0 0-1,0-1 0,0 1 1,0 0-1,0-1 0,0 1 1,1 0-1,-1 0 0,0 0 1,1 0-1,-1-1 1,0 1-1,1 0 0,-1 0 1,1 0-1,-1 0 0,1 1 1,0-1-1,0 0 0,-1 0 1,1 0-1,0 0 1,0 0-1,0 2 0,1-2-62,-1 0-1,1 0 0,0 0 1,0 0-1,0 0 1,-1 0-1,1 0 0,0 0 1,0 0-1,1 0 1,-1 0-1,0-1 0,0 1 1,0 0-1,0-1 1,1 1-1,-1-1 0,0 1 1,1-1-1,-1 0 1,0 1-1,1-1 0,1 0 1,0 0 102,1 0 1,0 0-1,-1 0 0,1-1 1,-1 1-1,1-1 0,-1 0 1,1 0-1,3-2 0,-2 2-53,0-1-1,0 1 0,0 0 1,0 0-1,9-1 0,677 10 601,-312-17-850,-125-14-3936,-106 3 1889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5:47.65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 8794,'0'0'328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5:49.23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301 44 16900,'0'-1'740,"-8"-8"679,5 6-1439,-2-2-34,4 3 23,0 0-1,-1 0 1,1 0-1,-1 0 1,0 1-1,0-1 1,1 1-1,-1-1 1,0 1-1,0 0 1,0-1-1,-1 1 1,1 0-1,0 0 1,0 1-1,0-1 1,-1 0-1,1 1 1,0 0 0,-1-1-1,1 1 1,-1 0-1,1 0 1,0 0-1,-5 1 1,-3 3-74,0 1 0,-1 0 1,2 1-1,-1 0 0,1 0 1,0 1-1,0 0 1,0 1-1,1 0 0,0 0 1,1 0-1,0 1 1,-6 10-1,0 2 578,0 1 0,2 0 1,0 1-1,-13 44 0,20-56-395,-2 8 86,1 0-1,-6 39 1,11-53-134,-1 0 0,1-1 0,0 1 0,0 0 0,1 0 0,-1 0 0,1-1 0,0 1 0,1 0 0,-1-1 0,1 1 0,-1-1 0,1 0 0,1 1 0,-1-1 0,1 0 0,-1 0 0,5 4 0,0-2-2,0 0 1,1-1-1,0 0 0,0 0 0,0-1 1,0 0-1,0 0 0,1-1 0,0 0 1,0-1-1,0 0 0,0 0 0,17 0 1,-3 0-17,1-2 1,-1-1 0,0-1-1,32-7 1,-33 5-9,0-1 0,0-1-1,0-1 1,-1-1 0,0-1 0,-1-1 0,0-1 0,-1 0 0,0-1 0,0-2 0,-1 0 0,-1 0 0,-1-2 0,22-24-1,-19 15 0,-19 23 10,-4 3-16,1 0 1,-24 10 17,0 2-1,2 0 1,-1 2 0,2 0-1,-26 22 1,49-37-5,0 1-1,1-1 1,-1 1-1,0 0 1,0-1-1,0 1 1,1 0 0,-1-1-1,0 1 1,1 0-1,-1 0 1,1 0-1,-1-1 1,1 1-1,-1 0 1,1 0-1,-1 0 1,1 0 0,0 0-1,-1 0 1,1 0-1,0 0 1,0 1-1,0-1-4,1 0 0,0-1 0,-1 1 0,1-1 0,-1 1 0,1 0 0,0-1 0,-1 1 0,1-1-1,0 0 1,-1 1 0,1-1 0,0 0 0,0 1 0,0-1 0,-1 0 0,1 0 0,0 0 0,0 1 0,0-1-1,0 0 1,8 0 0,-1 1 1,0-2-1,0 1 0,11-2 0,-7-1-8,0-1 0,0 0-1,-1 0 1,1-1 0,19-12 0,-26 15 4,-1-1-1,0 1 1,0-1 0,0 0-1,0-1 1,-1 1 0,1-1-1,-1 1 1,0-1 0,0 0-1,0-1 1,0 1 0,-1 0-1,0-1 1,0 1 0,0-1 0,2-6-1,-4 7-1,-1 0 0,1 0 0,0 0 0,-1 0 0,0 1 0,0-1 0,0 0 0,0 0 0,-1 1 0,1-1 0,-1 1 0,0-1 0,0 1 0,-1 0 0,1-1 0,0 1 0,-1 0 0,0 1 0,0-1 0,0 0 0,-5-2 0,-6-6-73,0 1 0,-1 1 1,-22-11-1,25 15 3,0 0 0,0 0 0,0 1 0,-15-3 0,25 7 95,4-1-17,0 0 0,1 0-1,-1 0 1,0 1 0,0-1 0,1 1 0,-1 0-1,0-1 1,1 1 0,-1 0 0,0 0 0,0 1-1,5 0 1,-1-1 15,220 15 77,-224-15-99,0 0-1,0 0 1,-1 0-1,1 0 1,0 0-1,-1 0 0,1 1 1,0-1-1,-1 0 1,1 1-1,0 0 1,-1-1-1,1 1 1,-1 0-1,1 0 1,-1 0-1,1 0 1,-1 0-1,0 0 1,0 0-1,1 1 1,-1-1-1,0 0 1,0 1-1,1 1 1,-1 0 8,-1 0 0,0-1 0,0 1 0,1 0 0,-1 0 0,-1-1 0,1 1 0,0 0 1,-1-1-1,0 1 0,1 0 0,-1-1 0,0 1 0,-2 3 0,-9 23 115,-12 54 0,21-76-122,2-6 8,0-9 34,1 4-38,0 1 0,0 0 0,0-1 0,0 1 0,0-1 0,1 1 1,0 0-1,-1-1 0,1 1 0,0 0 0,2-4 0,1 1 6,-1 0-1,1 0 1,1 0 0,-1 0 0,10-9-1,2 0-6,0 1 1,1 0-1,19-11 0,-27 19-8,1 0 1,-1 1 0,1 1 0,0 0-1,0 0 1,1 1 0,-1 0-1,12-2 1,-20 5 2,1 0 0,-1-1 1,0 1-1,0 0 0,0 0 0,0 0 1,0 0-1,0 1 0,0-1 1,0 1-1,1-1 0,-1 1 0,0 0 1,-1-1-1,1 1 0,0 0 0,0 0 1,0 1-1,0-1 0,-1 0 1,1 0-1,-1 1 0,1-1 0,-1 1 1,1 0-1,-1-1 0,0 1 0,0 0 1,0 0-1,0 0 0,0 0 0,0 0 1,0 0-1,-1 0 0,1 0 1,-1 0-1,1 3 0,0 8 10,0 0-1,0 0 0,-2 0 1,-3 26-1,2-16-5,0 13-3,1-36 0,1 1 0,0-1 0,0 0 0,0 1 0,0-1 0,0 0 0,0 1 0,0-1 0,0 1-1,0-1 1,0 0 0,0 1 0,0-1 0,0 0 0,0 1 0,0-1 0,0 0 0,0 1 0,0-1 0,0 0 0,0 1-1,1-1 1,-1 0 0,0 1 0,0-1 0,0 0 0,1 0 0,-1 1 0,0-1 0,0 0 0,1 0 0,-1 1 0,0-1 0,0 0-1,1 0 1,-1 0 0,0 1 0,1-1 0,-1 0 0,9-4 3,-8 3-3,14-11 1,-1 0 0,14-14 1,8-7 2,140-121-8,-176 154 4,0 0 0,0 0 0,0-1 0,0 1 0,0 0 0,0 0 0,0 0 0,0 0 0,0 0 0,0 0 0,0-1 0,0 1 0,0 0 0,1 0 0,-1 0-1,0 0 1,0 0 0,0 0 0,0 0 0,0-1 0,0 1 0,0 0 0,1 0 0,-1 0 0,0 0 0,0 0 0,0 0 0,0 0 0,0 0 0,0 0 0,1 0 0,-1 0 0,0 0 0,0 0 0,0 0 0,0 0-1,1 0 1,-1 0 0,0 0 0,0 0 0,0 0 0,0 0 0,0 0 0,0 0 0,1 0 0,-1 0 0,0 0 0,0 0 0,0 1 0,0-1 0,0 0 0,1 0 0,-4 10-1,-9 13 2,-1-4-1,7-12 0,0 0 0,1 1 0,0 0 0,1 0 0,0 1 0,0-1 0,1 1 0,0 0 0,-3 16 0,5-24-10,1 0 1,0 0 0,-1 1-1,1-1 1,0 0 0,0 0-1,0 1 1,0-1 0,0 0-1,0 0 1,1 0 0,-1 0-1,0 1 1,1-1 0,-1 0-1,0 0 1,1 0 0,0 0-1,-1 0 1,1 0 0,-1 0-1,1 0 1,0 0 0,0 0-1,0 0 1,0 0 0,-1 0-1,1-1 1,0 1 0,0 0-1,0-1 1,1 1 0,-1-1-1,2 2 1,-1-2-73,0 0-1,0 0 0,0 0 1,0-1-1,0 1 1,0 0-1,0-1 1,0 1-1,0-1 0,0 0 1,0 1-1,0-1 1,-1 0-1,1 0 1,0 0-1,-1 0 0,1-1 1,-1 1-1,1 0 1,1-3-1,5-5-511,0-2 1,-1 1-1,0-1 0,6-13 0,-6 10 489,1 1 0,13-17-1,-20 28 109,1 0-1,0 0 1,0 0-1,-1 0 1,1 0-1,0 0 1,1 1-1,-1-1 1,0 1-1,0 0 1,1-1-1,-1 1 1,1 0-1,-1 1 1,1-1-1,-1 0 1,1 1-1,0-1 1,-1 1-1,1 0 1,0 0-1,-1 0 1,1 0-1,-1 0 1,1 0-1,0 1 1,-1 0-1,4 0 1,-2 1 91,-1 0 0,0 0 0,0-1 0,0 2 0,0-1 0,-1 0 0,1 1 0,-1-1 0,1 1 0,-1 0 0,0-1 0,0 1 1,0 0-1,0 0 0,-1 1 0,1-1 0,-1 0 0,0 1 0,0-1 0,0 0 0,1 5 0,-1 3 86,0 1 0,-1-1 1,0 0-1,-1 1 0,0-1 0,-1 0 0,0 0 0,-4 12 0,-35 87-44,21-62-52,7-13-74,-41 113 75,47-124-75,1 1 0,1-1 0,1 1 0,0 28 0,4-47-6,0 0 0,0 0 0,1 0 0,0 0 0,3 9 0,-3-14-7,-1 0 0,0 0 1,0-1-1,0 1 0,0 0 0,1 0 0,-1-1 0,0 1 0,1 0 0,-1 0 0,1-1 0,-1 1 0,0 0 0,1-1 1,0 1-1,-1-1 0,1 1 0,-1-1 0,1 1 0,0-1 0,-1 1 0,1-1 0,0 1 0,-1-1 0,1 0 0,0 0 0,0 1 1,-1-1-1,1 0 0,0 0 0,0 0 0,0 0 0,-1 0 0,1 0 0,0 0 0,0 0 0,0 0 0,-1 0 0,1 0 1,0 0-1,0-1 0,0 1 0,-1 0 0,1-1 0,0 1 0,-1 0 0,1-1 0,1 0 0,2-2-156,0-1 0,0 0 1,-1 0-1,1 0 0,-1-1 0,0 1 0,0-1 0,0 1 0,-1-1 0,0 0 0,0 0 0,0 0 0,2-9 1,0-4-346,0-1-1,1-28 1,-1-75 1279,-4 79-416,1 1-1,3 0 1,16-81-1,-11 94-312,1 0 0,1 0 0,2 1 0,1 0 0,1 1 0,1 1 1,1 0-1,36-40 0,-48 60 33,0 1-1,-1 1 1,2-1 0,-1 1 0,0 0 0,1 0 0,11-5-1,-16 8 115,-3 7-119,-9 22-77,-2 0-1,-2 0 1,0-1-1,-31 40 1,-25 45-264,67-106 20,-8 18-663,5-6-4700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5:49.47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 17428,'2'0'1352,"0"0"-128,52 7-456,-28 21-399,-8 9-209,6 24-96,-6 7-24,-13 16-48,2 3-64,-19-6-80,-4-8-161,4-28-39,-2-13 56,28-44-2536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5:49.88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1 271 11250,'4'1'928,"0"1"-1,-1-1 0,2 1 0,-1-1 0,0 0 1,0-1-1,0 1 0,6 0 0,-4-2-639,1 1 0,0-1 0,0 0 0,0 0 0,0-1 0,-1 0 0,11-5 0,1-2-608,0 0 0,-1-2 0,23-18 0,50-46 277,-82 67 47,0 0 0,0 0 0,-1-1 0,0-1 0,-1 1 0,0-1 0,0 0 0,4-12 0,-9 21-4,0 0 0,-1 0-1,0 0 1,1 0-1,-1 0 1,0-1 0,1 1-1,-1 0 1,0 0 0,0 0-1,0 0 1,0 0-1,0 0 1,0-1 0,0 1-1,0 0 1,-1 0-1,1 0 1,0 0 0,-1 0-1,1 0 1,-1 0-1,1 0 1,-1 0 0,1 0-1,-1 0 1,-1-1 0,0 1-2,0 0 1,0 0-1,0 0 1,0 0-1,0 1 1,0-1-1,0 1 1,0-1-1,0 1 1,0 0-1,0 0 1,0 0-1,0 0 1,-2 0-1,-8 2-7,0 0 0,-1 1 0,2 0 0,-13 5 0,15-3 15,-1 0 0,2 0 0,-1 1 0,0 0 0,1 0 0,0 1 0,1 0 0,-1 0 0,2 1 0,-1 0 0,1 0 0,0 1 0,0 0 0,1 0 0,1 0 0,-1 0 0,1 1 0,1 0 0,-4 13 0,6-15 5,-1-1-1,1 1 1,1-1 0,-1 1 0,1 0 0,0-1 0,1 1-1,0 0 1,0-1 0,1 1 0,4 12 0,-4-14-15,1-1 0,0 1 0,0-1 0,1 0 0,-1 0 0,1 0 0,0 0 0,1-1 0,-1 1 0,1-1 0,0 0 0,0 0 0,0-1 0,0 0 0,11 5 0,-6-4-152,-1 0 1,1-1-1,0-1 0,0 0 0,0 0 0,0-1 0,0 0 0,17-1 0,-11-1-1138,1-1 0,0-1 1,-1 0-1,26-9 0,35-19-992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5:50.09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395 1 19532,'-52'52'608,"-4"4"-280,12 5-240,-5 2-72,5-3-16,6-13-120,-2-7-40,12-21-304,2-10-712,8-18 520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5:50.34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 10674,'40'9'992,"7"-1"2305,11 8-1456,5 0-601,7 1-672,-4 6-352,-3-4-2913,-9 0 2025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5:51.16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84 73 20276,'-2'8'495,"-6"20"-1434,-4 32 0,7-34-63,0 0 0,-17 44 0,10-45 874,8-18 712,1-1 0,0 1 0,0-1 0,-2 8 0,11-21 352,28-34-954,2 1-1,2 2 1,44-35 0,-66 61-82,0-1 0,36-18 0,-44 27 130,0 0 0,1 0 0,0 1 0,0 0 0,0 1-1,0 0 1,0 0 0,16-1 0,-23 3-10,0 0-1,0 0 1,1 0 0,-1 1-1,0-1 1,0 0 0,0 1-1,0 0 1,1-1 0,-1 1-1,0 0 1,0 0 0,0 0-1,-1 0 1,1 0 0,0 1-1,0-1 1,0 0 0,-1 1-1,1-1 1,1 4 0,-1-2-8,0 0 0,-1 1-1,0-1 1,0 0 0,0 1 0,0-1 0,0 0 0,-1 1 0,1-1 0,-1 1 0,0-1 0,-1 6 0,0 5-25,-2 0 0,0 1 1,0-1-1,-2-1 1,-7 20-1,5-10-248,7-23 250,0 0 0,0 0 0,1 0 0,-1 0 1,0 0-1,1 0 0,-1 0 0,0 0 0,0 0 0,1 0 0,-1-1 0,0 1 0,1 0 0,-1 0 1,0 0-1,0 0 0,1 0 0,-1 0 0,0-1 0,0 1 0,1 0 0,-1 0 0,0 0 1,0-1-1,0 1 0,0 0 0,1 0 0,-1-1 0,0 1 0,0 0 0,0 0 0,0-1 0,0 1 1,1-1-1,28-40-243,-13 15 179,2 0 0,36-41 0,-40 53 37,0 0-1,0 1 0,2 0 0,-1 2 0,27-16 0,-39 25 35,-1 1 0,1 0 0,0-1 0,0 1 0,1 0 0,-1 0 0,0 0 0,0 1 0,0-1 0,1 1 0,-1 0 0,4 0 0,-6 0 4,0 0 0,0 1 0,-1-1 1,1 0-1,0 0 0,0 1 0,-1-1 0,1 1 0,0-1 0,-1 1 1,1-1-1,0 1 0,-1-1 0,1 1 0,-1-1 0,1 1 0,-1 0 0,1-1 1,-1 1-1,1 0 0,0 1 1,-1 0 1,1 0 0,-1 0-1,1 0 1,-1 0-1,0 0 1,0 0-1,0 0 1,0 0 0,0 0-1,-1 3 1,-4 15 25,0-1 0,-1 0 0,-12 24 0,11-28-166,1 0 0,0 1 0,1 0-1,1 0 1,0 0 0,-2 24 0,6-38-81,0 0 1,0 0-1,1 1 1,-1-1-1,0 0 0,1 0 1,-1 1-1,1-1 0,1 4 1,-1-5 104,0 0-1,0 0 1,0 0 0,0 0 0,0 0 0,0 0 0,0 0 0,0 0-1,0 0 1,1 0 0,0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5:51.54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 71 19548,'2'1'26,"0"-1"-1,0 1 1,0-1-1,0 1 1,0 0-1,0 0 1,0 0-1,0 0 1,0 0-1,0 0 1,-1 1-1,1-1 1,0 1-1,-1-1 1,1 1-1,-1-1 1,0 1-1,1 0 1,-1 0-1,0 0 1,0-1-1,0 1 1,1 3-1,1 4 85,-1 1 1,0-1-1,-1 1 1,1 11-1,-1-13-59,0 0 0,0 0 0,4 15 0,-4-22-50,-1 0-1,1 0 0,0-1 1,-1 1-1,1 0 0,-1 0 1,1 0-1,0 0 0,0-1 1,0 1-1,-1 0 0,1 0 0,0-1 1,0 1-1,0-1 0,0 1 1,0-1-1,0 1 0,0-1 1,0 0-1,0 0 0,0 1 1,0-1-1,1 0 0,-1 0 0,0 0 1,0 0-1,0 0 0,0 0 1,0 0-1,0-1 0,0 1 1,0 0-1,0-1 0,2 1 1,4-3 4,0 0 0,-1 0 0,13-7 1,-17 9-5,4-2 0,81-52 9,-77 48-58,0-1 0,-1 0 1,1 0-1,-2-1 0,1 0 1,8-13-1,-16 21 33,0-1-1,0 1 1,0-1 0,0 1-1,0-1 1,-1 0 0,1 0-1,0 1 1,-1-1 0,0 0-1,1 0 1,-1 0 0,0 0-1,0 0 1,0 1 0,0-1 0,0 0-1,0 0 1,0 0 0,-1-2-1,0 2 20,0 0-1,-1 1 1,1-1-1,0 0 1,0 1-1,-1-1 1,1 1-1,-1 0 1,1-1-1,-1 1 1,0 0-1,1 0 1,-1 0-1,0 0 1,0 0-1,0 1 1,1-1-1,-1 0 1,-2 0-1,-10-2 79,1 0 0,0 1 0,-1 1-1,1 0 1,0 1 0,-1 0 0,1 1 0,-25 4 0,20-1-70,0 1 0,-1 1 0,2 1 0,-1 0 0,-23 14 1,41-21-68,0 0 1,0 0-433,0 1 433,0-1 0,0 0 0,1 0-1,-1 0 1,0 0 0,0 0 0,0 0 0,0 0 0,0 0 0,0 0-1,0 0 1,0 0 0,0 1 0,0-1 0,0 0 0,0 0 0,0 0 0,-1 0-1,1 0 1,0 0 0,0 0 0,0 0 0,0 0 0,0 0 0,0 0-1,0 1 1,0-1-433,0 0 433,-1 0 0,1 0 0,0 0-1,0 0 1,0 0 0,0 0 0,0 0 0,0 0 0,0 0 0,8-1-1657,28-11-794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5:52.48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562 0 22269,'6'63'121,"-3"0"0,-3 0 1,-2 0-1,-3 0 1,-26 117-1,23-149-154,-2-1-1,-19 39 1,28-66-32,1-5-1115,0 2 1165,0 0 0,0-1-1,0 1 1,0 0 0,0-1 0,0 1 0,0 0-1,0-1 1,0 1 0,0 0 0,-1-1 0,1 1-1,0 0 1,0 0 0,0-1 0,0 1 0,-1 0-1,1 0 1,0-1 0,0 1 0,-1 0 0,1 0-1,0 0 1,0-1 0,-1 1 0,1 0 0,0 0-1,0 0 1,-1 0 0,1 0 0,0 0 0,-1-1-1,1 1 1,-8-4-11,1 0 0,-1 1 0,0-1 0,0 2 0,-1-1 0,1 1 0,0 0 0,-1 1 0,1 0 0,-11 0-1,-8-1-13,-9-2 59,1 2 0,-1 1 0,-36 4 1,62-2 19,0 1 0,0 0 0,0 1 0,0-1 0,0 2 0,1-1 0,-1 2 0,1-1 0,0 1 0,0 0 0,1 1 0,-1 0 0,1 1 0,1 0 0,-9 9 0,14-14-35,0-1 1,1 1-1,-1 0 1,1 0-1,-1 0 1,1 0-1,0 0 1,0 0-1,0 0 1,0 0 0,0 1-1,0-1 1,1 0-1,-1 1 1,1-1-1,-1 0 1,1 1-1,0-1 1,0 1-1,0-1 1,0 0-1,1 1 1,-1-1 0,1 1-1,-1-1 1,1 0-1,0 0 1,0 1-1,0-1 1,0 0-1,0 0 1,1 0-1,-1 0 1,0 0-1,1 0 1,0 0 0,-1-1-1,1 1 1,0-1-1,0 1 1,0-1-1,0 0 1,0 1-1,0-1 1,0 0-1,4 1 1,7 3-3,0-1 1,0-1-1,1 0 1,-1 0-1,1-2 0,-1 0 1,1 0-1,19-2 0,7-2 5,64-14 0,-62 8 67,0-2 0,-2-1 0,1-2 0,67-34 0,-99 42-57,-10 1-27,0-12 9,1 17 1,0-2 1,0 0 0,1 0-1,-1 0 1,0 0 0,1 0 0,0 0 0,-1 0-1,1 1 1,0-1 0,0 0 0,0 0 0,0 1-1,0-1 1,0 0 0,0 1 0,1 0 0,-1-1-1,0 1 1,1-1 0,0 1 0,-1 0 0,1 0-1,0 0 1,-1 0 0,1 0 0,0 1 0,2-2-1,68-22 2,-34 13-6,-1-2 1,0-1-1,34-20 0,-68 33 4,-1-1 0,1 1 0,-1 0 0,0-1 0,0 0 0,0 0-1,0 0 1,0 1 0,0-2 0,-1 1 0,1 0 0,0 0 0,-1 0 0,0-1 0,0 1 0,0-1 0,1-2 0,-1 4 0,-1 0 0,0 0 0,0 0 0,0 0 0,0 0 0,-1 0 0,1 0 0,0 0 0,0 0 0,0 0 0,-1 0 0,1 0 0,-1 0 0,1 0 0,-1 0 0,1 0 0,-1 1 0,0-2 0,-1 0 0,0 1 0,1-1 0,-1 1 0,0-1 0,0 1 1,0 0-1,0 0 0,0 0 0,-1 0 0,-3-1 0,-1 1 5,-1-1 0,1 2 0,-1-1-1,1 1 1,-1 0 0,0 0 0,1 1 0,-1 0 0,0 0 0,1 1-1,0 0 1,-1 0 0,1 1 0,0 0 0,0 0 0,0 1-1,1 0 1,-1 0 0,-8 8 0,10-8 0,-1 0 0,1 0 0,0 1 0,1 0 0,-1 0 0,1 1 0,0-1 0,0 1 0,1-1-1,0 1 1,0 0 0,0 1 0,1-1 0,0 0 0,0 1 0,0 0 0,1-1 0,0 1 0,0 0 0,1-1 0,0 1 0,0 9 0,1-12-10,0 0 0,0-1 0,0 1 0,0-1 0,0 1 0,0-1 0,1 0 0,0 0 0,0 0 1,0 0-1,0 0 0,0 0 0,0 0 0,1 0 0,0-1 0,5 5 0,-3-4-9,-1-1-1,1 1 0,0-1 1,0 0-1,0 0 1,0-1-1,1 0 1,-1 0-1,0 0 0,9 0 1,0-1-34,0 0 0,0-1 1,0-1-1,0-1 0,0 0 1,-1 0-1,1-1 0,13-7 0,-2-1-301,0 0 0,-1-2-1,-1-1 1,0-2 0,-1 0-1,0-1 1,-2 0 0,30-36-1,-34 35 272,-2-1-1,0-1 0,-2 1 0,0-2 1,-1 0-1,-1 0 0,-1-1 0,-1 0 1,-1-1-1,4-28 0,-7 28 409,-1 0 1,-1-1-1,-1 1 0,-1 0 1,-3-27-1,2 47 418,-1 4-678,1 1 0,0-1-1,0 1 1,-1-1 0,1 1 0,0 0-1,0 0 1,0 0 0,0 0 0,0 0-1,0 0 1,0 0 0,0 0-1,0 0 1,1 0 0,-1 0 0,0 1-1,1-1 1,-1 2 0,-3 9 51,1 1-1,0 0 1,1-1-1,1 1 1,0 0-1,1 13 1,0-11-49,3 340 410,2-198-1216,-3-73-182,1-21 186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14.90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32 7698,'0'0'1765,"8"-4"-4236,44-22 293,-42 24 7808,-4 9-4121,6 6-1369,26 29-94,-34-37-1,0 1 1,-1-1 0,0 1-1,0 0 1,0 0 0,-1 1-1,1-1 1,-2 1 0,1-1-1,-1 1 1,0-1 0,0 1-1,-1 9 1,3 14 920,1-9-82,3 32 630,29 101 0,-23-112-1481,-3 1 0,8 75 1,-13-93-34,0-1 0,2 0 0,9 24 0,5 12 4,-1-3 5,-14-43-7,0 1 1,-2-1-1,1 1 0,3 29 0,-5 3-5,-3-30-2,1 1 0,0-1 1,2 0-1,0 0 1,1 0-1,0 0 0,12 27 1,43 63-12,26 54 40,-59-100-65,33 63 14,-42-91 64,-3 0 1,20 64 0,-21-57 41,27 59 1,-35-89-75,2 0 0,0-1 0,0 0 0,0-1 1,1 1-1,0-2 0,11 9 0,-11-10-2,0 1-1,0 1 1,0-1-1,-1 1 1,0 1-1,-1-1 1,0 1-1,7 14 1,-4 1-1,-1 1-1,9 48 1,-13-51-89,0 0 0,2 0-1,1 0 1,14 32 0,-15-42 61,-1 0 0,0 0-1,-1 0 1,0 1 0,-1 0 0,-1 0-1,0-1 1,0 2 0,-1-1-1,-1 0 1,-1 0 0,-1 16 0,2-23-28,0 1 1,1-1 0,0 1-1,0-1 1,0 0 0,1 1-1,0-1 1,0 0 0,1 0-1,5 10 1,-3-6-16,11 36 44,-3-14-18,-12-30 24,2 0-129,11 8 62,27 18 30,-26-17 25,-6-2 33,0 4-5,18 27-5,-19-27-30,-8-13 36,0 0 0,0 1 0,0-1 0,0 0 1,0 0-1,1 1 0,-1-1 0,0 0 0,0 0 0,0 1 1,0-1-1,1 0 0,-1 0 0,0 0 0,0 1 0,1-1 1,-1 0-1,0 0 0,0 0 0,1 0 0,-1 0 1,0 0-1,1 1 0,-1-1 0,0 0 0,0 0 0,1 0 1,-1 0-1,0 0 0,1 0 0,-1 0 0,1 0 1,7 1-61,-1 0 35,-5 0 13,1 0 0,0 0-1,-1-1 1,1 0 0,-1 1 0,1-1 0,0 0 0,-1 0 0,1 0-1,0-1 1,-1 1 0,1-1 0,0 1 0,-1-1 0,1 0 0,-1 0-1,1 0 1,-1 0 0,0-1 0,1 1 0,2-3 0,107-78-2134,-35 27-1294,-56 39 2401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22.07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 8890,'0'7'840,"0"2"1641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22.32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 0 10610,'-10'23'1273,"10"-9"5712,0-4-6601,10-3-576,-1-7-256,2 2-2153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22.54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 18068,'1'1'944,"38"19"-16,-15-20-1160,4 0-432,0-6-5497,-5 1 4976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22.80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33 8938,'18'-3'216,"1"-9"-1816,5-6 855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23.04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1 308 15939,'7'2'1129,"14"-7"-465,-8-2-1232,12-10-1753,3-3-239,-11 1 1663,6 3 649,-11 2 1193,-3-1 1575,-7-5 369,-4-4-1281,4-13-1720,5-12-5401,12-17 4089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23.28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326 156 20500,'-14'6'1617,"5"-26"-8843,11-1 4514</inkml:trace>
  <inkml:trace contextRef="#ctx0" brushRef="#br0" timeOffset="1">123 1 12547,'-40'0'1240,"-2"2"480,2 1-1976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23.52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453 1 21861,'-43'24'80,"6"-1"-408,21-7-5842,2-2 3106</inkml:trace>
  <inkml:trace contextRef="#ctx0" brushRef="#br0" timeOffset="1">153 149 13955,'-42'9'1008,"1"2"-1152,5 1-2392,3 2 2040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23.80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 11819,'2'24'344,"-2"1"160,7-1 144,-2 1 232,4 1 200,5 2 41,-6 0-641,5 1-480,-8-2-5490,0 4 4698</inkml:trace>
  <inkml:trace contextRef="#ctx0" brushRef="#br0" timeOffset="1">362 687 17852,'52'-1'728,"6"-6"-600,10-2-168,0-1-48,-3 1 56,-4 7 32,-10 4 0,-4 3-8,-4 2 8,-4-3-64,-2-4-224,1-6-1072,1-4-1177,1-8-2056,3-3 3177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24.02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0 726 17636,'25'-9'1000,"6"-10"-488,4-9-616,4-18-3833,-3-3-1304,-2-7 3545</inkml:trace>
  <inkml:trace contextRef="#ctx0" brushRef="#br0" timeOffset="1">266 271 9402,'0'-45'1056,"-2"-4"2873,0-7-4553,-1-3-1521,1-3 1569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24.23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241 94 18164,'-29'6'1200,"-5"-3"120,3 2-775,-1-6-521,1-10-249,3-13-2327,0-8-4522,0-8 5538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24.44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1303 0 12211,'-67'14'1792,"-6"6"1465,-2 2-1737,0 10-1216,-2-1-152,5-3-176,2-2-232,4-6-1824,-2-3-1081,0 2 1000,-4 2 937,-5 7 1336,0 2 552,-1 3 249,-3 6 615,6 1-1856,3-2-1625,13-3 1329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5:01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10674,'34'-18'104,"2"4"-1168,-3 2-752,6 1 703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5:02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10490,'2'2'327,"17"23"343,-1 1-1,-2 1 1,0 0 0,-2 1-1,-1 1 1,-1 0 0,9 35-1,0 16 824,16 126-1,-13 28-759,-13 381-119,-30 11-494,12-425-120,2-81-5,-13 542-30,35-3 8,77 174-765,-53-595-1389,10-26 702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5:03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1 877 5801,'20'-6'1175,"0"0"0,0 2 0,0 0-1,1 1 1,20 0 0,21-3 631,980-127 2461,300-35-2755,7 36 532,-475 73-1547,284-23-360,-896 62-181,842-72-8,-6-30-1704,-845 85 1123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5:03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1 10658,'-44'28'1193,"-5"7"4360,-3 5-4177,-4 2-1096,9 0-128,1-6-112,8-4-16,3-9-216,3-8-240,8-11-3713,5-8 2641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5:04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19628,'16'3'944,"8"8"-207,9 5-465,16 10-216,2 2-40,8 7-24,-1 0-8,-7-4-32,-4 1-24,-7-11-232,4-7-689,-2-11 561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5:05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1 11042,'22'100'2130,"-8"-52"-3318,22 50 0,-33-90 919,1 0 0,0 0 0,0-1 0,10 14 0,-13-20 267,0 1-1,0-1 0,0 0 1,0 0-1,0 0 0,1 1 0,-1-1 1,0 0-1,1-1 0,-1 1 1,1 0-1,-1 0 0,1-1 0,0 1 1,-1 0-1,1-1 0,-1 0 1,1 1-1,0-1 0,0 0 0,-1 0 1,1 0-1,0 0 0,-1 0 1,1 0-1,0-1 0,-1 1 1,1 0-1,0-1 0,-1 0 0,3-1 1,8-4 500,-1-1 0,0-1-1,12-10 1,17-13 691,36-12-372,2 2 0,83-29 0,-106 46-830,-40 19-10,27-13-26,-56 25 406,1 0 0,0 0 0,0 2 0,1-1 0,0 2 0,-18 17 0,23-18-266,0 1-1,1 0 0,0 1 1,0-1-1,1 1 1,1 0-1,0 1 0,0-1 1,1 1-1,0 0 0,1-1 1,1 1-1,0 0 0,0 17 1,4 14-116,2-1 0,17 74 0,1 9 85,-22-117-57,0 0 0,-1-1 0,0 1 0,0 0 0,0 0 0,-1 0 0,0 0 0,-1 0 0,0 0 0,-3 8 0,3-12 1,-1 0-1,1 0 1,-1 0 0,0 0 0,0 0-1,0-1 1,0 1 0,-1-1-1,1 0 1,-1 0 0,0 0 0,0-1-1,0 1 1,0-1 0,0 0 0,-1 0-1,1 0 1,-8 1 0,-32 7 155,-1-3 1,0-1 0,-86-1-1,100-5 7,-1-1 0,-52-8 0,72 6-316,0 0 0,0 0 0,1-1 0,-1 0 0,1-1 0,0 0 0,0-1 0,1-1 0,-19-13 0,24 16-418,1 0 1,0 0 0,0 0 0,0-1-1,0 1 1,1-1 0,0 0 0,-3-6 0,1-2 55,1 1 0,1-1 0,-4-20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30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71 12147,'0'11'648,"-1"-1"0,-1 0 1,-3 12-1,-1 10-262,-15 102 928,-14 101 463,29-171-1420,2 107 0,9-126 270,-5-43-202,1-2-397,0 0 0,0-1 0,0 1 0,0 0 0,0-1 0,0 1-1,0 0 1,-1-1 0,1 1 0,0-1 0,0 0 0,0 1 0,-1-1 0,1 0 0,0 1 0,-1-1 0,1 0 0,-1 0 0,1 1 0,-1-1-1,2-2 1,6-19 35,29-111 44,7-23-94,-7 38-7,27-75 40,-64 191-41,11-20 42,-11 22-46,0-1 1,0 1-1,1 0 1,-1-1 0,0 1-1,0 0 1,0-1-1,0 1 1,0 0-1,1-1 1,-1 1-1,0 0 1,0 0-1,1-1 1,-1 1 0,0 0-1,0 0 1,1-1-1,-1 1 1,0 0-1,1 0 1,-1 0-1,0 0 1,1-1-1,-1 1 1,0 0 0,1 0-1,-1 0 1,0 0-1,1 0 1,-1 0-1,0 0 1,1 0-1,-1 0 1,1 0 0,-1 0-1,0 0 1,1 0-1,-1 0 1,0 1-1,1-1 1,-1 0-1,0 0 1,1 0-1,-1 0 1,0 1 0,0-1-1,1 0 1,-1 0-1,0 1 1,0-1-1,1 0 1,-1 0-1,0 1 1,0-1-1,0 0 1,1 1 0,-1-1-1,5 12 15,-1-1-1,0 1 0,0 0 1,2 18-1,2 8 4,-2-15-9,1 0 1,2 0-1,15 31 0,-21-48-12,0-1-1,0 0 1,0 1 0,1-1-1,0-1 1,0 1 0,0 0-1,0-1 1,1 0-1,0 0 1,0 0 0,0-1-1,0 0 1,0 0 0,1 0-1,0 0 1,-1-1 0,11 3-1,-11-5 3,-1 1 0,1-1 0,-1-1 0,0 1 0,1-1 0,-1 1 0,0-1 0,1-1 0,-1 1 0,0 0 0,0-1 0,0 0 0,0 0 0,0 0 0,-1-1 0,1 1 0,-1-1 0,1 0 0,-1 0 0,0 0 0,3-4 0,7-9 13,-1 0 0,0 0-1,11-23 1,-18 30-5,13-25-15,-2-1 1,-2-1 0,-1-1-1,11-53 1,-21 80-4,0 1 0,0 0 0,1 1 0,0-1 0,0 1 0,1-1 1,6-8-1,-10 16 9,0 0 0,1-1-1,-1 1 1,0 0 0,0 0 0,1 0 0,-1 0 0,0 0 0,1 0 0,-1 0 0,1 0 0,-1 1 0,1-1 0,-1 0 0,1 1 0,0 0 0,-1-1 0,1 1 0,2 0 0,-2 0 2,0 1 1,0-1 0,0 1-1,0 0 1,0 0 0,0 0-1,0 0 1,-1 0 0,1 0-1,0 1 1,-1-1 0,1 1-1,0-1 1,-1 1 0,0 0-1,1-1 1,-1 1 0,0 0-1,2 3 1,4 8 8,-1 1 1,0-1-1,0 1 0,-1 0 0,-1 1 0,3 19 0,9 95-137,-14-102 36,3 33-226,7 60-1529,-9-99 394,1 0-1,1 0 1,11 29 0,7-6-70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31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0 15939,'-11'40'1321,"-1"9"-1,0 2-928,0 1-392,5-11-144,0-17-472,-2-12-648,4-24-3305,-7-11 3840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31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0 178 19940,'39'-24'744,"15"-6"-271,10 0-329,20-3-168,0 0-473,-2 5 289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31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604 58 18404,'-20'-11'1659,"4"2"-1051,0 0-1,-31-12 1,41 20-628,0-1 0,1 1 1,-1 0-1,0 0 0,0 0 1,0 1-1,0 0 0,0 0 1,0 0-1,0 1 0,0 0 1,-10 3-1,-5 4-70,1 0-1,1 1 1,0 2-1,-28 18 1,-65 59 53,97-76 69,-36 32 129,47-39-128,-1-1 1,1 1-1,0 0 1,0 0-1,1 1 1,-1-1-1,-4 12 1,8-16-30,0 0 0,-1 0 0,1 0 0,0 0 0,0 0 0,-1 0 0,1 0 0,0 0 0,0 0 0,0 0 1,1 0-1,-1 0 0,0 0 0,0 0 0,0 0 0,1 0 0,-1 0 0,0 0 0,1 0 0,-1 0 0,1 0 0,0 0 0,-1 0 0,1 0 0,-1-1 0,1 1 0,0 0 0,0 0 1,0-1-1,-1 1 0,1-1 0,0 1 0,0-1 0,0 1 0,0-1 0,0 1 0,0-1 0,0 0 0,2 1 0,3 1-2,1-1-1,0 0 1,0 0-1,10 0 1,-15-1-3,139-7-88,-107 3 59,1 1-1,0 2 1,43 5 0,-76-4 30,0 0 1,0 0 0,-1 0-1,1 1 1,0-1 0,-1 0 0,1 1-1,-1 0 1,1-1 0,-1 1 0,1 0-1,-1 0 1,1 0 0,-1 0-1,0 0 1,1 0 0,-1 0 0,1 2-1,-1-2 1,-1 0 0,1 0 0,-1 0 0,0 0 0,1 0 0,-1 0 0,0 1 0,0-1-1,0 0 1,0 0 0,0 0 0,0 0 0,0 0 0,-1 0 0,1 0 0,0 0 0,-1 1 0,1-1-1,0 0 1,-2 1 0,-1 4 2,-1 0-1,0 0 1,-1-1 0,1 0-1,-1 0 1,0 0-1,-11 7 1,-15 9 7,0-1 0,-59 26 0,-73 19-8,146-59-104,-1 0-1,0-1 1,-36 5 0,28-14-107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32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495 81 20404,'-72'21'275,"2"2"-1,0 4 0,2 3 0,-66 40 0,119-61-250,2 0 0,-1 2-1,-15 14 1,28-24-22,0 0 0,0 0 0,1-1 0,-1 1 0,0 0 0,0 0 0,1 0 0,-1 1 0,0-1 0,1 0 0,-1 0 0,1 0 0,-1 2 0,1-2-1,0-1 0,0 0 0,0 1 0,0-1 0,0 0 1,1 1-1,-1-1 0,0 0 0,0 1 0,0-1 0,0 0 1,1 1-1,-1-1 0,0 0 0,0 1 0,0-1 0,1 0 0,-1 0 1,0 1-1,1-1 0,-1 0 0,0 0 0,1 0 0,-1 1 1,0-1-1,1 0 0,-1 0 0,1 0 0,4 1 9,0 0 0,0 0 0,0-1-1,0 0 1,5-1 0,-4 1-5,30-1 53,0-1-5,66 6 1,-93-3-54,1 1-1,-1-1 1,0 2 0,0-1 0,0 1-1,0 1 1,0-1 0,-1 2 0,0-1-1,0 1 1,0 0 0,8 8 0,-14-12-1,0 1 1,0-1-1,-1 1 0,1 0 1,-1 0-1,1 0 1,-1 0-1,0 0 0,0 0 1,0 0-1,0 0 1,0 0-1,0 0 0,-1 1 1,1-1-1,-1 0 1,0 1-1,1-1 1,-1 0-1,0 1 0,0-1 1,0 0-1,-1 1 1,1-1-1,-1 0 0,1 0 1,-1 1-1,0-1 1,0 0-1,0 0 0,0 0 1,0 0-1,0 0 1,0 0-1,-1 0 1,1 0-1,-1 0 0,-1 1 1,-5 5-11,1-1 0,-1 0 1,-1-1-1,1 1 1,-1-2-1,0 1 0,-13 5 1,12-7-72,1 0 0,-1-1 1,0 0-1,0 0 1,-12 0-1,19-2 27,1-1 1,-1 0-1,1 0 0,-1 0 1,0-1-1,1 1 1,-1 0-1,1-1 0,0 0 1,-1 1-1,1-1 1,-3-2-1,4 3 0,0-1 1,-1 0-1,1 0 0,0 0 0,0 0 1,0 0-1,0-1 0,1 1 1,-1 0-1,0 0 0,0-1 1,1 1-1,-1 0 0,1-1 0,-1 1 1,1-1-1,0 1 0,-1 0 1,1-1-1,0 1 0,0-1 1,0-2-1,1 0-8,-1-1 1,1 0 0,1 1-1,-1 0 1,1-1-1,-1 1 1,1 0-1,0 0 1,1 0 0,-1 0-1,1 0 1,0 0-1,0 1 1,0-1-1,5-3 1,4-5-7,1 1-1,27-17 1,-15 13 64,1 1 0,0 1 1,1 1-1,56-15 0,-63 22 133,1 0 0,0 2 1,0 0-1,0 2 0,0 0 0,0 1 0,35 5 0,-46-2-64,0-1-1,0 2 1,0 0-1,0 0 1,0 0-1,-1 2 1,0-1-1,0 1 0,0 0 1,-1 1-1,0 0 1,0 0-1,-1 0 1,0 1-1,0 1 1,-1-1-1,0 1 0,0 0 1,-1 0-1,6 17 1,-9-22-48,0 0 0,-1 0-1,0 0 1,0 0 0,0 1 0,-1-1 0,0 0 0,0 9 0,0-11-11,0-1 0,0 0 0,0 0 0,-1 0 1,1 1-1,0-1 0,-1 0 0,1 0 0,-1 0 0,1 0 0,-1 0 1,1 0-1,-1 0 0,0 0 0,0 0 0,0 0 0,1 0 0,-1 0 0,0 0 1,0-1-1,0 1 0,0 0 0,0-1 0,0 1 0,0-1 0,-1 1 0,1-1 1,0 1-1,0-1 0,0 0 0,0 0 0,-1 1 0,1-1 0,-1 0 0,-5-1 5,1 1 0,0-1 0,0 0 0,0-1-1,0 1 1,0-1 0,0-1 0,0 1 0,0-1-1,1 0 1,-8-5 0,2 1-64,0-2 0,0 1 0,1-1 0,-12-14 0,15 15 20,0-2 0,1 1 0,0-1 0,0 0 0,1 0 0,0 0 0,1-1 0,0 1 0,1-1 0,0 0 0,0-1 0,1 1 0,1 0-1,0-1 1,1-18 0,1 20 11,0-1-1,0 1 0,1 0 0,1 0 1,0 0-1,0 0 0,1 0 1,0 1-1,1-1 0,0 1 0,0 0 1,1 0-1,0 1 0,1 0 0,-1 0 1,2 0-1,9-7 0,-6 6 57,0 1 0,1 0 0,0 1 0,1 1 0,-1-1 0,1 2-1,1 0 1,-1 1 0,1 0 0,18-3 0,-25 6-9,1 0-1,-1 1 1,1 0-1,-1 0 1,1 0 0,-1 1-1,1 0 1,-1 1-1,1 0 1,-1 0 0,0 0-1,0 1 1,0 0 0,0 0-1,-1 1 1,1 0-1,-1 0 1,0 1 0,0-1-1,8 10 1,-4-2 14,0 1 1,-1 0-1,-1 1 0,0 0 1,-1 1-1,0-1 1,-1 1-1,-1 0 0,0 1 1,-1-1-1,2 26 1,1 18-95,-3 105-1,-5-117-18,4-24 14,-2-24 62,-1 1 1,1 0 0,-1-1 0,0 1 0,1 0 0,-1-1-1,1 1 1,-1-1 0,0 1 0,1 0 0,-1-1-1,0 1 1,0-1 0,1 1 0,-1-1 0,0 1 0,0-1-1,0 1 1,1-1 0,-1 0 0,0 0 0,12-47 61,-6 7-60,-1 8 0,1-1-1,20-60 1,-22 84-3,0-1 0,1 1 0,1 0 0,-1 1 0,2-1 0,-1 1 0,1 0 0,1 0 0,-1 1 0,2 0 0,-1 1 0,17-12 1,-14 12-2,-1 1 1,1 0-1,0 1 1,0 0-1,1 1 1,-1 0-1,1 1 1,21-3-1,-28 5 1,-1 1 0,1 0 0,0 0 0,0 0 0,0 0 0,0 1 0,-1 0-1,1 0 1,0 0 0,-1 1 0,1-1 0,-1 1 0,1 0 0,-1 0 0,0 1 0,0 0 0,0-1 0,0 1-1,0 0 1,-1 1 0,1-1 0,-1 1 0,0-1 0,0 1 0,3 5 0,1 5-7,-1-1 0,-1 1 0,0 0 0,5 26 0,-6-25-410,0-1 0,0 1 0,1-1-1,1 0 1,9 17 0,18 11-975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33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551 78 19596,'-18'-15'502,"7"4"-284,-1 1 1,-20-12-1,28 19-209,-1 0 0,0 1 1,0 0-1,0 0 0,0 0 1,-1 1-1,1-1 0,0 1 1,-1 1-1,1-1 0,-7 1 0,-1 1 19,1 1-1,-1 0 0,1 1 1,-1 0-1,1 1 0,0 1 0,0 0 1,0 0-1,1 1 0,0 1 0,0 0 1,1 0-1,-17 16 0,12-10 10,1 2-1,0 0 1,1 0 0,0 1-1,1 1 1,1 0 0,-17 35-1,25-43-43,-1 0-1,1 0 1,1 1 0,0-1-1,0 0 1,-1 15-1,3-22 2,0 1 0,0-1 0,0 0 0,0 0 0,0 1 0,0-1 0,1 0 0,-1 0 0,1 1 0,-1-1 0,1 0 0,0 0 0,0 0 0,0 0 0,0 0 0,1 0 0,-1 0-1,0 0 1,1-1 0,-1 1 0,1 0 0,0-1 0,-1 1 0,1-1 0,0 0 0,0 0 0,0 1 0,0-1 0,0 0 0,0-1 0,3 2 0,1-1 3,-1 0 0,1-1 0,-1 1 0,1-1 0,-1 0 0,0-1 0,1 1 1,-1-1-1,7-2 0,49-18 22,-35 12-12,98-40 16,-58 23-15,83-23 1,-144 47-5,0 1 0,1 0-1,-1 0 1,1 0-1,0 1 1,-1 0 0,1 0-1,-1 0 1,1 0 0,-1 1-1,1 0 1,-1 0 0,11 4-1,-13-2 2,1-1 0,-1 1 0,0-1 0,1 1 0,-1 0 0,0 0 0,-1 0 0,1 0-1,0 1 1,-1-1 0,0 1 0,0 0 0,0 0 0,0-1 0,-1 1 0,1 0 0,-1 0 0,0 1 0,0 4 0,3 14 2,-1 1 0,-2-1 1,0 1-1,-2-1 1,0 1-1,-1-1 1,-2 0-1,-9 36 1,-6 5 12,-48 108 1,38-106-50,-3-2 1,-46 68 0,62-108 18,-1-1 0,-1 0 0,-1-2 0,-1 0 0,-1-1 0,-1-1 0,0 0 0,-28 16 0,41-30 16,0 0 1,0-1-1,0 0 0,0-1 0,0 0 1,-1 0-1,0-1 0,1 0 1,-13 1-1,15-3-79,0 0-1,0-1 1,0 0-1,-1 0 1,1 0-1,0-1 1,0 0-1,1 0 1,-1-1-1,0 0 1,1 0-1,-1 0 1,-5-5-1,3 1-460,0 1-1,1-1 1,0 0-1,1-1 1,-9-10-1,6 4-202,0-2 0,-11-24 0,19 36 646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33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82 10922,'12'10'642,"0"-1"-1,0 2 1,-1-1-1,-1 1 1,0 1-1,-1 0 1,11 17 0,-17-23-494,0-1 0,0 1 0,-1 0 0,0 0 1,0 0-1,-1 0 0,0 0 0,0 0 0,0 0 1,0 0-1,-1 0 0,0 1 0,-1-1 0,1 0 1,-1 0-1,0 0 0,-1 0 0,1 0 0,-1 0 1,-5 11-1,1-8-144,1 0 0,-1-1 0,0 1 0,-1-1 0,0-1-1,0 1 1,-1-1 0,0-1 0,0 1 0,-1-1 0,1-1 0,-1 1 0,0-2 0,-1 1 0,1-1 0,-1-1 0,0 1 0,0-2 0,0 1 0,0-2 0,-1 1 0,1-1 0,0-1 0,-18-1-1,25 1-1,1 0 0,0 0 0,-1 0 0,1-1 0,-1 1 0,1-1 0,0 0 0,-1 0 0,1 0 0,0 0-1,0 0 1,0 0 0,0 0 0,0-1 0,0 1 0,0-1 0,0 1 0,0-1 0,1 0 0,-1 0 0,1 0-1,-1 0 1,1 0 0,0 0 0,0 0 0,0 0 0,0-1 0,0 1 0,0 0 0,1-1 0,-1 1 0,1 0-1,-1-1 1,1 1 0,0-1 0,0 1 0,0-1 0,0 1 0,2-5 0,0-5-167,1 0 1,0 0-1,1 0 0,0 0 1,1 1-1,9-17 0,-3 10-758,0 0 0,1 1 0,26-28 1,-21 27 843,2 1 0,38-28 0,-34 30 792,1 2 0,0 0 0,1 1-1,0 1 1,0 2 0,52-13 0,-67 20-630,0 1 0,0 0 0,0 0 0,1 1 0,-1 1 0,0-1 0,0 2-1,1-1 1,-1 2 0,0-1 0,-1 1 0,1 1 0,0-1 0,-1 2 0,0-1 0,0 1 0,0 1 0,-1 0 0,0 0 0,0 0 0,0 1 0,-1 0 0,0 1 0,8 11 0,-4-5-511,-1 0 1,-1 1 0,0 0-1,-1 0 1,11 33-1,-14-31-1438,0 0 0,-1 1 0,-1 0-1,0-1 1,0 28 0,-3-26-676,0-15 1429,1-7 796,6-10 263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33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0 284 19508,'40'0'953,"-27"2"-912,-1-2 1,1 0 0,-1 0-1,1-1 1,-1-1 0,1 0-1,-1-1 1,0 0 0,0-1-1,17-7 1,-10 0-6,0 0 0,-1-1 0,26-24 1,46-50 76,-82 77-117,-3 5 3,0 0 0,0-1 1,-1 0-1,0 0 0,0-1 1,0 1-1,0-1 0,-1 0 1,0 1-1,-1-1 0,3-8 1,-5 13-1,1 1 0,-1-1 0,0 0 0,0 1 0,0-1 0,0 0 0,0 1 0,0-1 0,0 0 0,0 0 0,0 1 0,0-1 0,0 0 0,0 1 0,-1-1 0,1 0 0,0 1 0,0-1 0,-1 0 0,1 1 0,-1-1 0,1 1 0,0-1 0,-1 0 0,1 1 0,-1-1 0,1 1 0,-1-1 0,0 0 0,-1 1 1,0-1 0,0 0 0,1 1 0,-1 0 0,0-1 0,0 1-1,0 0 1,1 0 0,-1 0 0,0 0 0,-3 0 0,-2 1 16,0 1 1,0 0-1,0 0 1,0 0-1,-8 4 1,2 1 3,1 1 0,0 0 0,0 1 1,0 0-1,2 1 0,-1 0 1,1 1-1,0 0 0,1 1 1,1 0-1,0 0 0,0 0 1,1 1-1,1 1 0,0-1 0,1 1 1,0 0-1,1 0 0,1 0 1,0 1-1,0 14 0,2-23-19,1-1 0,-1 1-1,2-1 1,-1 1-1,0-1 1,1 1 0,0-1-1,0 0 1,1 0-1,2 6 1,-3-8-3,1 0-1,-1-1 1,1 1-1,0 0 1,0-1-1,0 1 1,0-1-1,1 0 1,-1 0-1,1 1 1,-1-2 0,1 1-1,0 0 1,0 0-1,0-1 1,0 0-1,0 1 1,5 0-1,4 1-81,-1-1 0,1-1 0,0 0 0,0-1 0,0 0 0,0 0 0,19-4-1,-1-2-1633,54-18 0,8-9-465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34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727 117 9994,'2'-3'165,"-1"-1"0,1 1 0,-1-1 0,0 0 0,0 0-1,0 1 1,0-1 0,-1 0 0,1 0 0,-1 0 0,0 0 0,0 0 0,0 0 0,-2-4-1,1 5-2,0 0-1,0 1 0,-1-1 0,1 1 0,-1 0 0,0-1 0,1 1 1,-1 0-1,0 0 0,0 0 0,-1 0 0,1 0 0,0 1 0,0-1 1,-1 1-1,1-1 0,-1 1 0,0 0 0,1 0 0,-5-1 0,-8-2 326,0 1 0,1 0 0,-1 1 0,0 1 0,0 0-1,0 1 1,-18 2 0,-108 20 399,130-20-800,-171 42 364,155-35-423,1 0-1,1 2 1,-1 1 0,-39 26 0,63-37-26,-31 26 5,31-25-6,1-1 0,-1 1 0,1 0 0,0-1 0,0 1 0,0 0 0,0 0 0,0 0 0,0 0 0,1 0 0,-1 0 0,0 0 0,1 0 0,0 0 0,-1 1 0,1 2 0,1-3 0,-1 0 0,1 0 0,-1 0 0,1 0 0,0 0 0,0 0 0,-1 0 0,2 0 0,-1 0 0,0 0 0,0-1 0,0 1 1,1 0-1,-1-1 0,1 1 0,0-1 0,-1 0 0,1 1 0,0-1 0,0 0 0,0 0 0,-1 0 0,5 1 0,6 3 4,-1-1 0,24 5 0,-28-7-1,179 25 34,-4-1-22,-170-23-12,-7-3-1,-1 1 0,0 0-1,0 0 1,0 0-1,0 0 1,0 1-1,0-1 1,0 1-1,-1 0 1,1 0-1,-1 0 1,7 5 0,-10-6-2,0-1 1,1 1-1,-1-1 1,0 0-1,1 1 1,-1-1 0,0 1-1,0-1 1,0 1-1,1-1 1,-1 0-1,0 1 1,0-1-1,0 1 1,0-1 0,0 1-1,0-1 1,0 1-1,0 0 1,0-1-1,0 1 1,0-1-1,0 1 1,0-1 0,0 1-1,0-1 1,-1 0-1,1 1 1,0-1-1,0 1 1,0-1 0,-1 1-1,1-1 1,0 1-1,-1 0 1,-17 11 5,-17 4-59,-1-1-1,0-2 0,0-2 1,-69 13-1,24-12-433,9-9 163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34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937 0 19292,'-321'146'1753,"153"-73"-1289,147-63-396,-52 24 156,64-29-189,1 0 0,1 0 0,-1 0 0,1 1 0,0 1 0,-8 7 0,14-13-34,1 0 1,-1-1-1,0 1 1,1-1-1,-1 1 1,1 0-1,-1 0 1,1-1-1,-1 1 1,1 0-1,0 0 1,-1 0-1,1-1 1,0 1-1,0 0 0,0 0 1,-1 0-1,1 0 1,0 0-1,0 0 1,0-1-1,0 1 1,1 0-1,-1 0 1,0 0-1,0 0 1,0 0-1,1-1 1,-1 1-1,0 0 0,1 0 1,-1 0-1,1-1 1,-1 1-1,1 0 1,-1-1-1,1 1 1,0 0-1,-1-1 1,1 1-1,0-1 1,-1 1-1,1-1 0,0 1 1,0-1-1,-1 1 1,1-1-1,1 1 1,6 2-5,0 0 0,0-1 0,0 0 0,10 2 1,-16-4 1,46 7 2,26 4 11,-66-9-13,1 0 1,-1 0 0,0 1 0,0 0-1,14 8 1,-21-10-1,0-1 1,-1 1-1,1-1 0,0 1 1,-1-1-1,1 1 1,0-1-1,-1 1 0,1 0 1,-1 0-1,1-1 0,-1 1 1,1 0-1,-1 0 0,1-1 1,-1 1-1,0 0 0,0 0 1,1 0-1,-1 0 0,0 0 1,0-1-1,0 1 1,0 0-1,0 0 0,0 2 1,-1-2-2,1 1 1,-1 0-1,1 0 1,-1-1-1,0 1 1,0 0 0,0-1-1,0 1 1,0-1-1,-1 1 1,1-1-1,-2 2 1,-12 8-7,-1 0 0,0-1 0,-1 0 0,-31 11 0,44-19 5,-281 101-845,254-93 568,-70 25-303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35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1 284 18708,'55'2'840,"31"-2"32,8-4-183,27-6-369,0-4-104,-3-4-128,6-1-56,-15 2-120,-8-1-88,-19 1-32,-15-3-16,-17 1 47,-4-2 153,-13-7 8,-3 2-280,-8-4-4705,3 6 3209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35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 10050,'133'5'5990,"65"17"-3878,-167-18-1988,-19-2-31,5-1-40,-1 2 0,1 0-1,-1 0 1,26 10-1,-39-11-37,0-1-1,0 0 0,0 1 0,0-1 0,-1 1 0,1 0 0,0 0 1,-1 0-1,1 0 0,-1 0 0,0 1 0,0-1 0,0 1 0,0 0 0,0-1 1,0 1-1,-1 0 0,1 0 0,-1 0 0,0 0 0,0 0 0,0 0 1,0 1-1,-1-1 0,1 0 0,-1 0 0,0 1 0,0-1 0,0 0 1,0 4-1,-3 4 75,1 0-1,-1 0 1,-1-1 0,0 0 0,-1 0 0,0 0 0,0 0 0,-1 0-1,0-1 1,-8 9 0,-12 12 153,-44 41-1,-3-8-357,-2-3-1,-129 79 1,104-80-78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46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161 150 17356,'0'0'717,"-3"4"-389,-2 3-268,0 1-1,1 0 1,0-1-1,0 2 0,1-1 1,0 0-1,-3 17 1,-9 73 493,9-50-304,-63 468 628,67-494-876,2-16-2,0-1 0,0 0-1,-1 1 1,0-1 0,0 0 0,0 0 0,-1 0 0,1 0 0,-1 0-1,0 0 1,-6 8 0,8-12 2,0-1-1,0 0 1,0 0-1,0 0 1,0 0 0,-1 0-1,1 0 1,0 1-1,0-1 1,0 0 0,0 0-1,0 0 1,0 0-1,-1 0 1,1 0-1,0 0 1,0 0 0,0 0-1,0 1 1,0-1-1,-1 0 1,1 0 0,0 0-1,0 0 1,0 0-1,0 0 1,-1 0-1,1 0 1,0 0 0,0 0-1,0 0 1,0 0-1,-1 0 1,1-1 0,0 1-1,0 0 1,0 0-1,0 0 1,0 0-1,-1 0 1,1 0 0,0 0-1,0 0 1,0 0-1,0 0 1,0-1 0,0 1-1,-4-11 25,2-16 9,2-22-18,3 1 0,2-1 0,2 1 0,2 0 0,2 1 0,2 0 0,3 1 0,34-73 0,0 15 148,88-134 1,-129 224-110,1 1-1,1 0 1,18-18-1,-25 27-46,0 1-1,1-1 1,-1 1 0,1 0-1,0 0 1,0 0-1,0 1 1,0-1 0,0 1-1,0 1 1,1-1-1,-1 1 1,0 0 0,7-1-1,-10 2-26,0 0 0,0 0 0,1 0 0,-1 1 0,0-1 0,0 1 0,0-1 0,1 1-1,-1 0 1,0-1 0,0 1 0,0 0 0,0 1 0,0-1 0,-1 0 0,1 0 0,0 1 0,0-1 0,-1 1-1,1 0 1,-1-1 0,1 1 0,-1 0 0,0 0 0,0 0 0,0 0 0,0 0 0,0 0 0,0 0 0,-1 0 0,1 0-1,-1 0 1,1 1 0,-1-1 0,0 3 0,1 2-56,-1 0 0,0 0 0,0 0 0,0 0-1,-1 1 1,-1-1 0,1 0 0,-1-1 0,0 1 0,-4 8 0,-3 3 36,-1 0 1,0-1-1,-2-1 0,0 0 1,0 0-1,-29 26 1,29-32-1348,-1 0 1,-23 15-1,-9-2-706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47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3 8026,'0'0'1209,"-15"-2"3060,12 2-4170,0 0 17,0 0 0,0 0 0,0 0 0,1 0 0,-1 1-1,0-1 1,0 1 0,0 0 0,0 0 0,1 0 0,-1 0-1,0 0 1,1 0 0,-1 1 0,1-1 0,-1 1 0,1 0-1,0 0 1,0 0 0,0 0 0,0 0 0,-3 4-1,-18 37 818,2 0 0,3 1-1,-27 91 1,-18 118-13,54-198-750,3 0 0,0 94 1,6-135-130,1 0 0,0 0 0,2 0 0,-1 0 1,2 0-1,0-1 0,0 1 0,13 24 0,-13-31-9,0-1 1,0 1-1,1-1 0,0 0 0,0 0 0,1 0 0,0-1 1,-1 0-1,2 0 0,-1 0 0,1-1 0,-1 0 0,1 0 0,0-1 1,1 1-1,-1-2 0,10 3 0,-6-3 5,-1 0 0,1-1 0,-1-1 0,1 0 0,-1 0-1,1-1 1,-1-1 0,1 0 0,-1 0 0,0-1 0,0 0 0,0 0 0,18-11 0,5-3 45,-1-3 1,46-35-1,-41 27-44,-2-1-1,-1-2 0,-1-1 1,-2-2-1,42-58 0,-60 71-21,-1 0-1,-1 0 1,0-1-1,-2 0 0,8-27 1,-12 32-2,-1 0 0,-1-1 0,-1 0 0,-1 1 0,0-1 0,-1 0 1,-4-31-1,1 35-14,1 1 0,-2 0 0,0 0 0,0 0 0,-1 0 0,-1 1 0,0 0 0,-1 0 0,0 0 0,-1 1 0,-12-15 0,7 13-15,0 1-1,-1 0 1,0 1 0,-1 0 0,0 1 0,0 0 0,-32-13-1,19 12-7,-1 1-1,0 2 0,-1 1 0,0 1 1,0 1-1,0 2 0,0 1 0,0 1 1,-61 7-1,70-3-31,1 1 0,-1 1 1,1 1-1,0 0 0,1 2 0,-33 17 1,42-20-140,1 1 0,0 0 1,0 0-1,1 1 0,0 1 1,0-1-1,0 1 0,1 1 0,0-1 1,1 1-1,0 0 0,0 1 1,1-1-1,-5 15 0,-6 30-982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48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6 238 15299,'0'0'2085,"-1"4"362,-1 14-2325,0 0-1,2 0 1,0-1 0,3 24-1,-1 11-112,-1-2-1,-1 8 118,8 63 0,-8-120-84,0 1-1,0-1 1,1 0-1,-1 0 1,0 1-1,0-1 1,1 0-1,-1 0 1,1 1-1,-1-1 0,1 0 1,0 0-1,-1 0 1,1 0-1,0 0 1,0 0-1,0 0 1,0 0-1,1 1 1,-1-1-15,0-1 0,0 0 0,0 0 1,0 0-1,0 0 0,0-1 0,0 1 1,0 0-1,0 0 0,0-1 0,0 1 1,0 0-1,-1-1 0,1 1 0,0-1 1,0 1-1,0-1 0,-1 1 0,1-1 1,0 0-1,0 1 0,-1-1 0,1 0 1,-1 0-1,1 1 0,-1-1 0,1-1 1,33-40-225,-1 0 0,-3-2 1,37-73-1,-6-27-46,-54 120 199,0 0-1,-1-1 1,-2 1 0,2-32 0,-1-13-1987,1 33 1056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48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17068,'0'0'3064,"22"40"-2944,-6 7 128,2 34 256,-1 20-79,-10 32-25,-9 17-48,-12 11-184,-5-6-96,-2-24-232,4-22-144,8-43-288,5-17-945,1-28 857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48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0 305 22117,'40'-2'488,"18"-8"-160,14-6-248,17-14-120,3-6-16,1-5-8,-6-1-16,-8 4-8,-6 5-80,-20 10-224,-8 6-88,-19 8-1297,-5 2 897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48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0 19212,'-18'18'816,"15"15"128,3 30-807,0 14-89,7 26-32,-7 9-16,-7 20-145,-7 12-311,-2-10-1904,2-8-4017,11-33 5088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49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 20460,'-5'66'753,"0"8"-465,-1 4-280,-2-2-649,-6-15-2375,-2-26 1463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49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0 240 22365,'75'-44'288,"20"1"-248,10 1-696,-7 3-208,-16 11-1049,-30 4-471,-20 12 255,-8 5 409,-15 12 1168,-1 11 272,-8 10-2433,4 7 1921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49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160 705 24157,'27'-16'-256,"0"-1"1,-1-1-1,-1-1 0,31-31 0,-39 33 97,-1 0-1,-1-2 0,-1 0 1,0-1-1,-1 0 0,12-28 1,-20 37 158,0 0 1,-1-1-1,-1 1 1,0-1 0,0 0-1,-1 0 1,-1 0-1,0 0 1,-1 0-1,0-13 1,-1 21-9,0-1 0,1 1 0,-1-1 0,-1 1-1,1-1 1,0 1 0,-1 0 0,0 0 0,0 0 0,-1 0 0,1 0-1,-1 0 1,1 1 0,-1-1 0,0 1 0,-1 0 0,1 0 0,-1 0-1,1 0 1,-1 0 0,0 1 0,0 0 0,0 0 0,0 0 0,0 0-1,0 1 1,-1-1 0,1 1 0,-7-1 0,3 1 0,1 0-1,-1 0 1,0 0 0,0 1-1,0 1 1,0-1 0,0 1-1,0 1 1,0-1 0,0 1-1,1 1 1,-1 0 0,-9 4-1,6-1-11,1 0-1,1 1 1,0 0-1,0 0 1,0 1-1,1 0 1,0 1-1,-10 13 1,2 2-15,1 1 0,1 0 0,2 1 0,0 0 0,2 1 0,-13 48 0,7-11 75,2 1 0,2 0 0,4 1 0,0 70 0,8-129-24,0 0 0,0 0 0,1 1 1,0-1-1,1 0 0,0-1 0,0 1 1,0 0-1,4 8 0,-4-11-7,1-1 0,-1 0-1,0 0 1,1 0 0,0 0-1,0-1 1,-1 1 0,1-1-1,1 1 1,-1-1 0,0 0-1,1 0 1,-1-1 0,1 1 0,-1-1-1,1 1 1,0-1 0,7 1-1,-1-1 0,0 0 0,0 0 0,1-1 0,-1-1-1,0 0 1,0 0 0,0-1 0,0 0 0,19-7 0,0-2-8,-1-2 1,27-15 0,7-8-10,0-3 0,-3-2 0,60-54 0,-86 65-5,-1-2 0,-1-2 0,-2 0 1,-1-2-1,-3-1 0,26-47 0,-38 60 1,47-82-84,-59 105 94,0 0-1,-1 0 0,1 0 1,-1 0-1,1 0 1,0 0-1,0 0 0,0 1 1,0-1-1,0 0 1,-1 0-1,1 1 1,0-1-1,1 0 0,-1 1 1,0-1-1,0 1 1,0 0-1,2-1 0,-2 1 2,0 1 0,0-1 0,-1 1 0,1 0 0,0-1 0,0 1-1,-1 0 1,1-1 0,-1 1 0,1 0 0,-1 0 0,1 0 0,-1 0 0,1-1-1,-1 1 1,1 0 0,-1 0 0,0 0 0,0 0 0,0 0 0,1 0-1,-1 0 1,0 0 0,0 0 0,0 0 0,0 0 0,-1 0 0,1 1-1,-1 29 27,-1 1-1,-2-1 0,-1 0 0,-15 52 0,-8 52 88,28-133-100,-1 0 0,1 0 0,0 0 0,0 0 1,-1 0-1,1 0 0,1 1 0,-1-1 1,0 0-1,0 0 0,1 0 0,-1 0 1,1 0-1,0 0 0,1 2 0,-2-4-1,1 0 0,-1 1-1,1-1 1,-1 0 0,1 0-1,0 0 1,-1 0 0,1 1-1,-1-1 1,1 0 0,0 0-1,-1 0 1,1 0 0,0-1-1,-1 1 1,1 0 0,-1 0-1,1 0 1,-1 0 0,1-1-1,0 1 1,-1 0 0,1 0-1,-1-1 1,1 1 0,-1 0-1,1-1 1,-1 1 0,0-1-1,1 1 1,0-1 0,8-8 61,0 0 1,-1-1-1,9-12 1,-17 22-73,38-55-257,45-85 1,-14 2-3083,-52 99 1167,3 1-1,1 1 1,2 1 0,1 1 0,54-59-1,-12 37 782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50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665 0 21245,'-63'20'118,"1"3"0,2 2 0,0 2 0,-63 41 0,102-56-119,0 1 0,1 1 0,1 0 0,-21 20 0,32-21 0,8-13 1,0 1 0,0-1 0,0 0 0,0 0 0,0 1 0,0-1 0,0 0 0,1 0 0,-1 1 0,0-1 0,0 0 0,0 0 0,0 1 0,0-1 0,0 0 0,1 0 0,-1 0 0,0 1 0,0-1 0,0 0 0,0 0 0,1 0 0,-1 0 0,0 1 0,0-1 0,1 0 0,-1 0 0,0 0-1,0 0 1,1 0 0,25 2 2,-26-2-2,72-5 4,-33 1-13,1 2 0,0 2 0,0 1 1,43 7-1,-76-6-5,0-1 0,0 1 0,0 0 0,0 1 0,0 0 0,10 6 0,-16-8 10,1 0 0,-1 0 1,0 0-1,1 0 0,-1 0 0,0 0 1,0 0-1,0 1 0,0-1 0,0 0 1,0 1-1,0-1 0,0 1 1,-1-1-1,1 1 0,-1-1 0,1 1 1,-1 0-1,1-1 0,-1 1 1,0 0-1,0-1 0,0 1 0,0 0 1,0-1-1,0 1 0,0 0 1,0-1-1,-1 1 0,1-1 0,-2 4 1,-2 2-3,0 1 1,-1-1 0,0 0 0,0-1-1,0 1 1,-1-1 0,0 0 0,0-1 0,-1 1-1,0-1 1,-9 6 0,13-10 5,-45 33-3,-1-2-1,-1-2 1,-2-3 0,-1-1-1,-60 18 1,98-39-75,0 0-1,-1-2 1,-18 3 0,24-6 26,1 0 0,-1 0-1,1-1 1,-16-4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50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0 541 21341,'6'-1'381,"107"-16"-321,539-101-2716,-1-1 2225,430-10 4296,-511 68-3848,-9-16-4335,-457 59 2166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56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16347,'16'12'1057,"7"9"-225,8 7-616,9 15-408,1 8-384,-12 17-4681,-9 4 4561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58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11554,'7'7'4635,"0"-4"-4438,-1 0-1,1 0 1,0-1 0,1 1 0,-1-2 0,0 1-1,1-1 1,-1 0 0,1-1 0,-1 1-1,15-3 1,14-2 190,44-11-1,-32 6-209,94-15-55,213-6-1,-259 34-1665,-72-8 821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58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14699,'8'-1'1817,"36"-9"-1362,0 2 0,1 1 1,76 0-1,-102 7-359,-1 1 1,0 1-1,0 0 1,0 1-1,0 1 1,-1 1-1,0 0 1,1 1-1,-2 1 1,1 1-1,-1 0 0,20 15 1,-30-19-87,0 1 1,0 0 0,-1 1-1,1-1 1,-1 1-1,0 0 1,-1 0 0,0 1-1,0 0 1,0-1-1,-1 1 1,0 0 0,0 1-1,-1-1 1,0 0-1,2 10 1,-3-8 12,-1-1-1,0 1 1,0 0 0,-1-1-1,0 1 1,0-1 0,-1 1-1,0-1 1,-1 0 0,0 1-1,0-1 1,0-1 0,-1 1-1,-7 10 1,-7 8 62,-1-2 0,-1 0 1,-1-2-1,-1 0 0,-26 21 0,12-16-999,0-1-1,-76 40 0,51-38-423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40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89 274 11418,'10'60'1502,"-2"1"0,-3-1 0,-7 116-1,-38 175-2079,36-328 432,2-4-170,-2 13-921,-2-1 0,-15 50 1,21-79 1220,0-1 1,-1 0-1,1 0 1,0 1-1,-1-1 0,1 0 1,-1 0-1,0 0 1,1 0-1,-1 0 1,0 0-1,0 0 1,0 0-1,0 0 1,-1 2-1,1-3 40,1 0-1,-1-1 1,1 1 0,0 0 0,-1 0-1,1 0 1,-1 0 0,1 0-1,0 0 1,-1-1 0,1 1 0,-1 0-1,1 0 1,0-1 0,-1 1-1,1 0 1,0 0 0,0-1 0,-1 1-1,1 0 1,0-1 0,0 1-1,-1 0 1,1-1 0,0 1 0,0-1-1,0 1 1,0 0 0,0-1-1,-1 0 1,-1-6 252,0 0-1,0 0 1,1 0 0,-1-11-1,0-28 83,2 0-1,2 0 1,8-46-1,38-135 102,-32 175-258,2 0 0,2 2 0,2 0 0,3 1 1,1 2-1,3 1 0,2 1 0,1 1 1,58-59-1,-68 81 177,1 1 1,30-21 0,-43 35-253,1 0 1,0 1 0,0 0 0,0 1-1,0 0 1,1 1 0,23-6 0,-32 9-117,0 1 1,0-1 0,-1 1 0,1 0-1,0 0 1,0 0 0,0 0 0,-1 0-1,1 0 1,0 1 0,0-1 0,0 1-1,-1 0 1,1 0 0,0 0-1,-1 0 1,1 0 0,-1 1 0,0-1-1,1 1 1,-1 0 0,0-1 0,0 1-1,0 0 1,0 0 0,0 1 0,3 3-1,-2 1-27,0-1-1,-1 1 1,1 0 0,-2 0-1,1 0 1,-1 0 0,0 0-1,0 1 1,-1 10-1,0 14-108,-3 1-1,0-1 1,-2 0-1,-2 0 1,-17 54-1,-4-11-258,-43 83 0,-31 28-25,86-160 491,-2-1-1,0-1 1,-2-1 0,-44 40-1,55-55 12,0 0-1,-1-1 1,0-1 0,-1 0-1,1 0 1,-22 8 0,29-13-79,0 0 1,0-1 0,0 1-1,0 0 1,-1-1-1,1 0 1,0 1 0,0-1-1,-1 0 1,1-1-1,0 1 1,0-1-1,0 1 1,-1-1 0,1 0-1,0 0 1,0-1-1,0 1 1,1 0 0,-1-1-1,0 0 1,0 0-1,1 0 1,-1 0-1,1 0 1,0 0 0,-1-1-1,1 1 1,0-1-1,-2-3 1,0 0-21,0-1 1,1 1-1,0-1 0,0 1 0,1-1 1,0 0-1,0 0 0,0 0 0,1 0 1,0 0-1,0-1 0,1 1 0,0 0 1,0 0-1,1 0 0,2-12 0,-2 14 11,1 0 0,0 0 0,0 1 0,0-1-1,0 1 1,1-1 0,0 1 0,-1 0-1,2 0 1,-1 0 0,0 1 0,1-1 0,0 1-1,-1-1 1,1 1 0,1 1 0,-1-1 0,0 0-1,1 1 1,-1 0 0,1 0 0,0 0-1,-1 1 1,10-2 0,-3 1 17,0 1 0,1 0 0,-1 0 0,0 1 0,1 1 0,-1 0 0,0 1 0,1 0 0,-1 0 0,0 1 0,0 1 0,-1 0 0,1 0 0,13 9 0,0 1-170,-1 2-1,0 1 1,-2 0-1,35 36 1,-12-11-905,1-8 217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40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296 281 19060,'0'0'1322,"11"-10"-1048,3-7-202,0 0 0,-1-2 0,18-32 0,-27 43-70,0 0 0,-1 0 0,0 0 1,0-1-1,-1 1 0,0-1 0,0 0 1,-1 1-1,0-1 0,0 0 0,-1 0 1,-1 0-1,0-9 0,0 16 1,1 0 0,-1 0 0,0 0 1,0 0-1,0 0 0,0 0 0,0 0 0,0 1 0,0-1 0,0 0 0,-1 1 0,1-1 1,-1 1-1,1-1 0,-1 1 0,1 0 0,-1 0 0,0 0 0,0 0 0,0 0 0,0 0 0,0 0 1,0 0-1,0 1 0,0-1 0,0 1 0,0 0 0,0-1 0,0 1 0,0 0 0,0 0 0,0 0 1,-3 1-1,-8 0 0,1 1 1,0 1 0,0 0-1,-15 5 1,8-1-4,1 0 0,0 1 0,0 1 0,1 1 0,0 0 0,0 2 0,1 0 0,1 0 0,-22 23 0,29-26 0,0 1 0,0-1 0,1 2 0,1-1 0,-1 1 0,2 0 1,-1 0-1,2 1 0,-1-1 0,2 1 0,-1 0 0,2 0 0,0 1 0,0-1 0,1 0 0,1 21 1,0-29-4,0 0 1,1-1-1,-1 1 1,1 0 0,0-1-1,0 1 1,0-1-1,1 0 1,-1 1 0,1-1-1,0 0 1,0 0-1,0 0 1,0 0 0,0 0-1,1-1 1,-1 1-1,1 0 1,0-1 0,0 0-1,0 0 1,0 0-1,0 0 1,0 0 0,1-1-1,-1 1 1,0-1 0,1 0-1,-1 0 1,1 0-1,0-1 1,-1 1 0,5-1-1,7 1-252,0-1 0,0 0 0,0-1 0,0-1 0,0 0 0,27-9-1,42-21-4315,6-7 1976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40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20828,'0'14'577,"9"22"-305,5 15-176,5 29-112,1 8-32,-8 8-16,-3 2 8,-8-6-24,-1-4 16,-1-15-136,-1-14-273,2-24-1063,2-8-1833,8-27 1649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41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4 20140,'-4'-1'84,"-1"0"-1,1 1 0,0-1 0,-1 1 1,1 0-1,0 0 0,-1 0 0,1 1 0,0 0 1,-1 0-1,1 0 0,0 0 0,0 0 1,0 1-1,0 0 0,0 0 0,0 0 1,0 0-1,-4 4 0,-6 6-152,0 0-1,0 1 1,-14 17 0,22-23 103,-12 12-81,2 1 0,0 0-1,1 1 1,-23 44 0,38-64 48,-1 0 1,1-1-1,0 1 0,-1 0 1,1-1-1,-1 1 0,1 0 1,0 0-1,0-1 0,-1 1 1,1 0-1,0 0 0,0 0 1,0-1-1,0 1 0,0 0 1,0 0-1,0 0 0,0 0 1,0-1-1,1 1 0,-1 0 1,0 0-1,0 0 0,1-1 1,-1 1-1,0 0 0,1 0 1,1 0-1,-1-1 1,0 1-1,0-1 1,0 0-1,0 1 1,1-1-1,-1 0 1,0 0 0,0 0-1,0 0 1,1 0-1,-1 0 1,0 0-1,0-1 1,0 1-1,2-1 1,10-3 3,-1 0 0,18-10 0,-29 14-5,146-89 3,-115 68-14,-24 15 12,0 0 0,0 0 0,0 0 0,-1-1 0,0 0 0,9-13 0,-15 18 56,0 3-54,0 1 0,0-1 0,-1 1 0,1-1 0,-1 1 1,1-1-1,-1 1 0,0-1 0,1 1 0,-1-1 0,0 1 0,0 2 0,0 2 5,1 53 33,0 11-6,-1-65-51,1 0 1,0 0-1,0 0 1,0 0-1,1 0 1,-1 0-1,1 0 1,0-1-1,1 1 1,4 6-1,-7-10-27,1-1 1,-1 1-1,1 0 0,0 0 0,0 0 0,0-1 1,-1 1-1,1 0 0,0-1 0,0 1 1,0-1-1,0 1 0,0-1 0,0 1 0,0-1 1,0 0-1,0 1 0,0-1 0,0 0 0,2 0 1,-1 0-136,1 0 0,-1-1 0,0 0 0,0 1 0,0-1 0,0 0 0,0 0 0,0 0 0,3-2 0,27-20-1395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41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55 12035,'-16'-24'1824,"9"4"3105,7 10-4401,7 15-136,4 14 32,-4 34 16,-4 19 8,-8 29-231,-5 11-81,-8 3-56,1-3-32,-1-16-56,6-12-88,8-32-401,4-17-663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42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1 514 18404,'0'0'916,"3"-4"-117,2-2-694,1-1 0,1 1 0,-1 1-1,1-1 1,0 1 0,15-8 0,54-25 43,-57 30-51,28-14 85,0 3 1,1 1-1,0 3 1,2 2-1,93-12 1,-129 24-164,1 0 1,0 1-1,-1 1 1,25 4-1,-34-4-56,-1 0 0,1 0 0,0 0 0,-1 1 0,0 0 0,1 0 0,-1 0 0,0 0 0,0 1 0,0-1 0,0 1 0,0 0 0,-1 0 0,1 1-1,-1-1 1,0 1 0,4 5 0,-6-7-195,-2-4-1512,1 0 1527,-1-1-1,0 1 1,1 0-1,-1 0 1,0 0 0,0 0-1,-1 0 1,1 0 0,0 0-1,-1 1 1,1-1 0,-1 0-1,-2-1 1,-25-22-793,27 24 977,-8-7 392,-1 0 161,1 0 0,-1 0 0,1-1 0,1-1 0,-12-15 0,18 22-451,1-1 0,0 0 0,0 0 0,0 0 0,1 0 0,-1-1 0,1 1 0,0 0 0,0-1 0,1 1 0,-1 0 0,1-1 0,0 1 0,0-1 0,0 1 0,1 0 0,0-1-1,0 1 1,0 0 0,3-9 0,0 5-57,0 0-1,0 0 1,1 1-1,0-1 0,1 1 1,0 0-1,0 1 1,0-1-1,0 1 0,1 0 1,0 1-1,1 0 1,-1 0-1,1 0 0,0 1 1,0 0-1,0 1 1,1 0-1,-1 0 0,10-2 1,-11 3 13,1 1 0,-1-1 0,1 1-1,-1 0 1,1 1 0,-1 0 0,1 0 0,-1 0 0,1 1 0,0 0 0,-1 1 0,0 0 0,1 0 0,-1 0 0,0 1 0,0 0-1,0 1 1,-1-1 0,1 1 0,-1 1 0,0-1 0,0 1 0,10 10 0,-10-6 2,1 0-1,-1 1 1,-1 0-1,1 0 1,-2 0 0,1 1-1,-2-1 1,1 1 0,-1 0-1,-1 0 1,0 1 0,1 19-1,-3 7-11,-2 1 0,-9 56 0,6-59-12,1 0 0,1 57 0,3-91-2,0-1 0,0 1 0,0-1 0,0 1 0,0-1-1,0 0 1,1 1 0,-1-1 0,1 1 0,-1-1 0,1 1 0,-1-1 0,1 0 0,0 1 0,-1-1 0,1 0 0,0 0-1,0 0 1,0 1 0,0-1 0,0 0 0,0 0 0,1-1 0,-1 1 0,0 0 0,0 0 0,1 0 0,-1-1 0,2 1 0,0 0 1,-1-1 1,1 0 0,0-1-1,-1 1 1,1 0 0,-1-1-1,1 1 1,-1-1 0,1 0-1,-1 0 1,1 0 0,-1 0 0,0 0-1,1 0 1,-1-1 0,4-2-1,8-7 8,-1-1 1,0 0-1,17-20 0,-23 24-15,-1 0 1,-1 0-1,0 0 0,0 0 1,0-1-1,-1 0 0,0 0 1,2-10-1,-5 16 1,-1 1-1,1-1 1,-1 0-1,0 0 1,0 1-1,0-1 1,-1 0 0,1 0-1,-1 1 1,1-1-1,-1 0 1,0 1-1,0-1 1,0 1 0,0-1-1,-1 1 1,1-1-1,-1 1 1,1 0-1,-1 0 1,0 0 0,0 0-1,0 0 1,0 0-1,0 0 1,0 1-1,-1-1 1,1 1 0,0 0-1,-4-2 1,-9-4-12,0 1 1,0 0-1,-32-6 0,29 8 16,11 2-1,0 0 1,0 0-1,0-1 1,1 1-1,-1-2 1,-7-3-1,13 6-1,0 0 0,0 1 0,0-1 0,0 0 0,1 0 0,-1 0 0,0 0 0,0 0 0,1 0 0,-1 0 0,0 0-1,1-1 1,-1 1 0,1 0 0,-1 0 0,1 0 0,0-2 0,0 1-5,0 0 1,0 0-1,0 0 1,1 0-1,-1 1 1,0-1-1,1 0 1,0 0-1,-1 1 1,1-1-1,0 0 1,0 1-1,0-1 1,0 1-1,2-3 1,2-2-2,0 0 0,1 1 0,-1 0 0,1 0 0,0 0 0,1 1 0,-1-1 1,1 2-1,-1-1 0,1 1 0,0 0 0,0 0 0,1 1 0,-1 0 0,0 0 1,1 0-1,0 1 0,-1 1 0,1-1 0,-1 1 0,10 1 0,-1 1 41,0 1 1,1 1-1,-1 0 0,0 1 0,-1 0 0,1 2 1,-1-1-1,25 17 0,-22-12-11,3 1-6,21 17 1,-38-25-17,1-1-1,-1 1 1,0-1 0,-1 1-1,1 0 1,-1 1-1,0-1 1,0 1-1,0-1 1,4 10 0,-6-12-1,-1 1 1,0-1 0,0 0 0,0 0 0,0 0-1,0 0 1,0 0 0,-1 0 0,1 0 0,0 0-1,-1 0 1,0 0 0,1 0 0,-1-1 0,0 1-1,0 0 1,0 0 0,0 0 0,-1-1 0,1 1 0,0-1-1,-4 3 1,0 2 3,-1-1 0,0 0 0,0-1 0,-10 6 0,14-8 11,1-6 6,1 0-14,0 0 0,0 0 1,0 0-1,0 0 1,0 0-1,1 0 0,0 0 1,-1 1-1,1-1 1,3-6-1,20-44 8,-19 45-14,3-7 0,1 0-1,1 0 1,0 1 0,20-23 0,-25 32 1,1 1-1,0-1 1,0 1-1,1 0 1,-1 0-1,1 0 1,0 1 0,0 0-1,0 1 1,1-1-1,0 2 1,14-5-1,-20 7 0,0 0 0,0 0-1,-1 0 1,1 0 0,0 0-1,0 0 1,0 0 0,0 1 0,0-1-1,0 1 1,-1 0 0,1-1-1,0 1 1,0 0 0,-1 0-1,1 0 1,-1 0 0,1 0-1,-1 0 1,1 1 0,-1-1-1,0 0 1,1 1 0,-1-1 0,0 1-1,0 0 1,0-1 0,0 1-1,1 2 1,2 6-4,-1 0 0,0-1 0,0 1 0,2 12 0,-5-20 3,3 17-20,0 32 0,-3-36-360,1 1 1,1-1 0,4 20 0,3-17-298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42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39 18404,'24'-15'1263,"-24"14"-1256,0 1 1,1 0 0,-1 0-1,0-1 1,1 1 0,-1 0 0,0-1-1,1 1 1,-1 0 0,0-1-1,1 1 1,-1-1 0,0 1-1,0 0 1,0-1 0,0 1 0,1-1-1,-1 1 1,0-1 0,0 1-1,0-1 1,0 1 0,0 0-1,0-1 1,0 1 0,0-1 0,0 1-1,0-1 1,0 1 0,-1-1-1,1 1 1,0-1 0,0 1-1,0 0 1,0-1 0,-1 1 0,1-1-1,0 1 1,-1 0 0,1-1-1,0 1 1,0 0 0,-1-1 0,1 1-1,-1 0 1,1-1 0,0 1-1,-1 0 1,1 0 0,-1 0-1,1-1 1,0 1 0,-1 0 0,1 0-1,-1 0 1,0 0 0,-2-1 37,-1 0 1,1 1 0,-1-1-1,1 1 1,-1 0 0,0 0-1,1 0 1,-1 0 0,1 1-1,-1-1 1,1 1 0,-1 0-1,1 0 1,-1 1 0,-3 1-1,-7 3 148,0 1-1,-14 11 1,-11 9-30,1 2 1,2 1-1,-47 51 0,81-78-161,-15 18-48,17-21 43,-1 1 0,1-1-1,0 1 1,0-1 0,0 1 0,0-1 0,-1 1 0,1 0 0,0-1 0,0 1 0,0-1 0,0 1 0,0-1 0,0 1 0,0 0 0,0-1 0,1 1 0,-1-1 0,0 1 0,0-1 0,0 1-1,1-1 1,-1 1 0,0-1 0,0 1 0,1-1 0,-1 1 0,0-1 0,1 1 0,-1-1 0,1 0 0,-1 1 0,1-1 0,-1 0 0,0 1 0,1-1 0,-1 0 0,1 0 0,0 1 0,-1-1-1,1 0 1,0 0 0,14 5-28,-1-2-1,1 0 0,0-1 1,22 0-1,22 4 20,-50-4 20,-1 0 0,0 0 0,1 0 0,-1 1 1,0 0-1,-1 1 0,1 0 0,11 8 0,-17-11-4,-1 0 0,1 0 0,-1 0 0,0 1 0,0-1 0,0 0 0,0 1 0,0-1 0,0 1 0,0-1 0,0 1-1,0 0 1,-1-1 0,1 1 0,-1 0 0,1-1 0,-1 1 0,1 3 0,-2-2 0,1-1-1,-1 1 1,1-1-1,-1 1 1,0-1-1,0 0 1,0 1-1,0-1 1,-1 0-1,1 0 1,-1 0-1,1 0 1,-1 0 0,0 0-1,0 0 1,1 0-1,-4 1 1,-4 4 17,0 0 1,-1 0 0,0-1-1,0-1 1,-1 0 0,1 0 0,-1-1-1,-21 6 1,27-9-148,-1 0 1,1 0-1,-1 0 1,1 0-1,-1-1 1,0 0-1,1 0 0,-1-1 1,1 1-1,-1-1 1,1 0-1,-1-1 0,1 1 1,0-1-1,-1 0 1,1-1-1,0 1 1,0-1-1,1 0 0,-7-5 1,-13-20-1082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43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9618,'19'-7'519,"-6"1"949,1 1 0,0 1 0,16-4 0,-27 8-1246,0-1 0,0 1 0,1 0 0,-1-1 0,0 1 0,1 1 0,-1-1 0,0 0 0,0 1 0,1 0-1,-1 0 1,0 0 0,0 0 0,0 0 0,0 1 0,0-1 0,0 1 0,-1 0 0,5 2 0,-3 1-131,0-1-1,-1 1 0,1 0 0,-1 0 1,0 0-1,0 0 0,-1 1 0,1-1 1,-1 1-1,0 0 0,-1-1 0,2 7 1,0 11 41,2 40 0,-5-60-119,0 78 70,-15 106-1,6-108-324,3 118-1,7-172 136,-1-7-43,5 30 1,-4-45 210,-1-7-22,3-3-51,-1-1 1,1 1 0,0 0 0,0 0-1,1 0 1,0 0 0,0 1 0,1-1 0,9-9-1,53-52-486,-65 67 476,11-10-109,0 0-1,22-13 0,-29 20 162,1 0-1,0 1 1,0-1-1,1 2 0,-1-1 1,1 1-1,10-2 0,-17 3-11,-1 1 0,1 0-1,0 0 1,0-1 0,0 1-1,-1 0 1,1 0 0,0 0-1,0 0 1,0 0 0,0 0-1,-1 0 1,1 0 0,0 1-1,0-1 1,0 0 0,-1 0-1,1 1 1,0-1 0,0 0-1,-1 1 1,1-1 0,0 1-1,-1-1 1,1 1 0,0-1-1,-1 1 1,1 0 0,-1-1-1,1 1 1,-1 0 0,1-1-1,0 2 1,-1 1 20,0-1 1,0 1-1,0-1 1,0 1-1,-1-1 1,1 1-1,-1-1 0,-1 5 1,2-5-41,-1-1 0,0 1 0,1 0 0,-1 0 0,1-1 0,0 1 0,0 0 1,0 0-1,0 0 0,0 0 0,0-1 0,0 3 0,1-3-14,0-1 0,0 1 0,-1 0 0,1-1 0,0 0 1,0 1-1,0-1 0,-1 1 0,1-1 0,0 0 0,0 1 0,0-1 0,0 0 0,0 0 0,0 0 1,0 0-1,0 0 0,0 0 0,0 0 0,0 0 0,-1 0 0,3-1 0,23-4-326,-25 4 300,30-9-138,-1-2 0,0-1 0,-1-1 0,-1-1 0,37-27 0,-61 39 195,0 1 1,1-1-1,-1 1 0,1-1 1,0 1-1,0 1 0,0-1 1,0 1-1,0 0 0,0 0 1,7 0-1,-9 1-3,0 0-1,0 0 1,0 1 0,0 0-1,0 0 1,0-1 0,0 2-1,0-1 1,0 0 0,0 1-1,-1-1 1,1 1 0,-1 0-1,1 0 1,-1 0 0,1 0 0,-1 0-1,0 0 1,3 6 0,-1-3 3,-1 1 0,0 0 0,0 0 0,0 1 1,-1-1-1,0 1 0,0-1 0,-1 1 1,0-1-1,0 1 0,0 0 0,-1 0 0,0-1 1,-1 1-1,1 0 0,-1 0 0,-3 10 1,-3 11-1,-2-1 1,-19 45 0,27-69-15,-11 23 19,7-17-38,0 1 0,1-1 0,-3 15 0,11-76-1294,-2 0-1,-7-89 0,-1 96 2309,-18-72-1,18 97-519,1 0 0,1 0 0,1-1 0,0-37 0,3 52-454,0 1 0,0-1-1,1 1 1,0-1 0,0 1-1,1 0 1,-1-1-1,1 1 1,0 0 0,1 0-1,-1 0 1,1 1 0,0-1-1,0 0 1,1 1-1,-1 0 1,1 0 0,0 0-1,0 0 1,0 1 0,0-1-1,1 1 1,5-3 0,-5 4-21,-1 0 0,0 0 0,1 0 0,-1 1 1,1 0-1,0 0 0,-1 0 0,1 0 1,0 1-1,0 0 0,-1 0 0,1 0 0,0 1 1,0-1-1,-1 1 0,1 0 0,-1 1 1,1-1-1,-1 1 0,1 0 0,-1 0 1,0 0-1,0 0 0,0 1 0,0 0 0,0 0 1,6 5-1,0 3 3,0-1 1,-1 1-1,0 1 0,0 0 1,-1 0-1,-1 1 0,0-1 1,5 15-1,2 15 9,-1 0 1,-2 1 0,-3 0-1,8 88 1,0 688-384,-19-738 97,-4 0 0,-3 0 0,-30 112 0,16-120 138,21-67 126,0 1 1,0-1 0,0 0 0,-1 0-1,0 0 1,-9 11 0,12-16 0,0 0-1,0-1 1,0 1 0,0 0 0,0 0-1,0 0 1,-1-1 0,1 1 0,0-1-1,0 1 1,0-1 0,-1 1-1,1-1 1,0 0 0,-1 1 0,1-1-1,0 0 1,0 0 0,-1 0 0,1 0-1,0 0 1,-1 0 0,-1-1 0,1 0-24,0 1 0,0-1-1,0 0 1,1-1 0,-1 1 0,0 0 0,0 0 0,1-1 0,-1 1 0,0-1 0,1 0 0,0 1 0,-3-4 0,-2-6-134,0-1 0,0 1 0,1-1 0,0-1 0,1 1 0,1-1 0,-3-14 0,-9-96-1,14 119 196,-8-127 1449,9-153 0,6 188-1189,5 0 0,29-123 0,-22 151-271,2-1 1,4 2-1,3 1 1,2 1-1,3 2 1,3 1-1,3 2 1,45-56-1,-62 90-7,2 2-1,48-41 1,-61 57-9,1 0 1,-1 1 0,2 0 0,-1 0 0,1 1 0,0 1 0,0 0 0,1 1-1,21-5 1,-32 8-3,0 1 0,0-1 0,0 1 0,0 0 0,0 0-1,0 0 1,0 0 0,0 0 0,0 1 0,0-1 0,0 0 0,0 1-1,0 0 1,0-1 0,0 1 0,0 0 0,0 0 0,-1 0 0,1 0-1,0 0 1,1 2 0,-2-1 0,1 0-1,-1 0 0,0 0 1,0 0-1,0 0 0,-1 0 1,1 0-1,0 0 0,-1 0 1,0 1-1,1-1 1,-1 0-1,0 0 0,0 0 1,0 1-1,-1 2 0,-1 7-2,0-1 0,-1 1 0,-1 0 0,0-1 0,-11 23 0,-10 10 6,-3 0-1,-1-2 0,-2-1 1,-2-2-1,-2-1 1,-1-1-1,-2-2 0,-66 47 1,88-71-18,-1 0 0,0-1 0,-20 9 0,29-16-348,1 0 0,-1-1-1,-1 0 1,1 0 0,0 0 0,0-1-1,-1-1 1,1 1 0,0-1-1,-9-1 1,-25-9-1907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44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0 14363,'-8'321'4094,"-32"-8"-4735,27-244 637,-1 8 931,-26 77 0,31-133 62,8-18-221,-1-7-378,2-2-369,-1 0 1,1 0-1,-1 0 1,2 0-1,-1 1 1,1-1-1,0 0 1,0 0-1,0 0 1,4-7-1,24-61-140,-23 62 118,1 0 0,1 0 0,-1 1 0,2 0 0,-1 1 0,2-1 0,-1 2 0,1-1 0,1 1-1,0 1 1,0 0 0,1 1 0,-1 0 0,2 0 0,-1 1 0,1 1 0,0 0 0,0 1 0,0 1 0,0 0 0,1 0 0,-1 1 0,22 0 0,-31 2 3,-1 0 0,0 0 1,0 1-1,0-1 0,1 1 1,-1 0-1,0 0 0,0 0 0,0 0 1,0 0-1,0 1 0,0-1 1,0 1-1,-1 0 0,1 0 1,-1 0-1,1 0 0,-1 0 0,0 0 1,4 6-1,-4-6-1,-1 1 0,0 0 1,0 0-1,-1 0 0,1 0 0,-1-1 1,1 1-1,-1 0 0,0 0 0,0 0 0,0 0 1,0 0-1,-1 0 0,1 0 0,-1 0 0,0 0 1,0 0-1,0-1 0,0 1 0,0 0 0,0-1 1,-1 1-1,-2 2 0,-2 5 2,-1-1-1,-1 0 1,0 0 0,0-1-1,-1 0 1,0 0 0,0-1-1,-1 0 1,-11 6-1,8-6-168,0-1-1,0 0 0,-1 0 0,1-1 0,-1-1 0,0 0 1,-18 1-1,2-4-1487,6-6 414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45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44 257 14267,'12'4'1013,"0"-1"0,0-1 0,0 0 0,1 0 1,20-1-1,-17-1-748,0-2 0,-1 0 1,0 0-1,17-6 1,-10 1-310,-1-1 0,0-1 0,0-1 0,-1-1 1,0-1-1,22-17 0,-34 23 34,0-1 1,-1 0-1,0 0 1,0 0-1,0-1 1,-1 0 0,6-10-1,-11 16 11,0 0 0,0 0 0,1 0 0,-1 0 0,-1 0 0,1 0 0,0 0 0,0-1 0,-1 1 0,1 0 1,-1 0-1,0-1 0,0 1 0,0 0 0,0 0 0,0-1 0,0 1 0,-1 0 0,1 0 0,-1-1 0,1 1 0,-1 0 0,0 0 0,0 0 0,0 0 0,0 0 0,0 0 0,0 0 0,-1 0 0,1 0 0,-1 1 0,1-1 0,-1 1 0,0-1 0,0 1 1,-1-2-1,-5-1 6,0 0 1,0 1-1,0-1 1,0 2-1,0-1 1,-1 1-1,1 0 1,-1 1-1,0 0 1,1 1-1,-12 0 1,-6 1-32,1 1 0,-40 9 0,52-8 15,1 0-1,0 1 1,0 0-1,0 1 1,1 0-1,-1 1 1,1 0-1,1 1 0,-1 0 1,1 0-1,-16 17 1,19-16 15,0 0 0,0 1 0,1 0 1,1 0-1,-1 1 0,1 0 0,1 0 0,0 0 0,0 0 1,1 0-1,0 1 0,1 0 0,-2 20 0,4-22 23,-1-1 0,1 1 0,1 0 0,-1 0-1,2-1 1,-1 1 0,1 0 0,0-1 0,1 0 0,0 1-1,0-1 1,1 0 0,0 0 0,7 9 0,-7-12-18,1 0 1,-1 0 0,1 0-1,0-1 1,0 1 0,1-1-1,-1-1 1,1 1 0,0-1-1,0 0 1,0 0 0,0-1-1,0 0 1,1 0-1,-1 0 1,0-1 0,1 0-1,0 0 1,11-1 0,-3 0-102,1-2 0,-1 0 1,0 0-1,0-2 0,0 0 1,0 0-1,-1-2 1,0 0-1,19-10 0,0-3-2178,0-2 0,46-39 0,-9-2-350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45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0 19108,'-37'54'824,"-3"11"-32,-1 24-512,-2 4-79,-3 4-97,1-6-8,5-19-168,5-11-329,7-42-2079,7-17 1096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45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21773,'36'30'424,"8"13"-216,0 8-192,-2 8-96,-4 3-32,-13-10-120,-6-8-40,-11-18-176,-1-49-9803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47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0 15035,'-18'11'1769,"1"5"775,-2 5-2080,-2 8-456,0 3 32,-4 6-40,1 2 0,-1 2 0,1-3-32,5-11-48,3-5-88,2-15-368,2-8-752,1-12-4385,2-5 4744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47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19460,'26'8'792,"10"6"-152,6 7-399,6 11-217,-1 6-24,-7 4 0,-2 0-24,-6-7-369,-2-7-287,-8-14-5617,-1-11 4497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48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563 52 17404,'11'-5'-10,"-5"2"-73,-1 1 1,1 0-1,0 0 1,0 0 0,0 1-1,8-2 1,-13 3 128,0 0 1,0 0 0,0 1 0,0-1-1,1 0 1,-1 0 0,0 1 0,0-1-1,0 0 1,0 1 0,0-1 0,0 1 0,0 0-1,0-1 1,0 1 0,0 0 0,0-1-1,0 1 1,0 0 0,-1 0 0,1 0-1,0 0 1,0 0 0,-1 0 0,1 0-1,-1 0 1,1 0 0,-1 0 0,1 0-1,-1 0 1,0 1 0,0-1 0,1 0-1,-1 0 1,0 0 0,0 0 0,0 1-1,-1 1 1,1 7 412,4 24 755,-4-33-1195,0-1 0,0 1 0,0 0 0,0-1 0,1 1 0,-1 0 0,0-1 0,1 1 0,-1 0 0,1-1 0,-1 1 0,1-1 0,-1 1 0,1-1 0,-1 1 0,1-1 0,-1 1-1,1-1 1,-1 0 0,1 1 0,0-1 0,-1 0 0,1 0 0,0 1 0,-1-1 0,1 0 0,0 0 0,-1 0 0,1 0 0,0 0 0,0 0 0,-1 0 0,1 0 0,0 0 0,-1 0 0,1 0 0,0 0 0,-1 0 0,1-1 0,1 1 0,17-9-54,0 0-1,-1-1 1,0-1-1,22-17 1,-2 1-165,-5 4 77,-33 23 124,0 0-1,0-1 1,0 1 0,0 0-1,0 0 1,0 0-1,0 0 1,0 0 0,0 0-1,0-1 1,0 1-1,1 0 1,-1 0 0,0 0-1,0 0 1,0 0 0,0 0-1,0 0 1,0 0-1,1 0 1,-1 0 0,0 0-1,0 0 1,0 0 0,0 0-1,0-1 1,1 1-1,-1 0 1,0 0 0,0 0-1,0 0 1,0 1-1,1-1 1,-1 0 0,0 0-1,0 0 1,0 0 0,0 0-1,0 0 1,0 0-1,1 0 1,-1 0 0,0 0-1,0 0 1,0 0 0,0 0-1,0 1 1,0-1-1,0 0 1,1 0 0,-1 0-1,0 0 1,0 0 0,0 0-1,0 1 1,0-1-1,0 0 1,0 0 0,0 0-1,0 0 1,0 1-1,3 3 14,1 2-2,-1 0 0,0 1 1,0-1-1,-1 1 0,0 0 0,0-1 0,0 1 1,-1 0-1,0 0 0,0 0 0,-1 0 0,0 0 0,0 1 1,-2 6-1,-8 88-16,-45 192 1,45-251-27,-2-2 0,-1 0 0,-31 64-1,33-84 50,-1-1-1,0 0 0,-2-1 1,0-1-1,-1 0 0,-1-1 1,-1-1-1,-27 22 0,22-22 130,-1-1 1,0-1-1,-1-2 0,0 0 0,-1-1 0,0-1 1,-1-2-1,-38 8 0,50-14-73,-1 0 0,0-1-1,1 0 1,-1-1 0,0-1 0,0-1-1,-20-4 1,25 4-78,0-1-1,0-1 1,1 0-1,0 0 1,-1-1 0,1 0-1,1-1 1,-1 0-1,1 0 1,0-1 0,-10-10-1,9 7-141,1 0-1,1-1 0,0 0 1,-10-19-1,-16-51-323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48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1 280 20740,'17'2'569,"16"0"-265,37-2-344,23-2-48,29-8 8,18-6 8,24-5 40,9 0 32,9-5 72,-7-4 8,-16 0-72,-9 1-48,-23-4-248,-3 3-833,-33-5 681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50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0 167 12211,'2'-35'1648,"1"1"2897,8 6-4329,3 4-152,0 3-24,2 5 24,3 9 152,0 6 88,0 16 128,2 15 8,-7 36-88,-2 25-104,-3 44-176,0 10-96,15 0-1992,6-16 1248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50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0 297 19068,'15'1'185,"1"0"1,-1 1-1,0 1 0,0 0 1,28 11-1,71 36-294,-29-11 70,-64-31 32,0 0 0,1-2 0,0 0 0,0-1 0,0-2 0,30 2 0,-44-5 21,0 0 1,-1-1 0,1 0 0,0 0 0,0-1 0,-1 0 0,1 0 0,-1-1 0,11-4 0,-14 4 8,1 0-1,-1 0 1,1-1 0,-1 1 0,0-1-1,-1 1 1,1-1 0,-1-1 0,1 1 0,-1 0-1,0-1 1,-1 0 0,1 1 0,-1-1 0,2-6-1,-1-2 5,0 0 0,-1-1-1,0 1 1,-1 0-1,-1-1 1,0 1 0,-3-21-1,1 19-24,1 1-1,1-1 0,0 1 0,1-1 0,0 0 1,4-14-1,-1 17-227,1 1 0,-1 0 0,2 0 1,0 1-1,0 0 0,15-19 0,1 5-403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51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2 274 11122,'-1'14'1574,"0"0"0,2 0-1,-1-1 1,6 25-1,17 50 634,-7-33-2470,1 10 185,13 123 0,-26-142-160,-2 0 0,-2 1 0,-10 71 0,4-91 144,4-22 240,0-7-69,0 0-16,-1-1-29,1-1 1,-1 1-1,1-1 0,0 1 0,0-1 0,0 0 1,0 0-1,1 0 0,-1 0 0,1 0 0,0-1 0,0 1 1,1 0-1,-1-7 0,0-12 33,4-36-1,-2 41-69,10-90 74,5 1 1,5 1-1,36-110 0,-48 186-43,1 1-1,2 0 0,29-52 0,-30 65 13,0-1-1,1 1 1,0 1 0,1 0-1,1 1 1,1 0-1,18-13 1,-25 21-1,0 0 1,1 1-1,0 0 1,0 1-1,0 0 0,18-6 1,-24 10-27,0-1 0,0 0 0,0 1-1,0-1 1,0 1 0,0 0 0,0 0 0,0 0 0,0 1 0,0-1 0,0 1 0,0-1-1,0 1 1,0 0 0,0 0 0,0 1 0,0-1 0,-1 1 0,1-1 0,0 1 0,-1 0 0,0 0-1,1 0 1,-1 0 0,0 0 0,3 4 0,0 2-3,-1-1-1,0 1 1,-1 0 0,0 0-1,0 0 1,-1 0 0,0 0-1,0 1 1,-1-1 0,0 1-1,-1 16 1,-1 6-9,-1-1 0,-7 32 0,1-21-28,-2 0 0,-2 0 0,-1-1 0,-37 73 0,34-83 7,-1 0 1,-1-2 0,-2 0 0,-1-1 0,-1-1 0,-38 34 0,49-50 32,0-2 1,-1 0-1,1 0 0,-1-1 0,-1 0 1,-18 6-1,27-11-5,0-1-1,0 0 1,-1 0 0,1 0-1,0-1 1,0 0 0,0 1-1,0-1 1,0-1-1,-1 1 1,-4-2 0,7 2-5,-1-1 0,1 0 0,0 0 0,-1-1 0,1 1 0,0 0 0,0-1 0,0 1 0,0-1 0,0 0 0,0 0 0,0 0 0,1 0 0,-1 0 0,1 0 0,-1 0 0,1 0 0,0 0 0,-2-5 0,1 2-2,1-1 0,0 0 0,-1 1 0,2-1 0,-1 0 0,1 0 0,0 0 0,0 0 0,0 1 0,1-1-1,0 0 1,0 0 0,1 1 0,-1-1 0,1 1 0,4-9 0,3-4-9,0 1 0,2 0 0,17-24 0,-18 28-1,1 0-1,0 1 1,1 0 0,0 0-1,1 2 1,1-1-1,26-15 1,-34 23 8,-1 0 1,1 0-1,1 1 0,-1 0 1,0 0-1,0 0 1,1 1-1,-1 0 0,1 0 1,-1 0-1,1 1 0,-1 0 1,1 0-1,0 1 0,-1 0 1,1 0-1,-1 1 0,0-1 1,1 1-1,-1 1 1,0-1-1,11 7 0,-9-3-2,0 0-1,0 1 0,0-1 0,-1 2 0,0-1 1,0 1-1,-1 0 0,0 0 0,6 11 0,3 10-1,18 48 0,-22-50-1160,0-1-1,22 36 0,0-20-809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52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1 553 17876,'4'-3'1320,"15"-10"-307,27-12 1,-21 12-1048,29-20 0,-20 6 22,-1-2 0,-1-1-1,-2-1 1,-1-2 0,-1-1-1,-2-1 1,-2-1 0,22-43-1,-39 66 6,-1-2 0,6-16-1,-11 28 9,0 0 1,0 0-1,0 0 0,-1 0 0,0 0 1,1 0-1,-1 0 0,0 0 0,0 0 1,0 0-1,-1 0 0,1 0 0,-1 0 1,0 0-1,0 0 0,0 0 0,-2-4 0,2 6 1,0 0 0,0 0 0,0-1 0,-1 1 0,1 0 0,-1 0 0,1 0 0,-1 0 0,1 1-1,-1-1 1,1 0 0,-1 1 0,0-1 0,1 1 0,-1-1 0,0 1 0,0 0 0,1 0-1,-1 0 1,0 0 0,0 0 0,1 0 0,-1 0 0,0 1 0,-2 0 0,-4 1 5,1 0 1,-1 0 0,1 1 0,-10 5 0,-4 4-6,2 0 1,-1 2 0,2 0 0,0 1-1,1 1 1,0 1 0,1 0 0,1 1-1,1 1 1,1 0 0,0 1 0,-12 28 0,22-42-3,0 0 0,1 0 0,0 0 0,0 1 0,1-1 1,-1 1-1,1-1 0,1 1 0,-1 0 0,1-1 1,1 1-1,-1 0 0,1-1 0,2 10 0,-2-12-5,1 0 1,-1-1-1,1 0 0,0 1 0,0-1 0,0 0 0,0 0 0,1 0 1,-1 0-1,1-1 0,0 1 0,0 0 0,0-1 0,0 0 0,0 0 1,0 0-1,0 0 0,1-1 0,-1 1 0,1-1 0,-1 0 0,1 1 0,0-2 1,-1 1-1,1 0 0,0-1 0,5 0 0,3 0-92,0 0-1,1-1 0,-1-1 1,0 0-1,0 0 0,21-8 1,69-34-2042,-14 0 754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52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523 0 20380,'-14'3'191,"-3"0"-57,-1 0 0,2 2 0,-1 0 0,0 0 0,1 2 0,0 0 0,-27 17 0,27-12-143,1 1 0,-21 24 0,30-31-28,0 1 0,1 0-1,0 1 1,0 0 0,1-1-1,0 1 1,-6 16 0,9-23 14,1 1 0,-1-1 1,1 1-1,0-1 0,-1 1 0,1-1 0,0 1 1,0-1-1,0 1 0,0-1 0,0 1 0,0-1 1,0 1-1,1-1 0,-1 1 0,1-1 0,-1 1 1,1-1-1,-1 1 0,1-1 0,0 0 0,1 2 1,-1-2 3,0 0 1,0 0 0,1 0 0,-1-1 0,1 1-1,-1 0 1,0-1 0,1 1 0,-1-1-1,1 0 1,0 1 0,-1-1 0,1 0 0,-1 0-1,1 0 1,-1 0 0,3 0 0,6-2-13,-1 0 0,0 0 1,0 0-1,0-2 0,14-5 1,43-24 8,63-28 67,-115 55-39,1 1-1,-1 1 1,1 1-1,0 0 0,0 1 1,0 0-1,18 1 0,-29 1-4,-1 0 1,1 0-1,0 1 0,0 0 0,0-1 0,-1 1 0,1 1 0,5 1 0,-7-2 2,-1 0 1,0 0-1,0 0 1,1 0-1,-1 0 0,0 0 1,0 1-1,0-1 1,0 0-1,-1 1 0,1-1 1,0 0-1,0 1 1,-1-1-1,1 1 0,-1-1 1,1 1-1,-1-1 1,0 1-1,1-1 0,-1 1 1,0-1-1,0 1 1,-1 2-1,0 11 111,-1-1-1,-1 1 1,-9 27-1,-2 12 125,-17 120 63,-35 155-694,53-283 21,-2 0 0,-2 0 0,-2-2 0,-48 82 0,65-122 345,-104 147-73,95-137 287,-1 0-1,-1-1 1,0-1-1,-1 0 1,0-1 0,-1 0-1,0-1 1,-19 9-1,29-17-148,0 0-1,-1 1 1,1-2-1,0 1 1,-1 0 0,1-1-1,-1 0 1,1-1-1,-1 1 1,1-1-1,-1 0 1,1 0 0,-1-1-1,1 1 1,-1-1-1,1-1 1,-1 1-1,1-1 1,0 0 0,0 0-1,0 0 1,0-1-1,0 0 1,0 0-1,1 0 1,-1 0 0,1-1-1,-7-7 1,4 2-252,0 0 0,1 0 1,1-1-1,-1 0 0,1 0 0,1 0 1,0-1-1,1 0 0,0 1 1,0-1-1,1 0 0,-1-20 0,2 6-1225,1 1-1,2 0 1,0 0-1,1 0 0,8-25 1,21-61-1272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53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165 363 21989,'-8'29'153,"1"1"0,1 0 0,2 1 0,1-1 0,1 34 0,-2 12-360,-32 353-2526,32-382 2548,-15 63 1,18-106 377,1-4-179,0 0 0,0-1 0,0 1 0,0 0-1,0 0 1,0 0 0,0 0 0,0 0 0,-1 0-1,1 0 1,0 0 0,0 0 0,0 0 0,0 0-1,0 0 1,0 0 0,0 0 0,0 0 0,0 0-1,0 0 1,0 0 0,-1 0 0,1 0 0,0 0-1,0 0 1,0 0 0,0 0 0,0 0 0,0 0-1,0 0 1,0 0 0,0 0 0,0 0 0,0 0-1,0 0 1,-1 0 0,1 0 0,0 0 0,0 0-1,0 0 1,0 0 0,0 1 0,0-1 0,0 0-1,0 0 1,0 0 0,0 0 0,0 0 0,0 0-1,0 0 1,0 0 0,0 0 0,0 0 0,0 0-1,0 0 1,0 1 0,0-1 0,-2-1 110,0-1-91,1 0-1,-1 0 1,0 0-1,1 0 1,0 0-1,-1-1 1,1 1-1,0 0 0,0-1 1,0 1-1,0-1 1,1 1-1,-2-4 1,-3-42-277,3 23 47,-34-393-1173,32 358 1561,3 0 0,3 1 0,12-85 0,-9 115-147,1 1-1,1-1 1,2 2-1,0-1 0,2 1 1,1 1-1,1 0 1,33-48-1,-39 65-9,1 0 0,0 0 0,1 1 0,0 0 0,0 0 0,0 1 0,1 0 0,0 1-1,1 0 1,-1 1 0,16-6 0,-22 10-19,0-1 1,1 1-1,-1 0 0,0 1 0,1-1 0,-1 1 1,1 0-1,-1 0 0,1 0 0,-1 0 1,0 1-1,1 0 0,-1 0 0,0 0 0,1 0 1,-1 1-1,0-1 0,0 1 0,0 0 0,0 1 1,-1-1-1,1 1 0,0-1 0,-1 1 0,0 0 1,0 1-1,0-1 0,0 0 0,0 1 0,-1-1 1,1 1-1,-1 0 0,2 6 0,2 3-8,-1 0 0,0 0 0,-1 1 0,-1 0-1,0-1 1,-1 1 0,0 0 0,-1 1 0,-1-1 0,0 0-1,-1 0 1,-1 0 0,0 0 0,-1 0 0,-4 15 0,-1-3-35,-1-1 1,-1 0-1,-2 0 1,0-1-1,-1-1 1,-1 0-1,-18 21 1,29-40 6,0 0 0,0 0 0,-1-1 1,1 1-1,-1-1 0,0 1 1,0-1-1,0 0 0,-6 2 1,10-5-9,-1 1 1,0-1 0,0 0 0,0 0 0,0 1 0,0-1 0,0 0 0,0 0 0,0 0 0,0 0 0,0 0 0,0 0-1,0-1 1,0 1 0,0 0 0,0 0 0,0-1 0,-1 0 0,0 0-83,1 0-1,-1 0 1,1 0 0,0 0 0,-1-1-1,1 1 1,0-1 0,0 1-1,0-1 1,0 1 0,0-1 0,-1-3-1,-9-25-4062,0-6 1506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53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18044,'5'70'1272,"-3"14"481,-6 30-1425,-1 10-112,4 7-104,1 0-88,3-18-288,4-11-625,-2-31 441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53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277 167 20724,'-4'9'207,"1"0"-1,0 0 1,0 0-1,1 0 1,0 0-1,1 1 1,0-1-1,0 1 1,1-1-1,1 16 1,0-18-218,1 0 0,0 1 1,0-1-1,1 0 0,-1 0 0,1 0 0,1 0 1,0 0-1,0-1 0,0 0 0,0 0 0,1 0 1,8 8-1,-9-11-35,-1 0 0,1 0 1,-1-1-1,1 1 0,0-1 0,0 0 0,0 0 1,0-1-1,0 1 0,0-1 0,1 1 0,-1-1 1,0-1-1,1 1 0,-1-1 0,1 1 0,-1-1 1,1-1-1,-1 1 0,0-1 0,1 1 1,-1-1-1,0 0 0,1-1 0,-1 1 0,0-1 1,7-4-1,2-1-1,0-1 1,-1 0 0,0-1 0,0 0-1,-1-1 1,-1 0 0,14-16 0,-12 12 70,-1-1 1,0-1-1,-1 0 1,0 0 0,-2-1-1,0 0 1,7-22-1,-13 34-7,-1-1 0,0 0-1,0 0 1,0 0 0,-1 0-1,0 0 1,0 0-1,0 1 1,-1-1 0,0 0-1,-2-9 1,1 10-6,0 1 0,0 0 1,-1-1-1,1 1 0,-1 0 0,0 1 0,0-1 1,0 0-1,0 1 0,0 0 0,-1 0 0,0 0 1,0 0-1,0 0 0,0 1 0,-7-3 0,0 0 8,0 1-1,-1 1 1,1 0-1,-1 1 1,0 0-1,0 1 1,0 0-1,0 1 1,0 0-1,0 1 1,0 0-1,0 1 1,-20 6-1,1 1 6,0 1 0,1 2-1,-55 29 1,76-37-58,-94 56 80,87-49-323,1-1 0,0 2 0,1 0-1,-15 17 1,25-24-760,6-3-110,20-5-600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53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0 23085,'-2'18'520,"2"19"-160,0 17-240,2 30-120,-2 8 8,-2 17-8,-5 1 8,2 0-48,-4-2-40,-1-12-112,3-10-64,-7-20-120,-2-12-104,-5-19-168,-2-5-184,2-25-7530,-2-6 6713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54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13 402 17092,'-7'-37'1600,"2"1"0,17-6-872,11 7-303,29 0-201,18-5-72,35 5-136,17-5-88,20 5-352,-6 1-2729,-19 1 1481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54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56 577 16299,'-5'0'178,"-38"8"2007,43-8-2155,0 0 1,-1 0 0,1 0-1,0 0 1,-1 0 0,1 0-1,0 0 1,0 0 0,-1 1-1,1-1 1,0 0-1,-1 0 1,1 0 0,0 0-1,0 0 1,-1 1 0,1-1-1,0 0 1,0 0 0,-1 0-1,1 1 1,0-1 0,0 0-1,0 0 1,0 1-1,-1-1 1,1 0 0,0 0-1,0 1 1,0-1 0,0 0-1,0 1 1,1 0-8,0 0 1,0 0-1,0-1 0,0 1 1,1 0-1,-1-1 0,0 1 1,1-1-1,-1 1 0,0-1 1,1 0-1,1 1 0,17 2-8,1 0-1,-1-1 0,1-1 0,28-3 1,-25 1 4,614-64 868,-544 52-664,1465-240 2343,-1148 181-2723,-283 49-9,777-127-3412,-702 121 2588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56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0 261 11154,'23'2'945,"7"-2"2039,6 0-807,13-9-1465,6-1-304,7-4-312,7-2-40,2-3-48,13-4-8,9-5 0,5-2 0,8 1 8,-3-5 24,-10 10-16,-6 5-80,-26 12-3841,-15 7 2753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56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27 11170,'22'-7'2777,"1"1"0,41-5-1,-34 9-1970,53 1-1,-39 5-955,-1 1-1,0 2 0,46 15 0,-68-16 151,-1 0 0,0 2 0,0 0 0,-1 2 0,23 14-1,-34-20 3,-2 1-1,1 0 0,0 1 1,-1 0-1,0 0 0,-1 0 1,1 0-1,-1 1 0,0 0 1,-1 0-1,0 1 0,0-1 0,0 1 1,-1 0-1,0 0 0,2 9 1,-4-7-1,0-1 0,-1 0 0,0 0 0,0 1 0,-1-1 0,0 0 0,0 0 0,-1 0 0,-1 0 0,1 0 0,-7 12 0,-1 2 3,-2-1 0,0-1 0,-19 25 0,-40 45-183,-4-3 0,-3-3 0,-4-4 0,-177 135 0,116-118-232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57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19916,'32'81'552,"6"36"-424,8 30-360,-11 43 88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58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87 295 10010,'-1'-2'118,"-1"0"1,1 0-1,0 0 1,0 1-1,-1-1 0,1 0 1,0 0-1,1-1 0,-1 1 1,0 0-1,0 0 0,1 0 1,0 0-1,-1-1 0,1 1 1,0-3-1,1 0-731,0 0-1,0 0 1,0 0 0,1 0-1,3-7 1,2-3 302,24-60 653,13-37 7462,-41 99-6298,-6 9-541,2 4-932,0 1 0,0 0 0,0-1 0,0 1 1,1 0-1,-1-1 0,0 1 0,0 0 0,0 0 0,1 0 1,-1 0-1,0 0 0,0 2 0,-18 31 11,1 0 1,2 2-1,2 0 1,-16 57-1,15-27-90,-14 116 1,19-38-210,7 1 79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58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19812,'9'130'576,"-2"32"-392,0 23-264,-7 15-7337,-2-17 6057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25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95 12859,'-10'8'302,"-2"2"-6,-1 1 1,2 0 0,-1 1 0,2 0-1,-1 1 1,-13 22 0,24-34-210,-1 0 0,1-1 0,0 1 0,0 0 0,-1-1 0,1 1 0,0 0 0,0-1 0,0 1 0,0 0 0,0 0 1,0-1-1,0 1 0,0 0 0,0-1 0,0 1 0,0 0 0,1-1 0,-1 1 0,0 0 0,0-1 0,1 1 0,-1 0 0,0-1 0,1 1 0,-1-1 0,1 1 0,-1-1 0,1 1 0,-1-1 1,1 1-1,-1-1 0,1 1 0,-1-1 0,1 0 0,0 1 0,-1-1 0,1 0 0,0 1 0,-1-1 0,1 0 0,0 0 0,-1 0 0,1 0 0,1 1 0,37 2 483,-33-3-356,61-2 252,126-22 1,-185 22-458,7 0 1,134-28 58,-134 26-88,0-1 0,0 0 0,0-1-1,-1-1 1,0-1 0,-1 0 0,21-15-1,-30 19-146,0 1 0,0-1-1,0 0 1,-1-1-1,0 1 1,1 0-1,-2-1 1,4-5-1,7-26-5243,-3 6 3063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4:25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 19820,'-1'0'11,"-11"0"700,24 4-95,62 4-513,87-1 0,10 0-77,-136-3-13,1 1 0,59 17 0,-83-19-9,-1 1 0,-1 0 0,1 1 0,0 0 0,-1 1 0,0 0 1,11 9-1,-17-11-2,1-1 0,-2 1 0,1 1 1,0-1-1,-1 0 0,0 1 0,0 0 0,0 0 1,0-1-1,-1 2 0,0-1 0,0 0 0,-1 0 1,1 1-1,-1-1 0,1 11 0,-2-5-1,0-1 0,-1 1 1,0-1-1,0 0 0,-2 1 0,1-1 0,-1 0 0,0 0 0,-1-1 0,0 1 0,-9 13 0,0-2 1,-1 0-1,-1-2 1,-31 33-1,8-16 4,-1-2 0,-83 56 0,-101 42-69,101-61-43,-57 38-735,135-80 430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7:59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19188,'26'41'480,"7"27"-968,7 16-2921,-19 22 1905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00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16516,'0'34'1336,"3"27"-160,-1 21-592,-2 37-456,0 8-48,-7 10-72,2 2-8,3-1-200,2-7-416,2-14 344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01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80 628 12907,'-3'-18'2585,"0"6"-1637,1 0-1,0-1 1,0-23 0,2 33-928,0 1-1,0 0 1,0-1 0,1 1 0,-1-1 0,1 1 0,-1 0 0,1 0 0,0-1 0,0 1 0,0 0 0,0 0-1,1 0 1,-1 0 0,0 0 0,1 0 0,-1 0 0,1 1 0,0-1 0,0 0 0,-1 1 0,1 0 0,0-1 0,0 1-1,0 0 1,4-2 0,-4 3-12,-1-1 0,1 1 0,0-1 0,0 1 0,-1 0 0,1 0 0,0 0 0,0 0 0,0 0 0,-1 0 0,1 0 0,0 0 0,0 1-1,-1-1 1,1 1 0,0-1 0,-1 1 0,4 2 0,-2-1-1,1 0-1,-1 1 1,0-1-1,-1 1 1,1 0 0,0 0-1,-1 0 1,3 5-1,3 5 8,-1 1-1,0 0 1,6 22-1,-2 0-5,-1 1-1,-3 0 0,0 0 1,-3 1-1,0 54 1,-5-27-56,-3-1 0,-17 88 1,16-121 25,-2 1 1,-1-2-1,-1 1 0,-1-1 1,-2-1-1,-23 45 1,31-68 41,0 0 0,0 0 0,-1-1 0,-8 10 0,12-14-5,0 0 0,0 0 0,0 0 0,0 0 1,0-1-1,0 1 0,0 0 0,0-1 0,0 1 1,0-1-1,0 1 0,0-1 0,0 1 0,-1-1 0,1 0 1,0 0-1,0 0 0,0 0 0,-1 0 0,1 0 0,0 0 1,0 0-1,0 0 0,-1 0 0,1 0 0,0-1 0,0 1 1,0-1-1,0 1 0,-1-1 0,1 1 0,0-1 1,0 1-1,0-1 0,0 0 0,1 0 0,-1 0 0,0 1 1,-1-3-1,-3-4 52,0 0 1,1 0-1,0 0 1,1-1-1,-1 1 1,1-1-1,1 0 1,-3-11-1,-10-71 135,14 84-195,-4-68 54,3 0 0,10-106 0,-3 95-41,-1 11-15,2 1 0,4 0 1,3 1-1,25-78 1,-27 119 4,1 1 1,1 0-1,2 1 1,31-48-1,-31 57 1,0 1 0,2 1 0,0 0 0,1 1 0,0 1 0,1 0-1,25-14 1,-28 20-5,1 2 0,0-1 0,0 2 0,0 0 0,1 1-1,0 1 1,1 1 0,24-3 0,-33 6-4,0 1-1,-1 0 1,1 0 0,0 1 0,-1 0-1,1 1 1,17 6 0,-20-6-3,-1 1 1,0 0-1,0 0 0,0 1 1,0 0-1,0 0 1,-1 0-1,0 1 0,0-1 1,0 1-1,0 1 1,4 6-1,-2 0-4,0 0 1,-1 1-1,0 0 1,-1 0-1,-1 0 1,0 1-1,-1 0 1,0-1-1,-1 1 1,1 26-1,-3 1-20,-2-1 1,-10 65-1,0-45 3,-2-1 1,-3 0-1,-2-2 1,-3 0-1,-3-1 0,-2-1 1,-2-1-1,-2-2 1,-3-1-1,-56 64 1,62-83 25,-57 49 0,69-68-111,-1-1 1,0 0-1,-1-1 1,0-1-1,-25 11 1,4-11-180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01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33 556 18828,'7'73'704,"2"6"-24,-2-1-680,-2-6-200,-5-25-448,-7-10-384,-9-25-2649,-5-14-824,4-26 3249</inkml:trace>
  <inkml:trace contextRef="#ctx0" brushRef="#br0" timeOffset="1">68 206 22269,'42'-31'520,"18"-4"-192,15-4-456,3-1-616,-1 5-865,-14 9 585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01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544 0 13619,'-29'25'2107,"-1"-1"1,-60 34 0,-71 26-453,151-80-1588,-12 6 98,1 2 0,-1 0 0,-24 19-1,45-31-170,0 1-1,1 0 0,-1-1 1,0 1-1,0 0 0,0 0 1,1 0-1,-1 0 0,0-1 1,1 1-1,-1 0 0,1 0 1,-1 0-1,1 0 0,-1 3 1,1-4-4,0 1 1,0-1 0,0 1 0,0-1-1,0 1 1,1 0 0,-1-1 0,0 1-1,0-1 1,0 1 0,1-1 0,-1 1-1,0-1 1,1 0 0,-1 1 0,0-1-1,1 1 1,-1-1 0,1 1 0,-1-1-1,1 0 1,0 1 0,3 1-57,1 1 0,0-1 0,0-1 0,0 1 0,7 1 0,-1 0 39,11 3 3,0 2 0,-1 0 1,0 1-1,-1 2 1,25 15-1,-40-22 25,0 0 0,0 0-1,0 0 1,-1 1 0,1 0 0,-1 0 0,-1 0-1,1 0 1,-1 0 0,4 9 0,-5-10-2,-1 0 0,0 1 0,1 0 1,-2-1-1,1 1 0,-1 0 0,1-1 1,-1 1-1,-1 0 0,1-1 0,-1 1 0,1 0 1,-1-1-1,-1 1 0,-2 7 0,0-4 0,0 0 0,0 0 0,-1 0 0,-1 0 0,1-1 0,-1 0 0,0 0 1,-1-1-1,1 0 0,-15 11 0,1-4 0,-1 0 0,-41 19 0,45-24-25,0-2-1,-24 7 1,36-11-39,1-1-1,-1 0 1,0-1-1,1 1 1,-1-1-1,0 0 1,1 0-1,-1 0 1,0-1-1,1 0 0,-1 0 1,1 0-1,-1 0 1,-6-3-1,8 1 9,0 1-1,-1-1 1,1 0-1,1 1 1,-1-1-1,0-1 1,-4-5-1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02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0 21421,'-1'163'558,"-7"154"-362,2-244-267,-3-1 1,-25 96-1,19-114-57,-26 65-1,33-101 98,0-1 0,-1 0 0,-1 0-1,0 0 1,-1-2 0,-1 1 0,-15 15 0,21-25 24,-1-1 1,1 0-1,-1 0 1,0-1-1,-8 5 1,14-8 5,-1 0 1,0 0-1,0 0 1,0-1-1,0 1 1,0 0-1,0-1 1,0 0-1,-1 1 0,1-1 1,0 0-1,0 0 1,0 0-1,0 0 1,0 0-1,0-1 1,-1 1-1,1 0 1,0-1-1,0 0 1,0 0-1,-3-1 1,5 2 0,-1-1 1,0 0-1,1 1 0,-1-1 1,0 0-1,1 0 0,-1 1 1,1-1-1,-1 0 0,1 0 1,-1 0-1,1 1 0,0-1 1,-1 0-1,1 0 0,0 0 1,0 0-1,0 0 0,0 0 1,-1 0-1,1 0 0,0 0 1,1 0-1,-1-1 0,8-23 6,-7 25-5,7-16 4,0 1 1,2 0 0,0 0-1,1 1 1,15-16 0,68-58 9,87-52-10,-140 114-1,0 1 1,77-33 0,-108 54 0,0 0 0,1 1 0,-1 0 0,0 0 0,1 1 0,0 1 0,-1-1 0,1 2 0,14 0 0,-22 0-3,0 1 0,0 0-1,0-1 1,0 1 0,0 1 0,0-1-1,0 0 1,0 1 0,0-1 0,-1 1-1,1 0 1,0 0 0,-1 0-1,0 0 1,1 0 0,-1 0 0,0 1-1,0-1 1,0 1 0,-1 0 0,1 0-1,-1-1 1,1 1 0,-1 0 0,0 0-1,0 0 1,0 0 0,0 1-1,-1-1 1,1 0 0,-1 5 0,1 4 0,-1 1 0,0-1 1,-1 1-1,0 0 1,-1-1-1,-6 21 0,2-14-1,-1-1 0,-1 0 1,0-1-1,-2 0 0,1 0 0,-2-1 0,-1 0 0,-18 20 0,13-18-1,0-1 1,-2-1-1,0 0 0,0-2 1,-2 0-1,-25 13 0,43-25 17,-1 0-1,0-1 1,1 1 0,-1-1-1,0 0 1,-7 1-1,10-2-83,-1 0 0,1 0 0,0 0 0,0 0 0,0 0 0,0 0 0,0 0 0,0 0 0,0-1 0,0 1-1,0-1 1,-1 1 0,1-1 0,1 1 0,-1-1 0,0 1 0,-2-2 0,1-1-475,0-1-1,0 1 1,1 0-1,-1-1 1,1 1 0,0-1-1,0 1 1,0-1 0,0 0-1,0 1 1,1-1 0,0 0-1,0-5 1,-1-39-1851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02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31 17540,'-6'44'1189,"2"-9"-562,-8 35-1,10-61-609,-1 0-1,0 0 0,0-1 1,0 1-1,-1-1 0,-1 0 1,0 0-1,0 0 0,-6 7 1,9-13-14,-1 1 0,1-1 0,-1 0 1,0 1-1,0-2 0,0 1 1,-6 3-1,9-5-3,-1 1 0,0-1-1,0 0 1,1 0 0,-1 1 0,0-1 0,0 0 0,1 0 0,-1 0-1,0 0 1,0 0 0,0 0 0,1 0 0,-1 0 0,0 0-1,0 0 1,0 0 0,1 0 0,-1-1 0,0 1 0,0 0-1,1-1 1,-1 1 0,0 0 0,1-1 0,-1 1 0,0-1 0,1 1-1,-1-1 1,1 1 0,-1-1 0,0 0 0,1 1 0,0-1-1,-1 0 1,1 1 0,-1-1 0,1 0 0,-1 0 0,0-3-6,1 0 0,-1 0 0,1 1 0,-1-1 0,1 0 0,0 0 0,0 1 0,1-1 0,-1 0 0,1 0 0,0 1 0,0-1 0,0 0 0,3-5 0,4-8-33,16-26 0,-18 32 28,1-1 2,3-6-5,0 0-1,2 0 1,0 2 0,1-1 0,15-14-1,-26 29 14,0 0 0,0 1 0,0-1 0,0 1 0,0-1 1,0 1-1,0 0 0,0 0 0,0 0 0,1 0 0,-1 1 0,0-1 0,1 1 0,-1-1 0,1 1 0,-1 0 0,0-1 0,1 1 0,-1 1 0,1-1 0,-1 0 0,0 1 0,1-1 0,-1 1 0,1-1 0,-1 1 0,0 0 0,0 0 1,0 0-1,4 3 0,-4-3-1,0 1 1,0 0-1,0 1 1,0-1-1,0 0 1,0 1 0,0-1-1,-1 0 1,1 1-1,-1 0 1,0-1-1,0 1 1,0 0 0,0 0-1,0 0 1,-1 0-1,1 0 1,-1-1-1,0 1 1,0 0 0,0 0-1,0 0 1,0 0-1,-1 4 1,-2 2-10,1 0 0,-2 0-1,1-1 1,-1 1 0,0-1 0,-1 0 0,-5 8 0,9-15-442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03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0 16564,'-23'246'2638,"-24"117"-3019,-6-88-2141,49-260 2378,-1 1 0,-1-1 0,0 0 0,-10 15 0,15-27 247,-1 0-1,1 0 1,-1 0-1,0 0 0,0-1 1,-1 1-1,1-1 0,0 1 1,-1-1-1,0 0 0,1 1 1,-1-1-1,0-1 1,0 1-1,0 0 0,0-1 1,-1 0-1,1 1 0,0-1 1,0-1-1,-1 1 0,1 0 1,-1-1-1,-5 1 1,8-1-80,0 0 1,1 0-1,-1-1 1,0 1-1,0 0 1,1 0-1,-1 0 1,0 0-1,1-1 1,-1 1-1,0 0 1,1-1-1,-1 1 1,0-1 0,1 1-1,-1 0 1,1-1-1,-1 1 1,1-1-1,-1 0 1,1 1-1,-1-1 1,1 1-1,0-1 1,-1 0-1,1 1 1,0-1-1,-1-1 1,1 1-11,0-1 0,0 0 0,0 0 0,0 1 0,0-1 0,0 0 0,0 0 0,1 1 0,-1-1 0,1 0 0,1-2 0,0-2-18,2-1 0,-1 1 0,1 0 0,-1 1 0,9-9 0,-2 5-13,0 0 1,1 0-1,0 1 1,1 1-1,0 0 1,13-5-1,78-30-126,-94 39 133,7-3-5,-6 2 20,0 0 0,1 0 0,-1 2 0,1-1-1,-1 1 1,12-1 0,-21 3 2,0 0 1,-1 0-1,1 0 1,0 1-1,-1-1 0,1 0 1,-1 0-1,1 0 0,0 0 1,-1 1-1,1-1 1,-1 0-1,1 0 0,-1 1 1,1-1-1,-1 0 0,1 1 1,-1-1-1,1 1 1,-1-1-1,1 1 0,-1-1 1,0 1-1,1-1 0,-1 1 1,0-1-1,1 1 1,-1-1-1,0 1 0,0 0 1,1-1-1,-1 1 0,0-1 1,0 1-1,0 0 1,0-1-1,0 1 0,0 0 1,-4 24 157,4-24-160,-4 10 27,0-1 0,-1 0 0,0 0 0,0-1 0,-1 1 0,0-1 0,-1 0 0,-11 12-1,-3 0-4,-45 36 0,56-50-99,-83 58 226,84-59-355,-1-1 1,1 0 0,-1-1-1,-1 0 1,1 0 0,-1-1-1,1 0 1,-13 1-1,20-4-205,1 0 0,-1 0 0,0 0 0,0 0 0,0 0 0,0-1 0,-4 0 0,-12-12-1652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03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89 678 11851,'-37'86'7343,"23"-57"-6428,2 1-1,-10 33 1,21-59-908,0-1 0,1 1-1,-1-1 1,1 1 0,0-1 0,0 1 0,0-1-1,1 8 1,-1-10-6,1-1-1,-1 1 1,0 0-1,1 0 1,-1 0-1,0-1 1,1 1-1,-1 0 1,1-1-1,-1 1 0,1 0 1,0-1-1,-1 1 1,1-1-1,0 1 1,-1-1-1,1 1 1,0-1-1,-1 1 1,1-1-1,0 0 1,0 1-1,0-1 1,-1 0-1,1 0 1,0 0-1,0 0 1,0 1-1,0-1 1,-1 0-1,1 0 1,0-1-1,0 1 1,0 0-1,0 0 0,-1 0 1,1 0-1,0-1 1,0 1-1,0 0 1,1-2-1,3 0-2,0 0-1,1-1 0,-1 0 0,0-1 1,0 1-1,-1-1 0,1 0 1,-1 0-1,0 0 0,0-1 0,0 1 1,3-6-1,7-12-6,17-34 1,-19 34 4,39-85-85,-50 104 64,5 5 6,-3 0 13,-1 0 1,1 0-1,-1 0 0,1 0 1,-1 1-1,0-1 1,0 1-1,0 0 0,0-1 1,0 1-1,0 0 1,-1 0-1,2 6 0,11 16-186,-14-24 168,1-1 0,-1 1 0,1 0 0,-1-1-1,0 1 1,1-1 0,0 1 0,-1 0 0,1-1 0,-1 1-1,1-1 1,0 0 0,-1 1 0,1-1 0,0 1 0,-1-1-1,1 0 1,0 0 0,-1 1 0,1-1 0,0 0 0,0 0-1,0 0 1,-1 0 0,1 0 0,0 0 0,0 0 0,-1 0-1,1 0 1,0 0 0,0 0 0,-1-1 0,1 1 0,0 0-1,0 0 1,-1-1 0,1 1 0,0-1 0,-1 1-1,1 0 1,0-1 0,-1 1 0,2-2 0,2-2-133,0 0 1,0-1-1,0 0 1,5-8-1,-6 8 104,36-52-3047,-2-2 0,-4-1 0,33-78-1,-49 91 2791,14-53 0,-15 31 1642,18-60 2809,-33 123-3656,0 3-132,0 0 0,-1 0 0,1 0 0,0 0 0,0 1 0,1-1 0,-1 0-1,1 1 1,-1-1 0,1 1 0,0-1 0,0 1 0,0 0 0,0 0 0,4-4 0,-6 6-317,0 0 1,1 0-1,-1 0 1,0 0-1,0 0 1,1 0-1,-1 0 1,0 0-1,1 0 1,-1 0-1,0 0 1,0 0-1,1 0 1,-1 1-1,0-1 0,0 0 1,1 0-1,-1 0 1,0 0-1,0 0 1,1 0-1,-1 1 1,0-1-1,0 0 1,0 0-1,1 0 1,-1 1-1,0-1 1,0 0-1,0 0 1,0 1-1,0-1 0,1 0 1,-1 0-1,0 1 1,0-1-1,0 0 1,0 0-1,0 1 1,0-1-1,0 0 1,0 0-1,0 1 1,0-1-1,0 1 1,4 17 298,-2 1 1,0 0 0,0 30 0,-5 263 88,-3-226-445,-27 142 0,30-216-180,1 0 0,-2-1-1,0 1 1,0-1-1,-11 19 1,14-29 0,1 0-1,-1 0 1,0 0-1,1 0 1,-1 0-1,0 0 1,0 0-1,0 0 1,0 0-1,0-1 1,0 1-1,0 0 1,0-1 0,-2 2-1,-14-3-2012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04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4 115 17708,'-3'23'2534,"3"-22"-2486,0 0 0,0 0 0,1-1 0,-1 1 0,0 0 0,0 0 0,1-1 0,-1 1 0,1 0 0,-1-1 0,1 1 0,-1-1 0,1 1 0,-1-1 0,1 1 0,-1-1 0,1 1 0,-1-1 0,1 1 0,0-1 0,-1 1 0,1-1 0,0 0 0,0 0 0,-1 1 0,1-1 0,0 0 0,0 0 0,-1 0 0,3 0 0,4 1-27,0-1 1,0 0-1,1-1 0,-1 0 0,0 0 1,0 0-1,8-3 0,51-19-87,-49 16 49,17-6-38,8-4-75,74-18 0,-104 32 121,0 1 1,1 0-1,-1 1 0,0 1 1,1 0-1,-1 0 0,0 1 1,1 0-1,-1 1 0,0 1 1,13 4-1,-21-5 9,1 0 0,-1 0 1,1 1-1,-1-1 0,0 1 0,0 0 0,0 0 1,0 1-1,0-1 0,-1 1 0,0-1 1,0 1-1,0 0 0,0 1 0,0-1 0,-1 0 1,4 9-1,-1 4-2,0 0 0,-1 0 0,4 31 0,2 14-2,-7-52 1,0 0 1,1-1 0,0 0-1,9 17 1,-12-23 2,1-1 1,-1 0 0,0 0-1,1 0 1,-1 0 0,1 0-1,-1 0 1,1-1 0,0 1-1,0 0 1,0-1 0,0 1 0,0-1-1,0 0 1,0 0 0,1 0-1,-1 0 1,0 0 0,1 0-1,-1-1 1,0 1 0,1-1-1,-1 1 1,1-1 0,3 0-1,-4-1 1,-1 0 0,1 0-1,-1 0 1,1 0 0,-1 0-1,0 0 1,1 0 0,-1-1-1,0 1 1,0-1 0,0 1 0,0-1-1,0 1 1,0-1 0,-1 1-1,1-1 1,0 0 0,-1 1-1,1-1 1,-1-2 0,4-6 3,49-104-80,12-27-1877,-63 135 1657,0 1 0,-1-1-1,1 0 1,-1 0 0,0 1-1,0-12 1,-1 15 248,0 1-1,0-1 1,0 1-1,0-1 1,-1 1-1,1 0 1,0-1-1,-1 1 1,1-1-1,-1 1 1,0 0-1,1-1 1,-1 1-1,0 0 1,0 0-1,0-1 0,0 1 1,0 0-1,0 0 1,0 0-1,0 0 1,0 0-1,-1 1 1,1-1-1,0 0 1,0 0-1,-1 1 1,1-1-1,-1 1 1,-1-1-1,-4 0 280,1 0-1,-1 1 0,1 0 0,-1 1 0,1-1 0,-1 1 0,1 0 1,0 1-1,-1-1 0,1 1 0,0 0 0,-10 6 0,11-6-97,1 0-1,0 0 0,-1 1 0,1-1 1,0 1-1,1 0 0,-1 1 0,0-1 0,1 0 1,0 1-1,0 0 0,0 0 0,0 0 0,0 0 1,1 0-1,0 1 0,-3 6 0,5-11-127,0 1 0,0-1 1,0 1-1,0 0 0,0-1 0,0 1 0,0-1 0,0 1 0,0-1 1,0 1-1,0-1 0,0 1 0,1-1 0,-1 1 0,0-1 0,0 1 0,1-1 1,-1 1-1,0-1 0,0 1 0,1-1 0,-1 0 0,1 1 0,-1-1 1,0 1-1,1-1 0,-1 0 0,1 0 0,-1 1 0,1-1 0,-1 0 0,1 0 1,-1 1-1,1-1 0,-1 0 0,1 0 0,-1 0 0,1 0 0,-1 0 1,1 0-1,0 0 0,-1 0 0,1 0 0,-1 0 0,1 0 0,0 0 0,27-5-8,-27 5 5,60-18 6,-38 10-8,1 1 1,-1 1-1,45-6 1,-63 12-1,1-1 0,-1 1 1,1 0-1,-1 1 0,1 0 1,-1-1-1,0 1 0,1 1 1,-1-1-1,0 1 0,0 0 1,0 0-1,0 1 0,0 0 1,0-1-1,-1 1 1,1 1-1,-1-1 0,0 1 1,0 0-1,0 0 0,3 5 1,-1 0-11,-1 0 1,0 0-1,0 1 1,-1 0-1,0 0 1,-1 0-1,0 0 1,0 1 0,-1-1-1,-1 1 1,0 0-1,0 0 1,-1-1-1,0 1 1,-1 0 0,0-1-1,-1 1 1,0-1-1,-1 1 1,0-1-1,-1 0 1,0 0-1,0 0 1,-9 14 0,8-17 12,-1 4 71,-1-1-1,-13 15 1,18-23 87,3-8 22,3-10-118,1 1-1,1-1 1,0 1 0,16-27 0,-5 15-57,34-44 1,-30 47-45,1 0-1,44-36 1,-52 49 16,1 0 1,0 1 0,0 1-1,1 1 1,0 0-1,27-8 1,-39 14 18,-1 1 0,1 0-1,-1 0 1,1 1 0,-1-1 0,1 1 0,0-1 0,-1 1 0,1 0 0,-1 1 0,1-1 0,0 1 0,-1-1 0,1 1 0,-1 0 0,1 0 0,-1 1-1,0-1 1,1 1 0,-1-1 0,0 1 0,0 0 0,0 0 0,0 1 0,0-1 0,-1 1 0,1-1 0,-1 1 0,0 0 0,1 0 0,-1 0 0,0 0-1,-1 0 1,3 5 0,7 17-6,11 35-1,10 22-322,-30-77 256,1 0 0,-1 0 0,1 0 0,1 0 0,-1-1 0,1 1 0,5 5 0,-3-7 2,-1 1 1,1 0-1,1-1 1,-1 0-1,12 3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05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424 105 21165,'-5'7'94,"-1"0"1,2 0 0,-1 0 0,1 1 0,0 0 0,0-1 0,1 1 0,0 1 0,-3 12 0,5-17-107,0 1-1,1-1 1,-1 0 0,1 1 0,0-1 0,0 0 0,1 1 0,-1-1 0,1 0 0,0 0 0,0 0 0,0 1 0,1-1 0,-1 0 0,1 0 0,0-1 0,0 1 0,0 0 0,1-1 0,0 1 0,2 2 0,-2-4-13,-1 0 0,1 0 0,-1 0 0,1-1 0,0 1 0,-1-1 0,1 0 0,0 0 0,0 0 0,0 0 0,0 0 0,0-1 0,0 1 1,0-1-1,0 0 0,0 0 0,0 0 0,0 0 0,0-1 0,0 1 0,5-2 0,3-1-9,0-1 1,0 0 0,0 0-1,13-9 1,-2 1 163,-1-1 0,0-2 1,-1 0-1,0-1 1,27-29-1,-45 42-117,0 1-1,0-1 0,0 0 0,0 1 1,-1-1-1,1 0 0,-1 0 1,0 0-1,0 0 0,0 0 0,0 0 1,0 0-1,-1 0 0,0 0 0,1-1 1,-1 1-1,0 0 0,0 0 0,-1 0 1,0-6-1,0 8-12,1-1 1,-1 1-1,0-1 1,1 1-1,-1-1 0,0 1 1,0 0-1,0-1 0,0 1 1,0 0-1,0 0 1,-1 0-1,1 0 0,0 0 1,-1 0-1,1 0 1,-2-1-1,1 1-2,-1 0 1,1 1 0,-1-1-1,0 0 1,1 1-1,-1 0 1,0 0-1,1 0 1,-1 0-1,0 0 1,1 0-1,-1 0 1,-3 2-1,-4 0 1,1 1-1,0 0 0,0 1 0,0 0 0,0 0 0,1 1 0,-1 0 1,1 0-1,1 1 0,-1 0 0,1 1 0,-11 11 0,17-16 2,0-1-1,0 0 1,1 1-1,-1-1 1,1 1-1,-1-1 1,1 1 0,-1-1-1,1 1 1,0 0-1,0-1 1,0 1-1,0-1 1,0 1-1,0 0 1,0-1-1,0 1 1,1-1-1,-1 1 1,1-1-1,-1 1 1,1-1-1,1 3 1,2 3-13,0-1 0,1 1 1,9 10-1,1 1-33,0 6 98,-1 0 0,-1 1 0,-1 0 0,-1 1 0,-1 0 0,-1 1 0,9 48 0,-13-39-930,-1 0 0,-2-1 1,-1 1-1,-2 0 0,-9 59 0,2-50-263,-3 1-1,-1-2 0,-2 0 0,-3 0 1,-25 49-1,20-52 833,-2-1 0,-48 61 0,38-60 2229,-51 47 0,65-69-592,-1-2 1,-1 0 0,-1-2-1,-30 17 1,44-27-1058,0-1-1,0 0 1,-1-1 0,1 0 0,-1 0 0,0-1 0,-15 1 0,21-2-218,1-1 0,-1 0 0,0 0 0,1-1 0,-1 1 0,1-1 0,-1 0 0,1 0-1,-1 0 1,1 0 0,-1-1 0,1 1 0,0-1 0,0 0 0,0 0 0,0 0 0,0 0 0,0 0 0,1-1 0,-1 1-1,1-1 1,-3-4 0,1 1-10,1 0 0,0 0 0,0 0 0,1 0-1,-1 0 1,1-1 0,1 1 0,0-1 0,-1-7-1,0-6-29,2-35 0,4 9-157,2 1 0,1 0-1,3 1 1,29-83 0,-14 63-57,3 2 0,59-97-1,-55 110 185,3 1 0,2 2-1,2 2 1,2 1-1,1 2 1,71-51-1,-27 31-78,3 4 0,160-76 0,-214 117-26,-26 10 17,-13 5 126,-10 2 67,0 1-1,0 0 0,-24 8 1,-16 3 237,43-11-249,-10 2 208,-33 2 0,49-6-265,1 0-1,0 0 1,0 0-1,0 0 1,0-1-1,0 1 1,0-1-1,0 0 1,0-1-1,1 1 1,-1 0-1,0-1 1,0 0-1,1 0 1,-4-3-1,6 4-64,-1 0 0,1 0 0,0 0 0,0-1-1,0 1 1,0 0 0,1-1 0,-1 1 0,0-1 0,1 1-1,-1-1 1,0 1 0,1-1 0,0 1 0,-1-1 0,1 1-1,0-1 1,0 0 0,0 1 0,0-1 0,0 0-1,0 1 1,1-1 0,-1 1 0,0-1 0,1 1 0,-1-1-1,1 1 1,0-1 0,-1 1 0,3-3 0,1-2-441,0 0 1,1 0 0,0 0-1,0 1 1,10-9 0,25-17-1205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05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20532,'-7'23'625,"9"0"-625,5-4-649,10-4-2055,3-6-3329,-5-7 4824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06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282 355 10050,'-37'-3'6031,"28"2"-5236,-1 0 0,1 1 0,-15 1 0,22-1-884,-12 6-1035,9-2 1156,0-1 0,0 1 1,0 0-1,1 1 0,-1-1 0,1 1 1,0 0-1,0 0 0,1 0 1,0 0-1,0 1 0,0-1 0,0 1 1,-2 9-1,-8 26 180,2 0 0,1 1-1,3 0 1,-5 85 0,12-117-184,0 0 1,1 0-1,0 0 0,1 0 1,0-1-1,4 12 0,-6-19-17,1 0-1,0 0 1,-1-1-1,1 1 1,0 0-1,0 0 0,0-1 1,1 1-1,-1 0 1,0-1-1,0 1 1,1-1-1,-1 0 1,1 1-1,0-1 1,-1 0-1,1 0 0,0 0 1,-1 0-1,1 0 1,0 0-1,0-1 1,0 1-1,0-1 1,0 1-1,0-1 1,0 0-1,0 0 0,0 1 1,0-1-1,0-1 1,0 1-1,0 0 1,0 0-1,3-2 1,5-1 28,-1-1 1,0 0-1,0 0 0,-1-1 1,1 0-1,-1-1 1,0 0-1,0 0 0,9-11 1,1-1 5,-1 0 0,21-34 0,-29 39-43,0-1 1,-1 0-1,-1 0 0,0-1 0,8-28 1,-13 37 2,-1-1 1,1 1 0,-1-1-1,-1 1 1,1-1-1,-1 1 1,-1-1 0,1 0-1,-1 1 1,0-1-1,0 1 1,-1-1 0,0 1-1,0 0 1,-1 0 0,1 0-1,-5-7 1,-1 3 9,0 0 1,0 0 0,-1 1-1,-1 0 1,1 1 0,-1 0-1,-1 0 1,1 1 0,-1 1-1,-21-10 1,12 7-1,0 2 1,0 0-1,-1 1 0,1 1 1,-36-4-1,-2 8-195,61-3-54,5-4 162,-1 1-1,2 0 0,-1 1 0,1 0 1,0 0-1,0 1 0,1 0 0,16-6 1,0 1 38,1 2 1,34-7 0,-40 11 34,1 1 1,-1 1 0,1 1 0,0 1-1,-1 1 1,1 0 0,0 2-1,-1 1 1,0 0 0,32 12 0,-42-12-2,0 0 1,-1 1-1,1 1 1,-2 0-1,1 0 1,0 1-1,-1 0 1,-1 0-1,1 1 1,-1 0-1,0 1 1,-1 0 0,0 0-1,0 0 1,-1 1-1,-1 0 1,1 0-1,-2 1 1,1 0-1,-1-1 1,3 16-1,-5-11-3,1 1-1,-2-1 1,0 1-1,-1 0 1,0-1-1,-3 17 1,-22 89 1201,25-119-790,7-6-291,19-18-116,-2-1-1,0-1 0,-2-1 0,27-38 1,-41 52-12,-1 0-1,0-1 1,-1 0 0,0 0 0,-1-1 0,-1 1 0,0-1 0,0 0 0,1-16 0,-4 24 18,0-1 1,-1 1 0,1-1 0,-1 1 0,-1-1-1,1 1 1,-1-1 0,0 1 0,0-1 0,-1 1-1,1 0 1,-1 0 0,0-1 0,-1 1 0,1 1-1,-1-1 1,0 0 0,0 1 0,0-1 0,-1 1-1,0 0 1,0 0 0,0 0 0,-6-4 0,8 7 58,2 6-14,1-2-49,-1 0-1,1 0 0,0 0 0,0 0 1,0 0-1,0 1 0,1-2 0,-1 1 1,1 0-1,0 0 0,0 0 0,3 3 1,34 31-24,-18-18 8,30 29-22,121 104-24,-170-150 58,0-1 1,0 1 0,0-1 0,1 1 0,-1-1 0,1 0 0,-1 1-1,1-1 1,2 0 0,-4-1 4,0 0-1,0 0 1,0 0 0,0 0-1,0 0 1,-1-1-1,1 1 1,0 0 0,0-1-1,0 1 1,0-1-1,0 1 1,-1-1 0,1 1-1,0-1 1,0 1-1,-1-1 1,1 0 0,-1 1-1,1-1 1,0 0-1,-1 0 1,1 1 0,-1-1-1,0 0 1,1 0 0,-1 0-1,0 0 1,1-1-1,7-17 94,-2-1-1,0 1 0,-1-1 0,2-24 1,4-88-23,2-12-966,-9 124-578,0 0-1,1 1 0,11-29 1,9 5-1300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06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621 1 22061,'-46'77'520,"-8"13"40,-7 31-680,-4 0-216,-17-6-264,2-12-120,3-33-1145,7-14-2672,24-33-776,6-16 3361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07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14051,'53'2'2417,"17"16"1263,6 8-2415,-2 21-681,-3 14-72,-6 13-240,-12 4-152,-3-10-496,-4-13-320,8-27 384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02.6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 87 9554,'-9'-15'1033,"5"9"200,1-1 1,-1 0-1,1 1 0,0-1 0,-2-9 1,5-6-1157,0 22-76,0 0 0,0 0 0,0 0 1,1 0-1,-1 0 0,0 0 0,0 0 0,1 0 0,-1 0 1,0 0-1,0 0 0,0 0 0,1 0 0,-1 0 1,0 0-1,0 0 0,0 0 0,1 0 0,-1 0 0,0 1 1,0-1-1,0 0 0,0 0 0,1 0 0,-1 0 1,0 0-1,0 1 0,0-1 0,0 0 0,0 0 0,0 0 1,1 1-1,-1-1 0,0 0 0,0 0 0,0 0 1,0 1-1,0-1 0,0 0 0,0 0 0,0 0 0,0 1 1,0-1-1,6 39 23,-4-13-12,46 417 513,54 340-1169,6-345-1110,-73-329 1416,95 199 0,-99-247 798,3-2-1,2-2 1,66 79-1,-82-112-179,1-1 0,1-2 0,1 0 0,1-1 0,1-1 0,1-1 0,0-2 0,1 0-1,56 22 1,-57-30-152,0-1-1,0-2 1,0 0-1,0-2 1,1-1-1,-1-1 0,1-1 1,-1-1-1,1-2 1,-1 0-1,40-12 1,-30 5-25,-1-2 0,0-1-1,0-2 1,-2-2 0,0-1 0,-1-1 0,48-38 0,14-20 311,-3-3 0,104-122 1,-158 156-330,-3-2 0,-1-2 0,-3-1 0,-2-1 0,32-84 0,75-291 210,-95 285-241,-9 40-28,77-291-568,-86 294-159,17-201 1,-37 275 590,4-129-1104,-6 129 901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05.2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2545 10050,'245'-186'7302,"116"-99"-5410,372-373-260,-397 337-1141,46-46-298,-16-13-142,-283 286-430,57-62 767,-47 58-8346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11.1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294 0 11250,'-17'21'251,"1"0"0,1 1 0,1 1 0,0 0 0,2 1 0,1 1 0,1-1 0,1 2 0,-9 41 0,16-61-76,2-1 0,-1 0 0,0 0-1,1 1 1,0-1 0,0 0 0,1 1 0,0-1-1,-1 0 1,2 1 0,-1-1 0,1 0 0,-1 0-1,1 0 1,1 0 0,-1-1 0,6 9 0,-6-11-92,1 1 0,-1 0 0,1-1 0,0 0 0,0 0 0,0 1 0,0-2 0,0 1 0,0 0 0,1-1 0,-1 1 0,0-1 0,1 0 1,-1 0-1,1 0 0,0-1 0,-1 1 0,1-1 0,0 0 0,-1 0 0,1 0 0,-1-1 0,1 1 0,0-1 0,-1 0 0,5-1 0,4-2-67,0-1 0,0 0 0,-1-1 0,0 0 0,0-1 0,-1 0-1,0-1 1,0 0 0,0 0 0,-1-1 0,8-11 0,-10 12-12,0 0 1,-1 0-1,0-1 1,0 0 0,-1 0-1,-1-1 1,0 1 0,0-1-1,0 0 1,-1 0-1,-1 0 1,0-1 0,1-17-1,-3 23 21,0 1-1,0 0 1,-1 0 0,0-1-1,0 1 1,0 0-1,-1 0 1,1 0 0,-1 0-1,0 0 1,0 0-1,0 0 1,-1 1 0,1-1-1,-1 1 1,0 0-1,0 0 1,0 0 0,0 0-1,-1 0 1,1 0 0,-1 1-1,0 0 1,1 0-1,-6-2 1,-8-3 97,0 1-1,-1 0 1,1 2 0,-32-5-1,31 6-126,-1 1 0,1 0 0,-1 1 0,0 1 0,1 1 0,-1 1 0,1 0 0,0 2 0,-33 9 0,47-11-211,0 0-1,0 0 1,1 0 0,-1 0 0,0 1 0,1 0 0,0 0 0,-1 0 0,-2 4-1,2-3-642,1 1 0,0-1 0,0 1-1,1 0 1,-1 0 0,1 0 0,-2 8-1,-3 30-1456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11.4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19004,'10'11'624,"4"8"-312,5 0-184,-3 18-16,2 3-40,-6 4-16,4-2-56,3-7-120,2-9-200,0-9-7385,1-4 6664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11.9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1 111 15627,'0'0'2545,"2"-1"-1920,10 10-642,-5-2 20,-5-5-1,1 0-1,-1 0 1,0 1-1,0-1 1,0 0-1,0 1 1,-1-1 0,1 1-1,-1 0 1,0 0-1,1-1 1,-1 1-1,0 0 1,-1 0-1,2 5 1,-2-6 0,0 0 0,1 0 0,-1 0 0,1 0 0,-1 0 0,1 0 0,0 0 0,0 0 0,-1 0 0,1-1 0,1 1 0,-1 0 1,0 0-1,0-1 0,1 1 0,-1-1 0,1 1 0,-1-1 0,1 0 0,2 2 0,-1-2 18,0 0 1,0 0-1,-1 0 1,1-1-1,0 1 1,0-1-1,0 0 1,0 1-1,0-1 1,0-1-1,0 1 1,-1 0-1,4-2 1,7-1 78,-1-1 0,0 0 0,-1-1 0,1-1 0,16-10 0,-27 16-92,1-1 0,-1 0-1,0 0 1,1 0 0,-1 0-1,0 0 1,0 0 0,0 0-1,0 0 1,0 0-1,0-1 1,0 1 0,0 0-1,0-1 1,-1 1 0,1 0-1,0-1 1,-1 1 0,1-1-1,-1 1 1,0-1 0,1 1-1,-1-1 1,0 0 0,0 1-1,0-1 1,0 1 0,0-1-1,-1-2 1,-1-2-3,-1-1 0,0 1 0,0 1-1,0-1 1,0 0 0,-5-5 0,4 7-180,1-1-1,0 0 1,0 0 0,0 0 0,-3-9-1,5-10-2675,6 0 1094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12.3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299 1 18892,'-57'3'1284,"41"-3"-1289,-1 1 0,1 1 1,-27 5-1,38-5-117,-1 0 1,1 0-1,0 0 0,-1 1 0,1 0 1,0 0-1,1 0 0,-1 1 0,0-1 0,1 1 1,0 0-1,0 0 0,0 1 0,-4 5 1,-3 8 160,1 1 1,1 0-1,0 0 1,1 1-1,2 0 1,0 0 0,1 0-1,-5 39 1,10-56 11,0 1 1,-1 0 0,1-1 0,0 1-1,1-1 1,-1 1 0,1-1 0,0 1-1,-1-1 1,1 1 0,1-1-1,1 4 1,-3-6-40,1 0-1,-1-1 1,1 1 0,0 0-1,-1-1 1,1 1 0,0 0-1,0-1 1,-1 1 0,1-1-1,0 1 1,0-1 0,0 1-1,0-1 1,0 1-1,0-1 1,0 0 0,1 1-1,0-1-3,0 0-1,0 0 1,0-1-1,0 1 1,0 0-1,0-1 0,0 1 1,0-1-1,0 1 1,0-1-1,3-2 1,8-4-32,0-1 0,-1-1 0,0 0 0,-1-1 1,20-20-1,45-65-1007,-64 79 270,18-34 1,-21 23 2756,-11 38-1908,2 0 1,0 0 0,0 0-1,1 0 1,0 0-1,3 11 1,-2-16-152,-1 0-1,1-1 1,0 1-1,0-1 1,1 1 0,-1-1-1,1 0 1,0 0 0,1 0-1,-1-1 1,1 1 0,0-1-1,9 8 1,12 3-429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13.0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394 0 19724,'8'79'795,"11"187"-128,-18-259-674,-5 438-1586,3-430 1251,0-13 162,-1-6 79,-9-20 19,-1 0 1,-2 1-1,-27-37 0,33 51 57,1 0 0,-1 1-1,-1 0 1,1 1-1,-1 0 1,-1 0 0,1 0-1,-1 2 1,0-1 0,0 1-1,-18-6 1,25 10 32,1 1 0,-1-1 0,1 1 0,-1-1 1,0 1-1,1 0 0,-1 0 0,0 0 0,1 1 0,-1-1 0,1 0 1,-1 1-1,0 0 0,1 0 0,-1 0 0,1 0 0,0 0 0,-1 0 1,1 0-1,0 1 0,0-1 0,0 1 0,0 0 0,-3 2 0,-2 5 63,0-1-1,1 1 1,0 0-1,-8 16 1,12-22-53,-66 139 881,60-124-836,2 0-1,0 1 1,1 0 0,1 0 0,1 1 0,-1 19 0,4-35-62,0-1 1,0 0 0,0 1 0,1-1-1,-1 0 1,1 0 0,0 1 0,0-1-1,0 0 1,0 0 0,4 5 0,-4-6-4,0-1 0,0 0 0,0 1 0,1-1 0,-1 0 0,0 0 0,1 0 0,-1 0 0,1 0 0,-1-1 0,1 1 0,-1 0 0,1-1 0,-1 1 0,1-1 0,0 1 0,-1-1 0,1 0 0,0 0 0,0 0 0,-1 0 0,1 0 0,0 0 0,-1 0 0,1-1 0,2 0 0,6-1-39,0-1 0,0-1 0,-1 0 0,1 0 0,-1-1 0,14-9 0,52-44-467,-44 32 283,29-24-272,49-36 1439,-93 75-595,1 0 1,0 1-1,1 1 0,34-12 0,-50 20-342,0 0 1,0 0-1,0 0 0,0 1 0,1-1 1,-1 1-1,0 0 0,0-1 0,1 1 1,-1 0-1,0 0 0,0 1 1,1-1-1,-1 0 0,0 1 0,0-1 1,0 1-1,0 0 0,1 0 0,-1-1 1,0 2-1,0-1 0,-1 0 0,1 0 1,0 1-1,0-1 0,0 1 0,-1-1 1,1 1-1,-1-1 0,1 1 0,-1 0 1,2 3-1,-1 0-4,0 1-1,0 0 1,-1-1-1,1 1 1,-1 0 0,-1-1-1,1 1 1,-1 0 0,0 0-1,0 0 1,0 0 0,-3 7-1,0 0 1,-1 0 0,-1 0 1,0 0-1,-10 18 0,10-21 21,3-8 215,-4-16 101,5 1-326,2 1-1,-1 0 1,2-1 0,0 1-1,4-14 1,-2 2-94,5-13-524,0 0-1,30-70 0,-9 46-56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13.4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180 37 19348,'-24'-9'910,"16"5"-713,-1 0 0,0 1 0,0 0 1,-17-3-1,23 6-214,1 0 0,0 0-1,-1 0 1,1 0 0,0 0 0,-1 1 0,1-1 0,0 1 0,-1-1-1,1 1 1,0 0 0,0 0 0,0 0 0,0 0 0,0 0-1,0 0 1,0 1 0,0-1 0,0 1 0,0 0 0,1-1 0,-1 1-1,1 0 1,-2 2 0,-4 9-31,1-1-1,1 1 1,0 0-1,0 1 1,2-1-1,-1 1 1,2-1-1,-2 27 1,4-37 53,0-1 0,-1 1-1,2-1 1,-1 1 0,0 0 0,0-1 0,1 1-1,-1-1 1,1 1 0,0-1 0,0 1 0,0-1-1,0 1 1,0-1 0,1 0 0,-1 0 0,1 1-1,-1-1 1,1 0 0,3 2 0,-3-2-5,1-1 0,-1 1 0,1-1 0,-1 0 1,1 0-1,-1 0 0,1-1 0,0 1 0,-1 0 0,1-1 1,0 0-1,0 0 0,0 0 0,-1 0 0,1 0 0,0 0 1,0-1-1,-1 1 0,5-2 0,1-1-11,0 0 0,-1-1 0,0 0 0,1 0 0,-1 0 0,-1-1 1,1 0-1,9-9 0,-1 0-15,-1-1 1,14-21-1,-24 30 28,0 1-1,-1-1 1,0 0-1,0 0 0,-1-1 1,1 1-1,-1 0 1,-1-1-1,1 1 0,-1-1 1,0 0-1,-1 1 1,1-1-1,-2 0 0,1 0 1,0 1-1,-3-11 1,2 14 96,-2 16 37,3 0-116,1 0 0,0 0 0,1 0 0,0-1 0,1 1 0,0 0 0,8 16 0,-11-27-51,1 0 0,0 0 1,0 1-1,1-1 0,-1 0 0,0 0 0,1 0 1,-1 0-1,4 2 0,-4-3-62,0 0 0,0-1 0,-1 1-1,1-1 1,0 1 0,0-1 0,0 1 0,0-1-1,0 0 1,0 0 0,1 1 0,-1-1 0,0 0 0,0 0-1,0 0 1,0 0 0,0 0 0,0 0 0,0 0-1,0-1 1,0 1 0,0 0 0,0-1 0,2 0 0,19-13-1245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13.7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39 118 16227,'-11'-47'1625,"2"8"-17,1 8-48,-1 55-1335,7 29-65,2 41-24,2 18-32,1 19-64,1-3-64,3-23-528,2-16-2921,-1-33 1632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14.0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0 158 20628,'32'-21'609,"6"-7"-409,6-2-176,5 2-16,-2 7-8,-5 11 16,3 1-16,-10 7 0,-2 2-40,-5 0-200,-1 0-337,-8-3-2487,0-2-3906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14.3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0 118 21973,'2'0'848,"31"-4"152,-8-8-656,11-7-344,-3-7-784,4-4-656,7 4 664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14.5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418 112 12691,'-3'-24'1096,"-2"-4"864,-1 5-4136,-4 0-145,-4 10 1561</inkml:trace>
  <inkml:trace contextRef="#ctx0" brushRef="#br0" timeOffset="1">237 9 10282,'-42'12'1104,"-2"2"2521,2 9-1280,5 0-785,8 10-752,4 11-144,13 15-160,7 13-127,10 1-105,9-8-16,14-18-80,3-12-64,22-21-232,3-11-88,7-20-216,1-11-489,-1-16 497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16.5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0 386 4457,'12'-98'3305,"0"-6"-790,-15 19-364,0-3 2135,6 78-3527,2 11-319,4 16-153,-3 5-146,-1 1 1,0-1-1,-2 1 0,-1 0 1,-1 29-1,1-18-4,-2 89 237,-1-72-321,2 0 0,10 70 0,-10-114-85,1-1 0,-1 1 0,2 0 0,-1 0 0,1-1 0,3 7 0,-5-12-140,-1 0 1,1 0-1,0 1 1,-1-1-1,1 0 1,0 0-1,0 0 1,0 0-1,0 0 1,0-1-1,0 1 1,0 0-1,0 0 1,0-1-1,0 1 1,0 0-1,0-1 1,1 1-1,-1-1 1,0 0-1,0 1 1,1-1-1,-1 0 1,0 0-1,1 0 1,-1 0-1,0 0 1,1 0-1,-1 0 1,0 0-1,0 0 1,1-1-1,-1 1 1,0-1-1,0 1 1,2-1-1,12-13-1390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16.8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 1 13475,'-2'31'2056,"4"9"1745,-2 6-3273,3-1-328,-1-1-8,-4-13-112,2-3-32,0-12-168,-14-18-4793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17.3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0 235 18476,'1'-4'96,"-1"-1"-1,1 1 1,0-1 0,0 0-1,1 1 1,-1 0 0,1-1-1,0 1 1,0 0 0,0 0-1,1 0 1,-1 0-1,1 1 1,0-1 0,0 1-1,0-1 1,1 1 0,-1 0-1,1 0 1,0 1 0,0-1-1,0 1 1,6-3 0,-6 3-85,0 0-1,0 0 1,0 1 0,1-1 0,-1 1 0,0 0 0,1 1 0,-1-1-1,0 1 1,1-1 0,-1 2 0,1-1 0,-1 0 0,1 1-1,-1 0 1,0 0 0,0 0 0,1 0 0,-1 1 0,0-1 0,0 1-1,0 0 1,0 1 0,-1-1 0,5 4 0,1 3 16,0 0 0,-1 1 0,-1 0 0,1 0 0,-2 0 0,11 22-1,26 76-79,-27-66-136,-5-14-1410,19 32-1,-29-58-18,-1-7 845,-11-69 3037,7 54-1974,1-1 0,1 1 1,0-1-1,3-33 0,2 35-287,0-1-1,2 1 0,0 0 0,1 0 0,15-29 0,-17 37-20,2 1 0,-1 1-1,1-1 1,1 1 0,0 0 0,0 0-1,1 1 1,0 0 0,0 1-1,0-1 1,15-8 0,-21 15 30,1-1 0,-1 1-1,1 0 1,0 0 0,-1 0 0,1 0 0,0 0 0,0 0 0,0 1 0,0-1 0,0 1 0,0 0 0,0 0 0,0 0 0,0 0-1,0 1 1,-1-1 0,1 1 0,0-1 0,0 1 0,0 0 0,0 0 0,-1 1 0,1-1 0,0 0 0,-1 1 0,0 0 0,1 0-1,-1-1 1,0 1 0,0 1 0,0-1 0,0 0 0,2 4 0,5 6 32,-1 2 1,0-1-1,-1 1 0,-1 0 0,6 18 1,60 144-264,-68-150 157,-4-24 140,5-11-68,13-34-117,14-32-2543,-28 67 2401,1 0 1,-1 0-1,1 1 0,0 0 1,1 0-1,11-11 0,-15 16 251,0 1 0,-1 0 0,1-1 0,0 1 0,0 0 0,0 0 0,0 0 0,0 1 0,0-1-1,1 0 1,-1 1 0,0 0 0,0-1 0,0 1 0,1 0 0,-1 0 0,0 0 0,0 0 0,1 0 0,-1 1 0,0-1 0,0 1 0,0 0 0,0-1-1,1 1 1,-1 0 0,3 2 0,0 1-93,1-1-1,-1 1 0,0 0 1,0 1-1,-1-1 0,1 1 1,-1 0-1,5 7 0,-3-3-905,-1 1 1,1-1-1,7 20 0,-9-17 165,1-7 449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17.7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161 236 15107,'2'-2'4567,"5"-9"-4371,22-42-116,-24 44-74,-4 7 4,1-8 4,1-5-14,0 4-9,0 0 0,-1 1 0,-1-1 1,1-21-1,-2 29 7,0 1 0,0 0 0,-1-1-1,1 1 1,0 0 0,-1-1 0,0 1 0,1 0 0,-1 0 0,0 0 0,0-1 0,0 1 0,-1 0-1,1 1 1,0-1 0,-1 0 0,1 0 0,-1 0 0,0 1 0,0-1 0,1 1 0,-1-1 0,0 1 0,0 0-1,0 0 1,-1 0 0,1 0 0,0 0 0,0 0 0,-5 0 0,2 0 12,0 0-1,0 0 1,0 0 0,0 1-1,0 0 1,0 0 0,0 1-1,0-1 1,0 1 0,0 0-1,0 0 1,0 1 0,0 0-1,0-1 1,1 2 0,-1-1-1,1 0 1,-1 1 0,1 0-1,0 0 1,0 0 0,0 1-1,1-1 1,-1 1 0,1 0-1,0 0 1,0 0 0,0 0-1,0 1 1,-3 8 0,-1 4 123,0 0 1,1 0 0,2 1 0,-1 0-1,2 0 1,0 0 0,1 24 0,1-26-76,0 0 0,2 0 0,0 0 0,1 0 0,1 0 1,0 0-1,8 22 0,-9-33-49,0 0-1,0 0 1,0-1-1,1 1 1,0-1 0,0 0-1,0 0 1,0 0 0,0 0-1,1 0 1,0-1-1,0 1 1,0-1 0,0 0-1,0 0 1,1-1 0,-1 1-1,1-1 1,0 0-1,0 0 1,-1-1 0,1 1-1,0-1 1,0 0-1,1 0 1,-1-1 0,7 0-1,0 0-10,0-1-1,-1-1 0,1 0 0,0-1 0,-1 0 1,0-1-1,0 0 0,16-9 0,6-6-76,43-31 1,189-157-2991,-189 144 1561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18.1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1 531 19364,'16'7'1192,"17"-7"17,19 0-521,34-15-272,17-10-112,24-10-216,-1-5-56,2-4-64,-8-3-80,-13-2-216,1-1-88,-13-6-184,-8 0-56,-7-9-4770,-11 9 3178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23.1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0 215 7242,'33'-21'1313,"56"-34"-352,-76 48-974,2 0 1,-1 1-1,1 0 0,23-5 1,-30 9 162,1 1 0,-1 0-1,1 0 1,-1 1 0,1 0 0,16 3 0,-24-3-102,18-11-912,-1 0 0,23-19 0,-8 5-102,-1 2 559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23.5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2 415 13339,'-1'0'3729,"13"-1"-2781,0 0-913,-1-1 0,0-1 0,0 0 0,0 0 0,0-1 1,-1-1-1,0 1 0,12-8 0,115-74 4,-43 26-217,171-82 1,-138 92-1396,-43 19-4785,-60 24 4731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25.7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1 595 10146,'1'0'6867,"7"0"-6744,-5 0-126,1 0 0,-1 0 0,1 0 0,-1-1 0,1 1 0,-1-1 0,1 0 1,4-2-1,28-6 65,20-5 915,105-40-1,325-124-237,144-56-13,-485 166-5806,-84 37 2645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26.2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1 373 13619,'33'5'768,"9"-3"-240,11-4-288,13-14-48,6 2 16,10-9 128,2-3 0,8-2 313,1-3 63,5-2-64,8-4-160,1 2-280,-6 0-72,-6 0-232,-13 2-808,-16 1 520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38.1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0 199 7994,'0'-3'679,"1"0"1,-1-1 0,0 1 0,1 0-1,0-1 1,0 1 0,0 0 0,0 0-1,3-5 1,-1 3-186,0 0-1,1 0 1,0 0-1,7-7 1,4-1-559,0 1-1,24-14 1,-22 15 426,-1 1-348,-1 0 0,2 1 0,0 0 0,0 2 0,0 0 1,31-8-1,-46 15-8,0 0 1,0 0-1,0 0 1,0 0-1,0 0 1,0 1 0,0-1-1,0 0 1,0 1-1,0 0 1,0-1-1,-1 1 1,1 0-1,0 0 1,0 0-1,-1 0 1,1 0 0,0 1-1,-1-1 1,1 0-1,-1 1 1,0-1-1,1 1 1,-1 0-1,0-1 1,0 1 0,0 0-1,0-1 1,0 1-1,0 2 1,3 7 15,0-1 1,-1 1 0,0-1-1,1 12 1,-2-8-7,-1 0-1,-1 0 1,0 0 0,-1 0-1,-1 0 1,0 0 0,0-1 0,-1 1-1,-1-1 1,-1 1 0,0-1 0,0-1-1,-1 1 1,-1-1 0,0 0 0,-11 15-1,9-15 54,-1 0-1,0-1 1,-1 0 0,1-1-1,-2 0 1,0 0-1,0-2 1,-1 1 0,1-1-1,-2-1 1,1-1-1,-1 1 1,0-2-1,-27 7 1,40-12-63,0 1-1,0-1 1,0 0-1,0 0 1,0 1-1,0-1 1,0 0 0,0 0-1,0 0 1,0 0-1,0 0 1,0 0-1,0-1 1,0 1 0,0 0-1,0 0 1,0-1-1,0 1 1,0-1-1,-1 0 1,1 1-3,1-1-1,0 0 1,0 1 0,0-1 0,0 1 0,0-1-1,0 0 1,0 1 0,0-1 0,0 1-1,0-1 1,0 0 0,1 1 0,-1-1-1,0 1 1,0-1 0,0 1 0,1-1-1,-1 0 1,0 1 0,1-1 0,-1 1 0,1-1-1,3-4 3,1 0 1,-1 0-1,1 0 0,9-7 0,12-4 12,1 1 0,0 2 0,41-16 0,93-21-248,-94 32 113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40.5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 16227,'42'-5'1153,"3"12"-225,8 12-552,1 22-336,0 6-40,-1 16 16,-3 5-16,-10 21 0,-8 5-48,-22 15-64,-13 2-16,-23-6-112,-11 2 72,-10-11-96,-2-5-592,7-16 592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42.9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168 0 14339,'-27'14'1144,"-5"9"129,-3 22-625,0 11-32,9 16 32,14 7-176,33 6-192,22 3-72,45-1-152,13-3-192,13-4 120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38.8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33 8 13907,'-10'-4'1720,"-1"1"745,3 12-1625,4 6-344,4 24-216,5 17-96,6 26-208,5 10-192,5 6-3713,-2-12-1288,-9-25 3665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39.7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9 15531,'2'-2'1319,"1"1"-1179,0 0 0,0 0-1,1 0 1,-1 0 0,1 0-1,-1 1 1,1-1 0,-1 1-1,1 0 1,-1 0 0,1 0-1,-1 1 1,1-1 0,-1 1-1,6 2 1,8 1-34,30 14 0,-25-8-78,0 1-1,-1 1 0,0 1 0,0 1 1,-2 1-1,0 1 0,0 0 0,-2 2 1,28 33-1,-18-13-116,-2 1-1,-1 0 1,-2 2-1,22 56 1,-37-79 52,0 0 1,-1 1-1,-1 0 1,-1 0-1,-1 0 1,0 1-1,-2-1 0,0 1 1,-1-1-1,-1 1 1,-1-1-1,0 1 1,-2-1-1,-6 23 1,-7 8-107,-1 0 0,-3-1-1,-46 76 1,43-85-1649,-3-2-1,-40 45 0,56-72 961,0 0 1,-13 11-1,-18 2-575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43.79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237 2 10490,'-27'-1'816,"1"6"761,2 9 503,-6 23-1032,2 8-255,-3 28-313,1 11-32,5 9-88,10 0-48,23-13-208,22-5-104,33-3-680,16 1-1425,8-3-2152,0-2 1617,-10-14-1417,-14-7 2097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30.3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66 3136 10410,'0'0'1721,"-9"-6"1083,-24-32-2006,25 26-598,1 4 126,5 4 239,2-4-63,-4-34 173,2 0 0,2-1-1,6-54 1,-2 70-557,1 1 0,1-1-1,1 1 1,1 1 0,1-1 0,22-39 0,65-93 1,-17 32-68,-67 109-45,0 0 0,15-16 0,17-24-1,-27 32-10,1 1 1,0 0-1,2 2 0,1 0 1,0 1-1,2 1 0,0 1 1,1 1-1,28-15 0,-20 12-52,41-35 0,-8 4 3,-50 43 76,1 1-1,0 0 1,0 1-1,0 1 0,31-7 1,12-5-49,-40 12 24,-1 0-1,1 2 1,1 0 0,-1 1 0,0 1 0,1 1-1,-1 1 1,1 1 0,22 3 0,-3-2 3,0-2-1,1-1 1,60-11 0,11 0 11,52 12 178,-125 1-180,-31 0-6,0 0 0,0 0 0,0 0 1,0 1-1,0 0 0,-1 1 0,1-1 0,0 1 1,7 5-1,6 4-5,27 24 0,-28-22-1,27 18 1,13 3-30,47 26-33,-91-54 67,1-1 0,-1 0 0,1-1 0,0 0 0,23 2 1,119 7 7,13 1-20,-107-2 24,-46-9-14,0 0 0,0-1 0,25 1 0,53-8-14,96-14 0,-136 10 21,0-2-1,-1-3 0,-1-1 1,0-4-1,74-34 1,212-105-11,9 21-14,-278 112 16,79-38-1,-125 50 32,-1-1 0,0-2 1,-1 0-1,-1-1 1,0-2-1,29-30 1,-21 15 17,30-42 1,-51 61-42,0 0 0,0-1-1,-1-1 1,-1 1 0,-1-1 0,5-19 0,-1-7 12,10-32 93,-3 24 143,16-75 0,-14 60-172,-8 27-63,-2 12-17,0-1 0,2 2 0,1 0 0,1 0 0,1 1 0,1 0 0,1 2 0,1-1 0,0 2 0,2 1 0,38-33 0,-9 14-4,1 2-1,76-44 0,-99 66-18,0 0-1,38-33 1,-57 42 6,0 0-1,0 0 1,0-1 0,-1-1 0,0 1-1,-1-1 1,0 0 0,0 0 0,0 0-1,-1-1 1,0 0 0,4-14 0,-7 14-92,1 1 1,0 0 0,1 0 0,0 0-1,0 0 1,0 1 0,1-1-1,0 1 1,7-8 0,-2 1-344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32.9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380 142 10146,'1'-4'305,"0"0"0,-1 0 0,1 0-1,-1 1 1,0-1 0,0 0 0,0 0 0,0 0-1,-1 0 1,0 1 0,1-1 0,-1 0-1,-1 0 1,1 1 0,0-1 0,-4-4 0,2 3-15,0 0 0,-1 0 0,0 0 0,0 1 0,0-1 0,0 1 0,-1 0 0,1 1 0,-1-1 0,-7-3 0,7 4-227,-1 0 0,1 0 0,-1 1 0,1 0 0,-1 0 0,0 0 0,0 0 0,0 1 0,0 0 0,0 1 0,0-1 0,0 1 0,0 0 0,-1 1 0,1-1 0,0 1 0,0 1 0,0-1 0,1 1 0,-1 0 0,0 0 0,-8 5 0,6-1-64,0 1 0,0 1 1,0-1-1,1 2 0,0-1 1,0 1-1,1 0 0,0 0 0,-6 14 1,-3 10 15,-17 53 0,20-50 28,1 1 0,2 0 0,2 0 0,1 1 0,-1 71 0,7-105-39,1 1 0,-1-1 0,1 0 0,-1 1 0,2-1 0,-1 0 0,0 0 0,1 0 0,-1 0 0,1 0 0,0 0 0,1 0 0,-1 0 0,1-1 0,-1 0 0,1 1 0,0-1 1,0 0-1,1 0 0,-1 0 0,1-1 0,-1 1 0,1-1 0,0 0 0,0 0 0,0 0 0,5 1 0,-1-1 2,0 0 1,1 0 0,-1-1-1,0 0 1,1-1 0,-1 0-1,1 0 1,-1-1-1,0 0 1,1 0 0,-1-1-1,0 0 1,11-5 0,11-6-41,-2-1 1,0-1-1,0-1 0,38-32 1,91-92-431,-156 138 460,15-12-14,-2-1 1,1-1-1,-2 0 0,0-1 1,15-27-1,-24 32 49,-3 11 14,-1-1-31,-4 3 14,2 0-27,-1 0 1,0 0 0,1 0 0,0 1 0,-1-1 0,1 1 0,0 0-1,0 0 1,0 0 0,0 0 0,0 0 0,0 0 0,-1 3-1,-26 40 105,14-19 72,9-18-102,-13 24 204,18-30-265,0 0 0,0-1-1,0 1 1,0 0 0,0 0 0,1 0-1,-1 0 1,1 0 0,0 1 0,0-1-1,0 0 1,-1 0 0,2 3 0,-1-4-15,1 0 0,-1-1 0,0 1 0,1-1 0,-1 1 0,1-1 0,-1 1 0,1-1 0,-1 1 0,1-1 0,-1 1 0,1-1 0,0 0 0,-1 1 0,1-1 0,-1 0 0,1 0 0,0 1 0,-1-1 0,1 0 0,0 0 0,-1 0 0,1 0 0,0 0 0,0 0 0,-1 0 0,1 0 0,1 0 1,21-4-59,-21 4 51,24-7-491,-1-1 0,-1 0 0,0-2 0,0-1 0,-1-1 0,35-24 0,-11 3-883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33.3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76 0 11202,'-17'33'6184,"9"0"-3594,5-13-2338,2 31 0,0-29 95,-19 556 416,20-433-755,1-124-64,1 1 0,2 0-1,0-1 1,10 31 0,-14-52 55,0 0 0,0 0 1,0 0-1,0 0 0,0 0 1,0 0-1,0-1 1,0 1-1,0 0 0,0 0 1,0 0-1,0 0 0,1 0 1,-1 0-1,0 0 0,0 0 1,0 0-1,0 0 1,0 0-1,0 0 0,0 0 1,0 0-1,0 0 0,0 0 1,0 0-1,1 0 1,-1 0-1,0 0 0,0 0 1,0 0-1,0 0 0,0 0 1,0 0-1,0 0 1,0 0-1,0 0 0,0 0 1,1 0-1,-1 0 0,0 0 1,0 0-1,0 0 1,0 0-1,0 0 0,0 0 1,0 0-1,0 0 0,0 0 1,0 0-1,0 1 0,0-1 1,0 0-1,0 0 1,0 0-1,0 0 0,0 0 1,1 0-1,-1 0 0,0 0 1,0 0-1,0 0 1,0 0-1,0 1 0,0-1 1,0 0-1,0 0 0,0 0 1,0 0-1,0 0 1,3-11 19,4-20 76,-6 26-85,6-32 30,3 0 0,0 0 1,21-45-1,-22 63-104,0 1-1,1-1 1,0 2 0,2 0-1,0 0 1,1 1 0,26-26-1,-35 39 37,1-1 0,-1 1 0,1 0-1,-1 0 1,1 0 0,10-4 0,-14 7 28,0-1-1,1 1 1,-1-1 0,0 1 0,0 0-1,1 0 1,-1 0 0,0 0-1,1 0 1,-1 0 0,0 0 0,1 0-1,-1 0 1,0 1 0,0-1 0,1 1-1,-1-1 1,0 1 0,0-1-1,0 1 1,0-1 0,0 1 0,0 0-1,0 0 1,0 0 0,0-1 0,0 1-1,0 0 1,0 0 0,0 0 0,-1 0-1,1 1 1,0-1 0,0 2-1,2 5 15,0 0-1,0 1 0,-1-1 1,0 1-1,0 0 0,-1 0 0,-1-1 1,0 13-1,0 2-7,-9 46 0,4-45-37,-1-1-1,0 0 0,-2-1 0,-18 37 0,19-46-13,0-1-1,0 0 0,-1-1 1,-1 1-1,0-2 1,0 1-1,-1-1 1,0-1-1,-16 12 1,21-18-114,0 0 0,0-1 1,0 1-1,0-1 1,0 0-1,-1 0 0,1-1 1,-1 0-1,1 0 0,-1 0 1,0-1-1,1 1 0,-9-2 1,8 0-479,0 1 0,1-2 0,-1 1 0,0-1 1,1 1-1,-1-2 0,1 1 0,-6-4 0,-22-15-1154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33.6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20868,'15'36'689,"8"6"-169,-7-1-288,0-3-232,-1 0-24,-16-11-16,4-1-8,-6-7-80,-6-5-24,5-7-152,-29-19-5250,33-7 3762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33.8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1 181 8722,'3'-7'1208,"-1"-5"1409,21-2 823,-6-6-1575,-5 1-705,11 0-640,-7 5-152,-2 0-96,7 0-112,-4-2-640,-1-1-6009,12 3 4929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34.1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417 1 21213,'-4'3'39,"-1"0"1,0-1 0,1 1 0,-1-1 0,-1 0 0,1 0 0,0-1 0,0 0 0,0 1 0,-1-2 0,1 1-1,-1-1 1,-6 0 0,-10-1-89,-41-7 0,52 6 75,-5-1-43,0 0-1,0 2 0,0 0 1,-19 1-1,30 1 11,0 0 0,-1 0-1,1 0 1,0 1 0,0 0 0,-1 0 0,1 0-1,1 0 1,-1 1 0,0 0 0,1 0 0,-1 0-1,1 0 1,0 1 0,0 0 0,-4 5 0,0 1 3,2 0 0,-1 1 0,1 0 1,1 1-1,0-1 0,0 1 0,1 0 1,1 0-1,0 0 0,1 1 0,0-1 1,1 1-1,0-1 0,1 1 0,0-1 0,1 1 1,1-1-1,0 1 0,0-1 0,2 0 1,8 23-1,-10-30 5,0 0-1,1 0 1,0-1 0,0 1-1,0-1 1,1 1 0,0-1-1,0 0 1,0 0 0,0-1-1,0 1 1,1-1 0,-1 0-1,1 0 1,0-1 0,0 1-1,6 1 1,-4-2 0,1 0-1,0-1 1,0 0 0,-1 0-1,1-1 1,0 1 0,0-2-1,0 1 1,-1-1 0,1-1-1,13-3 1,9-6-201,-1 0 0,-1-3 0,0 0 0,0-2 0,-2 0 0,27-23 0,19-23-3555,-7-3 1247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36.9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5 160 9570,'-1'-2'267,"1"0"0,-1 1-1,0-1 1,1 0 0,0 0 0,-1 0-1,1 0 1,0 0 0,0 0 0,0 1-1,0-1 1,0 0 0,0 0 0,1 0-1,-1 0 1,1 0 0,-1 0 0,1 1-1,0-1 1,0 0 0,0 0 0,0 1-1,0-1 1,0 1 0,0-1 0,3-2-1,2-1-118,0 0 1,1 0-1,-1 1 0,1 0 0,9-4 1,-11 6-50,25-13-43,1 1 0,1 2-1,-1 1 1,52-11 0,-80 22-56,0-1 1,0 1-1,1 0 1,-1 0-1,0 0 0,0 0 1,0 0-1,6 2 1,-8-2 0,1 1 1,-1-1 0,0 1 0,0 0-1,1-1 1,-1 1 0,0 0 0,0 0-1,0 0 1,0 0 0,0 0 0,0 0-1,0 0 1,0 0 0,1 2 0,-1 0 3,0 1-1,0-1 1,0 1 0,0 0 0,-1 0 0,1 0 0,-1-1 0,0 1 0,0 0-1,0 0 1,-1 0 0,1-1 0,-2 6 0,-7 30 18,5-26 11,1 1 0,0-1 0,1 0-1,1 1 1,0 0 0,2 24 0,1-18-22,-2-15 10,1 0 0,0 0 1,0 0-1,0 0 0,0 0 0,4 7 1,-4-10-17,0 0 0,1 0 1,-1 0-1,1 0 1,0 0-1,-1 0 0,1-1 1,0 1-1,0-1 1,0 1-1,0-1 0,1 0 1,-1 0-1,0 0 0,0 0 1,1 0-1,2 0 1,27 6 15,-25-7-21,-1 1-1,1 0 0,-1 1 1,1 0-1,-1 0 0,0 0 1,8 4-1,-13-5 1,0-1 0,-1 1 1,1-1-1,0 1 0,0 0 0,-1-1 1,1 1-1,0 0 0,-1-1 0,1 1 0,-1 0 1,1 0-1,-1 0 0,1-1 0,-1 1 1,1 0-1,-1 0 0,0 0 0,1 0 0,-1 0 1,0 0-1,0 0 0,0 0 0,0 0 1,0 0-1,0 0 0,0-1 0,0 1 0,0 0 1,0 0-1,-1 0 0,1 0 0,0 0 1,-1 0-1,1 0 0,0 0 0,-1-1 0,1 1 1,-1 0-1,1 0 0,-1 0 0,0-1 1,1 1-1,-1 0 0,0-1 0,0 1 0,-1 0 1,-3 4 54,-1 0 1,0-1-1,0 0 0,-1 0 1,-6 3-1,-4 1-43,-1-2 0,0 0 0,0 0 0,0-2 0,-1 0-1,0-1 1,0-1 0,0-1 0,1-1 0,-1 0 0,0-2-1,0 0 1,0-1 0,1 0 0,-32-12 0,15-3-728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41.4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11538,'1'1'2641,"2"1"-1840,0 0 0,-1 0-1,1-1 1,0 0 0,0 1 0,0-1 0,4 1-1,43 5-1141,-33-5 765,32 3-404,0 3 0,53 16 0,-86-19-16,0 1 0,0 0 0,-1 1 0,0 1 0,-1 0 0,0 1 0,0 1 0,0 0 0,-2 1 0,14 13 0,-14-10-13,-1 0-1,0 1 0,-1 0 0,0 1 1,-2 0-1,0 0 0,0 1 0,-2 0 0,0 0 1,-1 1-1,-1-1 0,3 24 0,-5-28-19,-1 1 0,-1-1 0,0 1 0,0 0 0,-2-1-1,0 0 1,0 1 0,-1-1 0,-1 0 0,0 0 0,-1 0-1,0-1 1,-1 0 0,0 0 0,-1 0 0,0-1-1,-10 12 1,-25 19-923,-6-3 356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42.2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375 0 19140,'-48'35'760,"-1"14"80,8 35-792,-7 21-48,-8 24 0,1 0 0,9-6-64,15-11-128,34-27-640,13-10-3473,15-24 2505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44.9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266 1 9250,'0'0'2384,"-19"9"-1567,1 17 495,-8 24-400,2 13-144,-13 18-296,-3 6-232,1 4-1432,2-4-1608,11-12 2287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50.3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1 574 15915,'0'0'1594,"4"0"-3713,7 0 2450,0-1-1,0 0 1,0-1 0,0 0-1,0-1 1,18-7 0,4 0 175,658-230 1157,-497 168-1711,135-60-602,-190 69-3834,-60 26 2315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1:50.9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0 289 18212,'87'-16'776,"17"-3"-264,9-6-272,-1-3-160,-2-3-48,-21-2-96,-10 1-56,-9 1-288,-9 3-376,-10 3-4593,-6 4 4193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2:00.0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267 3034 10642,'-11'-1'1349,"-1"1"1,1-1-1,-1-1 0,-13-4 0,16 4-1051,1-1-1,0 0 1,0-1-1,0 0 0,-12-7 1,13 5-301,0 0 1,0 0 0,0 0-1,1-1 1,0 0-1,0 0 1,1-1-1,-1 0 1,2 1-1,-1-2 1,1 1 0,1-1-1,-4-10 1,-5-24 40,3-1 0,-7-75 0,13 89 34,-5-40 186,3-1 0,4 0 0,2 1 0,4-1 0,2 1 0,31-126 0,24-12-164,10 3-1,111-226 0,-170 404-26,1 2 0,1-1-1,1 2 1,2 0 0,0 2-1,2-1 1,0 2 0,34-27-1,232-144-1,-240 163-64,-38 24-2,20-13 1,0 1-1,1 1 0,62-22 0,-84 35 0,1 1 0,0 0 0,0 0 0,0 1 0,0 0-1,0 0 1,0 1 0,0 0 0,0 0 0,0 1 0,0 0 0,0 1 0,0 0 0,-1 0 0,1 0 0,0 1 0,-1 0 0,0 1 0,0 0 0,0 0 0,12 9 0,-5 0-6,0 1-1,-2 0 1,1 0 0,-2 2 0,16 24-1,40 91-23,-58-114 30,31 73 6,-5 1-1,40 155 1,5 198-3,-59-154 28,15 99 65,-28-342-81,2 0-1,3 0 0,1-1 1,2-1-1,2-1 0,27 46 1,186 275-113,-206-330 114,2 0 1,1-2-1,2-1 0,2-2 0,0-1 0,2-1 1,1-2-1,1-2 0,1-1 0,1-1 1,68 27-1,-86-42-7,0-1 1,0-1-1,0 0 1,41 3-1,-51-8 6,-1 1-1,1-2 0,-1 1 1,0-1-1,1-1 0,-1 1 1,0-2-1,0 1 0,0-1 1,0-1-1,0 0 0,-1 0 1,12-7-1,-2-3 41,-1-1 1,-1-1-1,0 0 0,21-29 1,49-80 149,-72 103-165,112-194 641,-33 52-193,-21 35-430,-5-3 0,95-271 0,-134 313-52,-4-1 0,-4-1 1,-4-1-1,-5-1 0,-3 0 1,-4 0-1,-10-109 0,3 146 114,11-100 1,20-53-11,-14 113-109,27-199-18,-36 267 16,1 0 1,1 1 0,2-1 0,1 2 0,15-33 0,-15 41 16,1 1 1,0 1 0,1-1-1,1 2 1,1 0 0,0 0 0,31-25-1,-18 20-22,0 1 0,2 2 0,0 1 0,1 1 0,1 1 0,37-12 0,-50 21-5,0 1 0,0 1 0,1 1 0,0 0 0,-1 1-1,1 1 1,0 1 0,0 0 0,0 2 0,-1 0 0,1 1 0,29 9 0,-21-2-67,-1 1 0,0 1 1,-1 1-1,0 1 1,-1 1-1,-1 2 1,-1 0-1,0 1 0,-1 1 1,30 36-1,-26-23-73,-2 0-1,-1 2 0,-1 0 0,-2 1 0,-2 1 1,25 75-1,-13-11 19,26 169 1,-14 109 161,-35-226-24,-7-1 0,-26 203 0,-9 320-6,28-396-117,8-273 113,-2 22 26,2 0 0,1 0 1,5 34-1,-5-53 28,1 1 0,1-1 0,-1 0 1,1 0-1,1 0 0,-1 0 0,2 0 0,-1-1 0,1 0 1,0 0-1,0 0 0,1 0 0,0-1 0,9 8 0,-2-3-9,1-1 0,0-1 0,1 0 0,0-1 0,0 0 0,0-1 0,1-1 0,0-1 0,28 6 0,-32-8 41,0-2 0,1 0 1,0 0-1,-1-1 0,1-1 0,0 0 0,-1-1 1,0 0-1,1-1 0,-1 0 0,0-1 0,0 0 0,19-10 1,41-31 106,109-85 0,-117 77-173,-3-3 0,89-104 0,90-145-68,-137 170 46,-10 10-125,-6-3-1,133-261 0,-191 323-166,24-81 1,8-72-165,-59 210 453,160-470-69,-119 365 79,169-384-911,-163 390 694,-44 98 71,20-53-802,-13 14 582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2:02.0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14507,'0'7'905,"1"1"1,0-1-1,0 0 0,2 8 1,21 49 468,-17-49-1348,-1 1 1,8 28-1,-11-27-26,0-7-40,-1 1-1,-1 0 0,1 12 0,-2-25 28,1 1 0,-1-1-1,0 1 1,1-1 0,-1 1-1,1-1 1,-1 0 0,1 1-1,0 0 1,0-1 0,1-1-1,3-6-14,0-9 13,-1-1-1,1-18 1,-3 23 28,0 1 0,0-1 0,1 1 0,1 0 0,8-19 0,-10 28-9,0 1-1,0-1 1,1 1 0,-1 0 0,1 0-1,0 0 1,0 0 0,0 0 0,0 0-1,0 1 1,1-1 0,-1 1-1,1 0 1,-1 0 0,1 1 0,0-1-1,0 1 1,0-1 0,0 1-1,0 1 1,0-1 0,7 0 0,-7 0 1,1 1 1,0 0-1,-1 0 1,1 1 0,-1-1-1,1 1 1,-1 0-1,1 0 1,-1 0 0,0 1-1,5 2 1,2 2 0,-1 0 0,0 1 0,9 8 1,-17-13-9,-2-2 1,2 2-107,1 0 1,-1 0 0,1-1 0,-1 1 0,1-1 0,0 1 0,0-1 0,-1 0 0,6 1 0,0-4-297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2:02.3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21044,'8'33'457,"10"5"-305,4 4-184,6 12-184,0 4-201,-10 0-1103,-8-4-2129,-10-10 1881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2:02.8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1 665 21901,'9'-2'83,"0"0"0,-1-1 0,1 1 0,-1-2 0,1 1 0,12-9 1,6-1-165,-18 9 30,146-74-671,-133 65 509,-1 0 0,-1-2 0,0 0 1,-1-1-1,17-19 0,-28 26 75,-2 0 0,1 0 1,-1-1-1,-1 0 0,1 0 0,-2 0 0,1 0 0,-2-1 0,1 0 0,2-14 0,-1-11 224,3-67 1,1-12 619,-1 61-346,-6 51-9,0 9-237,-1 174 807,-4-132-873,3 1 1,11 95 0,-10-138-53,1-1 0,-1 0 0,1 1 0,0-1 0,4 8 0,-6-13 1,0 1 0,1-1 0,-1 1 0,0-1 0,1 1 0,-1 0-1,0-1 1,1 1 0,-1-1 0,1 0 0,-1 1 0,1-1 0,-1 1 0,1-1 0,0 0 0,-1 1 0,1-1 0,-1 0 0,1 1 0,0-1 0,-1 0 0,1 0 0,0 0 0,-1 0 0,1 0 0,0 0 0,-1 0 0,1 0 0,-1 0-1,1 0 1,0 0 0,-1 0 0,1 0 0,0 0 0,-1-1 0,1 1 0,0 0 0,-1 0 0,1-1 0,-1 1 0,1 0 0,-1-1 0,1 1 0,-1-1 0,1 1 0,-1-1 0,1 1 0,-1-1 0,1 1 0,-1-1 0,0 1-1,1-1 1,-1 0 0,0 1 0,1-2 0,8-14-105,1 0 1,-2-1-1,0 0 0,-1 0 0,7-31 0,-10 31 87,1 1 0,1-1 0,1 1 0,0 1 0,1-1-1,0 1 1,13-16 0,-21 30 43,1 0-1,-1 1 1,1-1-1,-1 0 1,1 1-1,-1-1 1,1 1 0,0-1-1,-1 1 1,1-1-1,0 1 1,0-1-1,-1 1 1,1-1-1,0 1 1,0 0 0,0 0-1,-1-1 1,1 1-1,0 0 1,0 0-1,0 0 1,0 0-1,-1 0 1,1 0 0,0 0-1,0 0 1,0 0-1,0 0 1,0 1-1,-1-1 1,1 0-1,0 1 1,1 0-1,1 1 101,1 1 0,-1 0 0,0 0 0,0 0 0,5 8 0,16 13 70,-21-23-220,0 1 1,0-1 0,0 0-1,0 0 1,0 0 0,0-1-1,0 1 1,0-1 0,1 0 0,-1 1-1,0-1 1,0-1 0,1 1-1,-1 0 1,0-1 0,0 0-1,0 0 1,0 0 0,0 0-1,0 0 1,0 0 0,0-1-1,0 1 1,4-5 0,7-4-509,0 0 1,-1-1-1,16-18 1,-19 18-50,27-27-642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2:04.3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178 284 10794,'0'-2'382,"0"1"-1,0-1 0,0 0 0,1 1 0,-1-1 1,0 1-1,1-1 0,-1 1 0,1-1 1,-1 1-1,1-1 0,0 1 0,0 0 1,0-1-1,1-1 0,0 2-203,-1 0-1,0 0 1,0 0-1,1 0 1,-1 0 0,1 0-1,-1 0 1,1 1-1,-1-1 1,1 0 0,-1 1-1,1 0 1,2-1-1,-1 1-119,0 0 0,0-1 0,0 2 0,0-1-1,0 0 1,0 1 0,0-1 0,0 1 0,0 0-1,0 0 1,0 0 0,-1 0 0,1 1 0,0-1-1,-1 1 1,5 3 0,7 10-63,0 0-1,-1 0 1,-1 1-1,-1 1 1,-1 0-1,0 0 1,-1 1-1,-1 1 1,8 22-1,-15-37-243,-3-3 216,0 1-1,0 0 1,1-1-1,-1 0 1,-1 1 0,1-1-1,0 0 1,0 0 0,0 0-1,-1 0 1,1-1-1,0 1 1,-1-1 0,1 1-1,0-1 1,-6 0 0,-1 1-86,0 1-1576,5-2 304,-7-2 307,-4-1 340,0 1-1,-30 0 0,39 2 1077,1 0 0,-1 1-1,1-1 1,-1 1 0,1 0 0,0 1 0,-1 0 0,1 0-1,0 0 1,0 0 0,0 1 0,0-1 0,-7 7-1,-81 87 3861,86-90-4128,1 0 1,1 0-1,-1 1 0,1 0 0,0 0 1,1 1-1,-1-1 0,-4 13 0,8-18-61,1 0 1,-1 0-1,0 0 0,1 0 0,-1 0 0,1 0 0,-1 0 0,1 0 0,0 0 0,0 0 0,0 1 0,0-1 0,0 0 0,1 0 1,-1 0-1,1 0 0,-1 0 0,1 0 0,0 0 0,0 0 0,0 0 0,0 0 0,0 0 0,0-1 0,0 1 0,1 0 0,-1-1 1,0 1-1,1-1 0,0 1 0,-1-1 0,1 0 0,0 0 0,0 0 0,-1 0 0,1 0 0,0 0 0,0 0 0,3 0 0,2 1-13,-1-1-1,1 0 0,0 0 0,-1 0 0,1-1 0,-1 0 0,1 0 1,0-1-1,-1 0 0,1 0 0,-1-1 0,1 0 0,-1 0 0,9-4 1,9-5-162,0-2 1,26-18 0,-50 31 166,51-35-486,-2-2 1,84-83-1,71-104 62,-184 201 426,-8 9-103,42-52-33,-50 60-24,0 0 0,0 0 0,-1 0 0,0 0 0,0-1 0,-1 1 0,0-1 0,0 0 0,2-8 0,-4 15 25,0-1 1,0 1 0,0-1 0,0 1 0,0-1 0,0 1 0,0-1 0,0 1 0,0-1 0,0 1 0,0-1 0,0 0 0,0 1 0,0-1 0,0 1 0,0-1 0,0 1-1,-1-1 1,1 1 0,0 0 0,0-1 0,-1 1 0,1-1 0,0 1 0,-1-1 0,1 1 0,0 0 0,-1-1 0,0 1 0,0 0-2,1 0 1,-1 0 0,0 0-1,0 0 1,0 0 0,0 0 0,1 0-1,-1 0 1,0 1 0,0-1-1,0 0 1,1 1 0,-1-1-1,0 1 1,1-1 0,-2 1-1,-25 24-1554,-30 40 2450,-91 114 8539,146-176-9043,4-4-306,-1 0 44,1 1 1,-1-1 0,0 0-1,0 0 1,1 0 0,-1 0 0,0 0-1,0 0 1,0 0 0,0 0-1,1-2 1,3-2-12,2-1 11,132-116 63,-111 97 89,-1-1-1,30-36 0,-54 58-106,-2 4-43,-1 0 1,1 0 0,-1-1-1,0 1 1,0 0-1,1 0 1,-1-1 0,0 1-1,0 0 1,1-1 0,-1 1-1,0 0 1,0-1-1,0 1 1,1-1 0,-1 1-1,0 0 1,0-1 0,0 1-1,0-1 1,0 1-1,0 0 1,0-1 0,-1-1 1,1 1 0,-1-1 0,0 1 1,0 0-1,0-1 0,0 1 0,-1 0 0,1 0 1,0 0-1,0 0 0,-3-2 0,-34-26 36,30 23-14,5 4 18,-7 0 13,4-1-20,-1 1-1,0 0 1,0 1-1,0-1 1,0 1-1,0 1 0,0-1 1,0 1-1,0 1 1,0-1-1,0 1 1,-7 2-1,-6 3 76,-47 16 65,63-21-167,0 1-1,-1 0 1,1 0-1,0 1 0,0 0 1,0-1-1,1 1 1,-1 0-1,1 1 1,-1-1-1,-3 7 1,4-5-2,1 0 1,0 0-1,1 0 1,-1 1-1,1-1 1,0 1 0,0-1-1,1 1 1,0 0-1,0-1 1,0 1-1,0-1 1,3 12 0,0-3 40,1 1 1,0-1 0,13 28 0,-15-37-21,1 0 0,0 0 0,0 0 0,0 0 0,1 0 0,-1-1 0,1 0 1,0 0-1,0 0 0,1 0 0,-1 0 0,1-1 0,0 0 0,0 0 0,0 0 0,0-1 0,1 0 0,-1 0 0,1 0 1,-1 0-1,1-1 0,-1 0 0,1 0 0,0-1 0,0 0 0,-1 0 0,1 0 0,0 0 0,0-1 0,-1 0 1,1 0-1,10-4 0,3-2-136,0 0 1,0-2 0,0 0-1,-1-1 1,0 0-1,-1-2 1,18-15 0,11-17-2730,-9-4-3325,-18 16 4117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2:04.7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136 1 19252,'-19'15'912,"2"-3"-582,0 2 0,1 0 1,-16 18-1,28-27-336,1 0 1,-1-1-1,1 1 1,0 1-1,0-1 1,0 0-1,1 1 1,0-1-1,0 1 1,0 0-1,1 0 1,0 0-1,0 0 1,0 0-1,1 11 1,3 7-29,0 0 0,2 0 1,13 43-1,-18-66 31,1-1 0,-1 1 0,0 0 0,0-1 0,0 1 0,0-1 0,0 1 0,1 0 0,-1-1 0,0 1 0,0-1 1,1 1-1,-1 0 0,1-1 0,-1 1 0,0-1 0,1 1 0,-1-1 0,1 0 0,-1 1 0,1-1 0,-1 1 0,1-1 0,0 0 0,-1 1 0,1-1 0,-1 0 0,1 0 1,0 1-1,-1-1 0,1 0 0,0 0 0,-1 0 0,1 0 0,-1 0 0,1 0 0,0 0 0,-1 0 0,1 0 0,0 0 0,-1 0 0,1-1 0,0 1 0,-1 0 0,1 0 0,-1-1 1,1 1-1,0 0 0,-1-1 0,2 0 0,1-1-12,0-1 0,0 0 1,0 0-1,-1-1 0,1 1 0,-1 0 1,3-6-1,42-91-167,-8 14 20,-37 83 195,-1 0 0,1 0 0,0 0 0,0 0 0,0 0 0,5-4 0,-6 7-20,-1 0 0,0-1 0,1 1 0,-1 0 0,0 0 0,1-1 0,-1 1 0,0 0 0,1 0 0,-1 0 0,1 0 0,-1 0 0,0 0 0,1 0 0,-1-1 0,1 1 0,-1 0 0,0 0 0,1 1 0,-1-1 0,1 0 0,-1 0 0,0 0 0,1 0 0,0 1 2,0-1 0,-1 1 0,1-1 0,0 1 0,-1 0 0,1 0 0,-1-1 1,1 1-1,-1 0 0,1 0 0,-1-1 0,1 1 0,-1 0 0,0 0 0,1 2 0,7 30 116,7 62 0,-5-26-158,41 154-199,-12-62-516,-35-139 250,0 0 0,0 35 0,-3-49 379,-1-1-1,-1 1 1,0-1-1,0 0 1,0 1-1,-1-1 1,0 0-1,0 0 0,-1 0 1,0 0-1,-4 7 1,6-12 160,0 0 1,0 0 0,-1-1-1,1 1 1,0-1-1,0 1 1,-1-1 0,1 1-1,-1-1 1,1 0 0,-1 1-1,0-1 1,0 0-1,1 0 1,-1 0 0,0-1-1,0 1 1,0 0-1,0-1 1,0 1 0,0-1-1,0 0 1,0 1-1,0-1 1,0 0 0,0 0-1,0 0 1,-3-1-1,2 0-96,-1-1 0,1 1 0,0-1 0,0 0 0,0 0 0,0 0 0,0 0-1,0-1 1,1 1 0,-1-1 0,1 1 0,-1-1 0,1 0 0,0 0 0,0 0-1,-2-5 1,-2-5-1710,0-1 0,-8-27 0,-6-48-383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2:05.0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1 102 21845,'9'36'141,"2"-1"1,2 0-1,1-1 1,1-1 0,20 33-1,-23-48-132,22 43-11,-31-54 18,-1-1-1,1 1 1,-1 0 0,0-1-1,-1 1 1,0 0 0,1 12-1,-6-22 19,-4-5-48,0 0 0,0 0 0,1-1 0,1 0 0,-1 0 0,1-1 0,1 1 0,0-1 0,0-1 0,1 1 0,-4-17 0,0 0-185,2-1 0,1 0 0,-2-45-1,6 46-210,1 0 0,1 1 0,6-32 0,7-2-217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2:05.8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0 789 20500,'0'2'42,"1"-1"0,-1 0 0,0 1 0,0-1 0,1 0 0,-1 0 0,1 1 0,-1-1 0,1 0 0,0 0 0,-1 0 0,1 1 0,0-1 0,0 0 0,0 0 0,0 0 0,0 0 0,0-1 0,0 1 0,0 0 0,0 0 0,0-1 0,1 1 0,1 0 0,-2-1-30,1 0 0,0 0 0,-1 0 0,1 0 0,0 0 1,0-1-1,-1 1 0,1-1 0,-1 1 0,1-1 0,0 0 0,-1 1 0,1-1 1,-1 0-1,1 0 0,1-2 0,4-3-39,1-1 1,-1 0-1,0 0 1,-1-1-1,8-12 1,-6 7 13,-1 0 1,0-1 0,-1 0 0,0-1 0,-1 1-1,-1-1 1,3-19 0,-5 22-93,-1 1-1,0-1 1,-1 1-1,0-1 1,-1 0-1,0 1 1,0-1-1,-2 1 1,1 0-1,-6-14 1,3 13-1290,0 1-1,-1-1 1,-9-12 0,15 23 1262,-1 0-1,0 1 1,1-1 0,-1 0-1,0 0 1,1 1 0,-1-1 0,0 0-1,0 1 1,0-1 0,0 1 0,0-1-1,0 1 1,0 0 0,0-1 0,0 1-1,0 0 1,0 0 0,0 0 0,0-1-1,0 1 1,0 0 0,0 0-1,0 0 1,0 1 0,0-1 0,0 0-1,0 0 1,0 1 0,0-1 0,0 0-1,0 1 1,0-1 0,1 1 0,-1-1-1,0 1 1,0-1 0,0 1-1,0 0 1,1-1 0,-2 2 0,-2 2 304,0 0 0,0 0 0,0 1 0,1-1 0,0 1 0,-4 6 0,1 5 1197,0 1-1,1 0 0,0 0 1,2 1-1,0-1 0,-1 29 1,3-29-988,1 0 1,1-1 0,4 31-1,-5-42-344,1 0-1,0 1 1,1-1 0,0 0-1,-1 0 1,1 0 0,1 0-1,-1 0 1,1 0-1,0-1 1,0 1 0,0-1-1,1 0 1,-1 0-1,9 6 1,-11-9-36,0 0 1,1 0-1,-1 0 1,1-1-1,-1 1 1,1 0-1,0-1 1,-1 1-1,1-1 1,0 0-1,-1 0 0,1 1 1,0-1-1,-1 0 1,1-1-1,0 1 1,0 0-1,-1 0 1,1-1-1,1 0 1,1 0-3,-1-1 0,0 0 0,1 1 0,-1-1 0,0-1 0,0 1 0,-1 0 0,1-1 0,2-2 1,6-8-11,-1-1 1,-1 0-1,11-19 1,-14 22 11,23-39-110,-2-2 0,-2 0-1,22-67 1,-46 116 58,-1 5 12,1 6 99,0-7-46,0-1 0,-1 1 0,1-1 0,0 1 0,0-1 0,-1 1 0,1-1 0,0 0 0,0 1 0,0-1 0,0 0-1,-1 0 1,1 0 0,0 1 0,0-1 0,0 0 0,0 0 0,1 0 0,4 0 11,-3 0-14,0 1 0,0-1 1,1 0-1,-1 0 1,0 0-1,0-1 1,0 1-1,1-1 1,-1 0-1,0 0 1,0 0-1,0 0 0,0 0 1,0-1-1,0 1 1,-1-1-1,1 0 1,0 0-1,-1 0 1,3-2-1,8-11-42,-2 0 1,0 0-1,-1-1 0,0-1 0,-1 1 0,12-35 1,-17 39-46,0 1 0,-1-2 0,0 1 0,-1 0 1,-1 0-1,0-1 0,0 1 0,-1-1 0,-1 1 0,0-1 1,-5-17-1,5 24 69,-1 1-1,0-1 1,-1 1 0,1 0 0,-1 0-1,0 0 1,0 0 0,-1 1 0,0-1-1,1 1 1,-1 0 0,-1 0 0,1 0-1,-1 0 1,-7-4 0,10 7 21,-1 0 0,1 0-1,0 0 1,-1 0 0,1 0 0,-1 0 0,1 1 0,-1-1 0,1 1-1,-1 0 1,1 0 0,-1 0 0,1 0 0,-1 0 0,1 0 0,-1 1 0,1-1-1,-1 1 1,1 0 0,-1 0 0,1 0 0,0 0 0,-1 0 0,1 0-1,0 1 1,0-1 0,0 1 0,0-1 0,0 1 0,0 0 0,0 0 0,1 0-1,-1 0 1,1 0 0,-1 0 0,0 3 0,-6 9 21,1 0 1,1 1-1,0-1 0,1 1 1,1 0-1,0 1 0,-3 24 1,4-10 29,1 1 0,5 58 1,-3-82-58,1 1 1,0-1-1,0 0 1,1 1-1,0-1 1,1 0-1,-1 0 1,1-1-1,5 9 1,-7-13-15,1 0 0,-1 0 0,1 0 0,0 0 0,0-1 1,-1 1-1,1-1 0,0 1 0,0-1 0,1 0 0,-1 1 0,0-1 0,0 0 0,1-1 1,-1 1-1,0 0 0,1-1 0,-1 1 0,1-1 0,-1 0 0,0 1 0,1-1 0,-1-1 1,1 1-1,-1 0 0,1 0 0,-1-1 0,0 0 0,1 1 0,2-2 0,5-3-106,0 0 0,0 0-1,-1-1 1,0 0-1,0-1 1,-1 0 0,1 0-1,8-10 1,33-38-310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2:06.5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1 309 16251,'0'-2'170,"1"1"-1,0 0 1,0-1-1,0 1 0,0 0 1,0 0-1,0 0 1,0 0-1,1 0 0,-1 0 1,0 0-1,0 0 0,1 1 1,-1-1-1,1 0 1,-1 1-1,0-1 0,1 1 1,-1 0-1,1-1 1,-1 1-1,1 0 0,-1 0 1,3 0-1,-2 0-86,0 1 1,0 0-1,0 0 0,0 0 0,-1 0 1,1 0-1,0 0 0,0 1 0,-1-1 1,1 0-1,-1 1 0,1-1 0,-1 1 1,0 0-1,2 2 0,2 5-64,0 0 0,0 0 0,-1 0 0,0 1 0,-1 0 0,3 12 0,12 59-371,27 80 0,-42-154 303,0 2-27,1 0-1,-1 1 0,0 0 1,-1 0-1,0 0 1,-1 0-1,0 14 1,-2-22 56,-2-6 34,1 2-12,-8-15 35,0-1 0,0 0 1,2-1-1,0 1 0,1-2 0,1 1 1,1-1-1,-3-25 0,1-9 79,2-1 0,3-54 0,2 78-101,1 1 0,2-1 1,1 0-1,1 1 1,2 0-1,18-50 1,-23 74-18,1 0 1,0 0-1,0 0 1,1 1-1,5-7 1,-9 11 1,1 0 0,0 0 0,-1 1 0,1-1 0,0 0 0,-1 1 0,1-1 0,0 0 0,0 1 0,0-1 0,0 1 0,-1-1 0,1 1 0,0 0 0,0-1 0,0 1 0,0 0 0,0 0 0,0 0 0,0-1 0,0 1 0,0 0 0,0 0 0,0 0 0,0 1 0,0-1 0,0 0 0,0 0 0,0 0 0,0 1 0,0-1 0,0 1 0,0-1 0,-1 1 0,1-1 0,0 1 0,0-1 0,0 1 0,-1 0 1,1-1-1,0 1 0,0 1 0,2 2 0,0 0 1,0 0-1,-1 0 1,0 0-1,0 1 1,0-1-1,0 1 1,0 0-1,-1-1 1,0 1-1,0 0 1,-1 0-1,1 0 0,-1 7 1,0 1-44,-1 1-1,-1-1 1,0 0 0,-4 17-1,2-17-510,-1 0 0,0 0-1,-1 0 1,-1-1-1,-14 21 1,11-16-976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2:06.9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0 205 11634,'3'-2'606,"0"1"0,1 0 0,-1 0-1,0 0 1,1 0 0,-1 1-1,1-1 1,-1 1 0,1 0-1,6 0 1,-8 0-469,0 1 0,0 0 0,0-1-1,0 1 1,0 0 0,0 0 0,0 0 0,0 0 0,0 1-1,-1-1 1,1 0 0,0 1 0,-1-1 0,1 1 0,-1 0-1,0-1 1,0 1 0,1 0 0,1 3 0,8 20 316,-4-11-252,0 0 1,10 14-1,-16-25-183,1 0 1,0-1 0,0 1-1,0-1 1,1 1-1,-1-1 1,1 0-1,-1 0 1,1 0-1,0 0 1,-1-1-1,1 1 1,0-1-1,0 1 1,6 1-1,-6-3-23,-1 0-1,1 0 0,-1 0 0,0-1 0,1 1 1,-1-1-1,1 1 0,-1-1 0,0 0 0,0 0 0,1 0 1,-1 0-1,0 0 0,0 0 0,0-1 0,0 1 0,0-1 1,-1 1-1,1-1 0,0 0 0,-1 0 0,1 1 1,-1-1-1,0 0 0,1 0 0,1-4 0,3-6-59,-1-1 1,0 1-1,5-17 0,-10 28 64,7-21-74,-2-1 1,5-33-1,-9 47 69,0-1-1,-1 1 1,0 0-1,-1 0 1,0-1-1,0 1 0,-1 0 1,-5-17-1,6 23 10,0 1 1,0 0-1,0 0 0,0 0 0,0 0 0,0 0 0,-1 0 0,1 0 1,-1 0-1,1 1 0,-1-1 0,0 0 0,0 1 0,0 0 1,0-1-1,0 1 0,0 0 0,0 0 0,0 0 0,0 0 0,0 0 1,-1 0-1,1 1 0,0-1 0,-1 1 0,1 0 0,0 0 0,-4 0 1,2 0 20,0 1 0,0 0 0,0 0 1,0 0-1,0 1 0,1-1 1,-1 1-1,0 0 0,1 0 0,-1 0 1,1 0-1,0 1 0,0-1 1,0 1-1,0 0 0,-2 3 0,-6 8 99,1 0-1,0 0 0,-13 30 0,19-36-125,1-1 0,0 1 0,0 0 0,1 0 0,0 0 0,1 0-1,-1 1 1,2-1 0,-1 0 0,1 9 0,0-17-21,0 0-1,0 1 1,0-1 0,0 1-1,0-1 1,0 0 0,0 1-1,0-1 1,0 0 0,0 1-1,0-1 1,1 0 0,-1 1-1,0-1 1,0 0 0,0 1-1,0-1 1,0 0 0,1 0-1,-1 1 1,0-1 0,0 0-1,1 0 1,-1 1 0,0-1-1,0 0 1,1 0 0,-1 0-1,0 1 1,1-1 0,-1 0-1,0 0 1,1 0 0,-1 0-1,0 0 1,1 0 0,-1 1-1,0-1 1,1 0 0,-1 0-1,0 0 1,1 0 0,-1 0-1,0 0 1,1-1 0,-1 1-1,0 0 1,1 0 0,-1 0-1,0 0 1,1 0 0,-1 0-1,0-1 1,0 1 0,1 0-1,-1 0 1,0 0 0,1-1-1,-1 1 1,0 0 0,0 0-1,1-1 1,16-17-2372,-15 16 2106,21-25-2174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2:07.2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 1 21317,'-14'31'600,"5"11"-8,9 2-224,11 12-168,6 7-32,4 5-72,-2 9-48,-1 3-48,-4-5-32,-5-10-168,-1-13-168,-1-27-224,0-13-136,5-24-2457,1-13 1321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2:07.6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254 161 19508,'-2'-14'1988,"-4"19"-364,-1 4-2527,5-30 303,3 11 603,0 0 0,1 1 0,1-1 0,0 1 0,0 0 0,0-1 0,1 1 0,1 1 0,0-1 0,0 1 0,0 0 1,14-15-1,-19 22 6,1 1 0,0-1 1,-1 0-1,1 1 0,0-1 0,0 1 1,-1-1-1,1 1 0,0-1 1,0 1-1,0 0 0,0-1 0,0 1 1,-1 0-1,1 0 0,0-1 1,0 1-1,0 0 0,0 0 1,0 0-1,0 0 0,0 0 0,0 1 1,0-1-1,0 0 0,1 1 1,-1 0-3,1 0 0,-1 0 0,0 0 0,1 0 0,-1 0 0,0 1 0,0-1 0,0 1 1,0-1-1,0 0 0,0 1 0,-1 0 0,2 2 0,2 8-2,-1 0 1,0 1-1,2 15 1,-4-22 2,20 144-23,2 164 0,-23-289 0,0 0-1,-2 0 0,-1 0 0,-8 31 1,8-46 6,0 1 1,-1-1-1,0 0 1,0 0-1,-1-1 1,-1 1-1,0-1 1,0 0-1,-1 0 1,0-1-1,0 0 1,-11 8-1,8-8-5,0 0 0,0-1-1,-1-1 1,0 0 0,-1 0 0,1-1 0,-1-1-1,-22 6 1,27-8-25,0-1 0,0 0 0,0 0 0,0 0 0,0-1-1,0 0 1,0-1 0,0 0 0,0 0 0,0 0 0,0-1 0,0 0-1,0 0 1,1-1 0,-1 0 0,1 0 0,-8-5 0,6 1-33,0-1 1,0 1-1,1-1 1,-9-14-1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37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684 11 16275,'-10'-3'58,"-1"1"-1,1 0 0,-1 0 0,1 1 1,-1 1-1,0 0 0,1 0 0,-1 1 1,1 0-1,-1 1 0,1 0 0,-1 1 1,1 0-1,0 0 0,0 1 0,-16 10 0,-3 2-59,2 2-1,0 1 1,1 1-1,-29 30 1,15-12 289,1 2-1,2 1 1,2 3 0,-47 74 0,68-94-188,1 1 1,1-1 0,1 2-1,2 0 1,0 0 0,2 0-1,1 1 1,1 0 0,1 1-1,2-1 1,0 35 0,2-54-84,1 1 1,0-1 0,0 0 0,1 0 0,0 1 0,0-1 0,1-1 0,7 16-1,-7-18-1,0 0-1,1 0 0,0-1 0,0 1 0,0-1 0,0 0 0,1 0 0,-1-1 0,1 1 1,0-1-1,0 0 0,1 0 0,7 3 0,7 1 7,1-1 0,-1-1 1,1 0-1,-1-1 0,1-2 0,1 0 0,-1-1 0,39-4 1,-27 0 3,0-3 0,0 0 1,-1-2-1,62-24 0,-70 21-512,1-1 0,-2-1 0,0-1 0,-1-1 0,0-1-1,23-22 1,-18 12-813,-2-1-1,-1-1 0,39-62 1,-32 41-818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42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16035,'14'-3'865,"-4"8"-313,-6 7 184,-6 20 32,-3 15-96,1 40-152,4 23-88,20 61-224,9 22-48,10 25-104,-2-1-56,-4-30-112,-9-20-72,-17-44-200,-5-18-152,-20-30-4121,-11-12 2929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42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585 297 10242,'1'-7'622,"0"0"0,0-1 0,-1 1 0,0 0 0,0-1 0,-1 1-1,0-1 1,0 1 0,-1 0 0,0 0 0,0 0 0,-1 0 0,1 0 0,-6-8 0,2 6-454,1 1 1,-2 1-1,1-1 1,-1 1-1,0 0 1,0 0-1,-1 1 1,0 0-1,0 1 1,-12-7 0,6 5-156,0 1 1,-1 0-1,1 1 1,-1 0-1,0 1 1,0 1-1,0 1 1,0 0-1,-1 0 1,1 2-1,-1 0 1,1 1 0,0 0-1,-17 5 1,18-3-8,0 0 1,0 1-1,0 1 1,1 1-1,0 0 1,0 0 0,1 1-1,-1 1 1,2 0-1,-1 1 1,1 0-1,0 0 1,1 2 0,0-1-1,-9 15 1,15-20-7,0 0 0,1 0 0,0 1 0,0-1 0,0 1 0,1 0 0,0 0 0,0 0 0,1 0 0,-1 0 0,1 0 0,1 0 0,-1 0 0,1 1 0,0-1 0,0 0 0,1 1 0,0-1 0,0 0 1,0 0-1,1 0 0,0 0 0,0 0 0,1 0 0,-1-1 0,1 1 0,1-1 0,-1 0 0,1 0 0,6 8 0,-2-4 1,1 0 1,-1 0-1,2 0 0,-1-1 1,1-1-1,1 1 1,-1-2-1,1 0 0,0 0 1,0 0-1,1-2 1,0 1-1,0-2 0,0 0 1,0 0-1,1-1 0,-1 0 1,0-1-1,1-1 1,-1 0-1,1 0 0,-1-1 1,1-1-1,-1 0 0,0-1 1,1 0-1,-2-1 1,16-6-1,-11 2 19,1-1-1,-1-1 1,-1 0-1,0 0 1,0-2-1,-1 0 1,-1 0 0,0-2-1,0 1 1,12-20-1,-15 19 17,-1-1-1,0 0 1,0 0 0,-2-1-1,0 0 1,-1 0-1,0-1 1,-2 0 0,0 0-1,3-33 1,-6 44-30,-1 0 0,-1 0 0,1 1 0,-1-1-1,0 0 1,-1 0 0,0 1 0,1-1 0,-2 1 0,-2-7 0,3 9-5,1 0-1,-1 0 1,0 0-1,0 1 1,0-1-1,0 1 1,0-1-1,-1 1 1,1 0-1,-1 0 1,1 0-1,-1 0 0,0 1 1,0-1-1,0 1 1,0-1-1,0 1 1,-5-1-1,8 2 0,-1-1 0,0 1 0,0 0 0,0 0-1,0 0 1,0 0 0,0 0 0,1 0-1,-1 0 1,0 1 0,0-1 0,0 0-1,0 0 1,1 1 0,-1-1 0,0 0-1,0 1 1,0-1 0,1 1 0,-1-1 0,0 1-1,1-1 1,-1 1 0,0-1 0,1 1-1,-1 0 1,1-1 0,-1 1 0,1 0-1,-1 0 1,1-1 0,0 1 0,-1 0-1,1 0 1,0 0 0,-1 1 0,0 1 0,1 1 0,-1 0-1,1 0 1,0 0 0,0 0 0,1 5 0,5 28-26,1-1 0,3 0 0,0 0 0,3-1 0,30 62 0,-40-90-86,1 0 0,0 1 0,0-2-1,0 1 1,1 0 0,0-1 0,11 11 0,-14-16 78,-1 0 0,1-1 0,-1 1 0,1 0 0,-1-1 1,1 1-1,-1-1 0,1 0 0,-1 1 0,4-1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43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588 0 21661,'-19'5'116,"-1"0"0,2 1 0,-1 0 0,1 2 0,0 0 0,-21 13 0,-37 34-145,3 2 0,3 3 1,-123 137-1,172-173 33,20-22-4,1-2-1,0 0 1,0 0 0,-1 0 0,1 0-1,0 0 1,0 0 0,0 0 0,0 1-1,0-1 1,0 0 0,-1 0 0,1 0-1,0 0 1,0 0 0,0 0 0,0 0-1,0 1 1,0-1 0,0 0 0,0 0-1,0 0 1,0 0 0,-1 0 0,1 1-1,0-1 1,0 0 0,0 0 0,0 0-1,0 0 1,0 0 0,0 1 0,0-1 0,0 0-1,0 0 1,0 0 0,0 0 0,0 0-1,0 1 1,1-1 0,-1 0 0,0 0-1,0 0 1,0 0 0,0 0 0,0 1-1,0-1 1,0 0 0,0 0 0,0 0-1,0 0 1,1 0 0,-1 0 0,0 0-1,0 0 1,0 1 0,2 0-5,1 0 3,-1 0-1,1 0 0,0 0 0,0 0 0,0-1 0,0 1 0,0-1 0,0 0 0,0 0 1,0 0-1,0 0 0,0 0 0,0-1 0,0 1 0,0-1 0,0 0 0,0 0 0,3-1 0,22-4-7,-16 5-11,0 0 0,0 1-1,0 0 1,0 1 0,1 0 0,-1 1-1,0 0 1,-1 1 0,1 1 0,0 0-1,-1 0 1,0 1 0,0 1 0,0 0-1,11 8 1,-20-13-10,1 1 0,0 0 0,-1 1 0,1-1 0,-1 0 0,1 1 0,-1-1 0,0 1-1,0 0 1,0 0 0,-1-1 0,1 1 0,-1 0 0,1 1 0,-1-1 0,0 0 0,1 6 0,-2-5 1,0 0 1,0 1-1,0-1 1,0 0-1,-1 0 1,0 1-1,0-1 1,0 0-1,0 0 1,-1 0-1,0 0 1,0 0-1,-3 6 1,-2 1 72,-1-1 1,1 0-1,-2 0 0,1-1 1,-1 0-1,-1 0 0,1-1 1,-14 8-1,14-10-294,0-1 0,0-1 0,0 0 0,0 0 0,-18 5 0,20-8-542,0 0 0,0 0-1,-1 0 1,1-1 0,-8 0 0,-16-4-1967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43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572 0 21325,'-247'173'532,"167"-122"-549,-102 84 0,174-128 26,4-4-1,0 1-1,0-1 1,0 1-1,0 0 1,1 0-1,0 0 1,-6 9 0,9-13-8,0 1 1,0-1 0,0 0 0,-1 1 0,1-1 0,0 0-1,0 1 1,0-1 0,0 0 0,0 1 0,0-1-1,0 1 1,0-1 0,0 0 0,0 1 0,0-1-1,0 0 1,0 1 0,0-1 0,0 1 0,0-1-1,1 0 1,-1 1 0,0-1 0,0 0 0,0 1 0,1-1-1,-1 0 1,0 1 0,0-1 0,1 0 0,-1 0-1,1 1 1,15 3-1,24-7-65,43-17-218,-61 14 133,0 0 0,1 1 0,43-3 0,-63 8 141,0 0 0,0 0 0,0 0-1,0 0 1,0 1 0,0-1-1,0 1 1,0 0 0,0 0 0,-1 0-1,1 0 1,0 0 0,-1 1-1,1-1 1,-1 1 0,1-1-1,-1 1 1,1 0 0,-1 0 0,0 0-1,0 0 1,0 1 0,-1-1-1,4 5 1,-4-3 9,1 1-1,-1-1 1,0 0 0,0 1 0,0-1-1,-1 1 1,0 0 0,1-1-1,-2 1 1,1-1 0,0 1-1,-1-1 1,0 1 0,0-1-1,-3 8 1,-2 2 28,0 0-1,-1 0 1,-1 0-1,0-1 1,-1 0 0,0 0-1,-23 21 1,20-21-9,-1-1 0,-1-1 1,1 0-1,-2-1 0,0 0 1,-30 14-1,40-22-160,0 0-1,-1 0 0,1 0 0,0-1 1,-1 0-1,1 0 0,-1 0 1,0 0-1,1-1 0,-1 0 1,1 0-1,-1-1 0,0 1 1,1-1-1,-1-1 0,1 1 1,0-1-1,-1 0 0,1 0 1,-6-3-1,-18-19-1290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43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 19612,'-14'71'840,"-5"-1"-151,-6-7-545,-3-19-136,-5-13-8,5-31-521,7-10-1631,4-30 1024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44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50 605 10082,'-8'-30'1609,"-4"-18"468,1 0 1,-6-71 0,16 104-2175,1 1 0,0-1 1,1 1-1,1 0 1,0-1-1,1 1 0,0 0 1,1 1-1,1-1 0,0 0 1,1 1-1,14-24 1,-13 27-79,0 0 0,1 0 0,0 1 0,1 1 1,0-1-1,0 1 0,1 1 0,0-1 1,0 2-1,19-10 0,-12 9 644,0 1 1,0 0-1,0 1 0,1 1 1,0 1-1,28-2 1,80-10 1978,-119 14-2410,-1 1 0,0-1 0,0 1 0,1 0 0,-1 1 0,7 0 0,-11 0-30,1-1 1,-1 1-1,0 0 1,1 0-1,-1 0 1,0 0-1,0 0 1,1 0-1,-1 1 1,0-1-1,0 1 1,0-1-1,-1 1 1,1 0-1,0 0 1,-1 0-1,3 4 1,4 9 22,-1 0 1,0 0 0,-1 1-1,5 22 1,11 69-222,-15-62-25,-6-42 199,50 296-2090,-42-224 1510,-1 151-1,-9-208 635,-1-1 1,0 1-1,-2-1 1,-7 25-1,10-37-125,-1 1-1,-1 0 1,1 0-1,-1-1 0,0 1 1,0-1-1,-1 0 1,1 0-1,-1 0 1,0-1-1,0 1 1,-1-1-1,1 0 1,-1 0-1,-10 6 0,13-9-222,0 0-1,-1 0 1,1 0-1,-1-1 0,1 1 1,-1 0-1,1-1 1,-1 0-1,1 0 0,-4 0 1,-20-9-1079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44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1 230 20708,'1'-1'603,"0"-1"-558,1 0 0,0 0 0,0 1-1,-1-1 1,1 1 0,0 0 0,0-1-1,4-1 1,10-6-57,29-22-157,7-6-244,87-45-1,-120 73 436,0 0 0,0 2 1,1 0-1,0 2 0,0 0 0,0 1 0,1 1 1,40-1-1,-53 4 46,0 1 1,0 0-1,0 1 1,0 0-1,0 0 1,0 1-1,-1-1 1,1 2-1,-1-1 0,0 1 1,0 0-1,0 1 1,0 0-1,10 9 1,-6-3-720,1 1 1,11 16 0,16 28-8739,-30-40 7422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44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11 420 11570,'-9'-37'1769,"9"-4"4472,-2-3-5529,11 4-536,5-4-64,7 2-432,9-3-488,8 1-2441,8 7-639,8 9 2383,2 11 209,-6 17 936,1 10 80,-6 22-440,-1 8-809,2 9 945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44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446 0 13403,'-45'7'3449,"-6"-2"1944,2-1-5121,-10-4-336,8 0-56,2 5-88,2 5-56,12 11-24,5 11 64,11 17 112,8 8 40,13 8 64,7-4 16,19-14-80,10-12-273,25-19-1271,9-11-4705,12-8 4960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45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277 376 17428,'-8'-4'30,"0"1"1,-1 0 0,1 1 0,0-1-1,-1 1 1,0 1 0,1 0-1,-1 0 1,0 1 0,0 0 0,1 0-1,-1 1 1,0 0 0,1 1-1,-1-1 1,1 2 0,-1-1 0,1 1-1,0 1 1,0 0 0,-9 5-1,11-6 43,0 1-1,1-1 1,0 1-1,-1 0 1,2 0-1,-1 1 1,0 0-1,1-1 1,0 2-1,0-1 1,0 0-1,1 1 1,0-1-1,0 1 1,0 0-1,1 0 1,0 1-1,0-1 1,0 0-1,1 1 1,0-1-1,0 0 1,1 1-1,-1-1 1,2 1-1,-1 0 1,1-1-1,2 13 1,-2-15-75,0 0 1,1 0 0,-1 0 0,1 0-1,0 0 1,0-1 0,0 1 0,1 0 0,-1-1-1,1 0 1,0 0 0,0 0 0,0 0-1,0 0 1,6 4 0,-4-4-6,0-1 1,0 0-1,0 0 0,1 0 1,-1 0-1,1-1 1,-1 0-1,1 0 0,-1 0 1,10-1-1,0-1-12,0 0-1,0-1 1,-1-1 0,1-1-1,-1 0 1,1 0 0,-1-2-1,14-7 1,-3 0-7,0-2 1,-1 0-1,41-36 1,-50 38 8,-1 0 1,-1-2-1,0 1 0,-1-2 1,-1 1-1,16-29 0,-24 37-3,0 0-1,-1-1 0,1 1 0,1-12 1,-4 17 21,1 1-1,-1 0 1,1-1 0,-1 1 0,0 0 0,0-1 0,0 1 0,0 0 0,0-1 0,0 1 0,0-1 0,0 1 0,0 0 0,-1-1 0,1 1 0,-1 0-1,1-1 1,-1 1 0,1 0 0,-1 0 0,0-1 0,0 1 0,1 0 0,-1 0 0,0 0 0,0 0 0,0 0 0,0 0 0,0 0 0,-3-1 0,3 2 9,0 0 0,0 0 0,0 0 0,-1 0 1,1 0-1,0 0 0,0 1 0,0-1 0,0 0 1,0 1-1,-1-1 0,1 1 0,0-1 1,0 1-1,0-1 0,0 1 0,0 0 0,0 0 1,1-1-1,-1 1 0,0 0 0,-1 2 0,-16 20 157,10-7-83,1-1 0,0 2 1,0-1-1,2 0 0,0 1 0,1 0 0,1 0 1,0 1-1,1-1 0,1 1 0,1-1 0,1 1 0,0-1 1,4 21-1,-4-33-79,1 1 1,-1-1-1,1 1 1,0-1-1,0 0 1,1 0-1,4 8 1,-6-11-11,1 0 0,-1-1 0,1 1 0,0 0 0,0 0 0,0-1 0,0 1 0,0-1 0,0 0 0,0 1 0,1-1 0,-1 0 0,0 0 0,1-1 0,-1 1 0,0 0 0,1-1 0,-1 1 0,1-1 0,3 0 0,0 0-74,1-1 1,0 0 0,0-1 0,-1 1-1,1-1 1,-1-1 0,1 1 0,-1-1 0,0 0-1,0 0 1,0-1 0,0 0 0,-1 0 0,1 0-1,5-7 1,10-10-1038,-1-1 0,20-27 0,-39 48 1091,97-144-5460,-76 106 5067,-2-1 0,-1 0 0,-3-2 1,12-43-1,-9 19-728,1-3 428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45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19132,'9'121'936,"5"4"249,-2 6-1025,2-7-72,-5-19-128,0-10-64,-3-27-249,-4-14-327,-5-28-112,-8-8-48,-6-18-2577,-6-9-1104,-15-17 3353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46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0 442 19900,'58'-29'556,"109"-40"0,66-2-138,-227 70-412,9-4-20,0 1 0,1 1 0,-1 0 0,27 0 0,-40 3 7,1 0 1,0 0-1,0 0 0,0 0 0,0 1 0,-1-1 1,1 1-1,0 0 0,0 0 0,-1 0 0,1 0 1,0 0-1,-1 1 0,1-1 0,-1 1 0,0-1 1,0 1-1,1 0 0,-1 0 0,0 0 0,0 0 1,-1 1-1,1-1 0,0 0 0,-1 1 0,0-1 1,1 1-1,-1-1 0,0 1 0,0 0 0,0 0 1,0 2-1,0 5-57,0 0 1,0-1-1,-1 1 0,0 0 1,-1 0-1,0 0 0,-1-1 1,-4 17-1,-32 77-938,23-67 562,6-9-30,7-21-14,0 0-1,0 0 0,0 0 0,-1 0 0,0 0 0,-5 7 0,8-13 413,-1 1 0,1-1-1,0 0 1,0 1 0,0-1-1,-1 0 1,1 0 0,0 1 0,0-1-1,-1 0 1,1 0 0,0 1-1,0-1 1,-1 0 0,1 0 0,0 0-1,-1 0 1,1 0 0,0 0-1,-1 1 1,1-1 0,0 0-1,-1 0 1,1 0 0,0 0 0,-1 0-1,1 0 1,0 0 0,-1 0-1,1 0 1,0 0 0,-1-1-1,0 1 1,-6-11-502,0-15 1072,6 6 18,0 1-1,2-1 1,0 1 0,1 0-1,0-1 1,2 1-1,0 0 1,1 0-1,9-19 1,-9 24-437,1 1 0,1 0 0,0 1-1,1-1 1,0 1 0,0 1 0,2-1 0,-1 2 0,1-1 0,1 1 0,0 1 0,21-15 0,-27 21-20,1 0 0,0 0 1,0 1-1,-1 0 0,2 0 1,-1 0-1,10-1 0,-13 3-32,0-1 0,0 1 0,0 0 0,0 0 0,0 1 0,0-1 0,0 1 0,0-1 0,0 1 0,0 0 0,0 0 0,0 1 0,0-1 0,0 0 0,-1 1 0,1 0 0,4 3 0,-1 1 0,0 1 0,-1 0 0,0 0-1,0 1 1,0 0 0,-1-1 0,0 2 0,-1-1 0,0 0 0,0 1-1,1 9 1,4 19 4,4 46-1,-11-78-30,3 49 5,5 35-22,-7-79 11,0 1 1,0-1-1,2 0 0,-1 0 1,10 18-1,-12-25 6,1 0-1,0-1 1,0 1 0,0-1-1,0 1 1,0-1-1,0 0 1,1 0-1,-1 0 1,1 0 0,0-1-1,-1 1 1,1 0-1,0-1 1,0 0-1,0 0 1,0 0 0,0 0-1,0 0 1,0-1-1,0 1 1,1-1-1,-1 0 1,0 0 0,0 0-1,0 0 1,0-1-1,0 1 1,1-1-1,-1 0 1,5-2 0,2 0 17,0-1 0,0-1-1,0 0 1,-1 0 0,0-1 0,0 0 0,0-1 0,8-8 0,-9 7 10,0 0 0,-1 0 0,1-1 0,-2 0 0,1-1 0,-1 1 0,-1-1 0,7-17 1,-10 22-27,-1 1 1,1-1-1,-1 0 1,0 1-1,0-1 1,-1 0 0,0 0-1,0 1 1,0-1-1,0 0 1,-1 0 0,1 0-1,-1 1 1,-1-1-1,1 0 1,-1 1 0,1-1-1,-1 1 1,0-1-1,-1 1 1,1 0-1,-7-7 1,1 2 5,-1 1-1,0 1 0,0 0 1,-1 0-1,0 1 1,-16-8-1,13 7 90,0-1 1,0 0-1,-14-12 1,23 16-72,1 0 0,0 0 1,0-1-1,0 1 0,1 0 0,-1-1 1,1 0-1,0 0 0,1 1 0,-1-1 1,1 0-1,0 0 0,0 0 0,0-1 1,1 1-1,0 0 0,0 0 0,0 0 1,1-8-1,2-2-21,-1-1 0,2 1 0,0-1 0,11-25 0,-12 33-7,1 0 0,0 1 0,0 0-1,1 0 1,0 0 0,11-13 0,-12 17 2,-1 0 0,1 0 0,-1 0 0,1 1 0,0-1 0,0 1 0,0 0 0,1 0 0,-1 0 0,0 1 0,1-1 0,-1 1 0,1 0 0,5 0 0,-1 1 7,1 0 0,-1 1-1,0 0 1,1 1 0,-1 0 0,0 0 0,0 1 0,0 0-1,0 1 1,0 0 0,-1 0 0,1 1 0,-1 0-1,0 0 1,9 10 0,12 10 36,-1 1 0,34 43 0,23 37 42,36 40-30,-118-142-52,0-1 0,0 0-1,1 1 1,0-1 0,-1-1 0,7 5-1,-9-7-1,0 0 0,-1 0 0,1 1-1,0-1 1,0 0 0,-1 0 0,1 0-1,0 0 1,0 0 0,0 0 0,-1 0 0,1 0-1,0 0 1,0 0 0,-1-1 0,1 1-1,0 0 1,0 0 0,-1-1 0,1 1 0,0 0-1,-1-1 1,1 1 0,0-1 0,-1 1-1,1-1 1,-1 1 0,1-1 0,-1 0 0,1 1-1,-1-1 1,1 0 0,-1 1 0,1-1-1,-1 0 1,0 1 0,1-1 0,-1 0-1,0 0 1,0-1 0,10-27-28,-1 0-1,8-54 1,4-18 10,-10 70 13,0 0 0,29-53-1,-36 77 5,-1 0-1,2 0 0,-1 1 1,1 0-1,0 0 0,0 0 1,1 0-1,8-6 0,-12 11 1,1-1-1,0 0 0,0 1 0,0-1 1,0 1-1,0 0 0,0 0 0,0 0 1,0 0-1,1 1 0,-1-1 0,0 1 0,0 0 1,1 0-1,-1 0 0,0 0 0,1 1 1,-1-1-1,0 1 0,0 0 0,0 0 1,0 0-1,5 2 0,-1 1-9,-1 0 0,1 0 0,-1 1 0,0 0 0,0 0 0,8 9 0,32 42-246,-40-49 186,47 63-907,-1-1 315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47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94 19276,'-42'-93'1578,"42"93"-1571,0 0 0,0 0 0,0 0 0,0 0 0,0 0 0,0 0 0,0 0 0,-1 0 0,1 0 0,0 0 0,0 0 0,0 0 0,0 0 0,0 0 0,0 0 0,0 0 0,0 0 0,0 0 0,0 0 0,0 0 0,0 0 0,0 0 0,0 0 0,0 0 0,0 0 0,0 0 0,0 0 0,0 0 0,0 0 0,-1 0 0,1 0 0,0 0 0,0 0 0,0 0 0,0 0 0,0 0 0,0 0 0,2 9 39,28 119 286,0 19 8,9 61 105,3 79 32,-1 62-84,10 773-223,-72 15-654,10-767 382,-9 994 17,25-771-2459,-2-465 1288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48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1066 20012,'-57'5'604,"57"-5"-608,0 0 0,0 0 0,0 0 0,0 0 0,0 0 0,0 0 0,0 0 0,0-1 0,0 1 0,0 0-1,0 0 1,0 0 0,0 0 0,0 0 0,0 0 0,0 0 0,0 0 0,0 0 0,0 0 0,0 0 0,0 0 0,0 0-1,0-1 1,0 1 0,0 0 0,0 0 0,0 0 0,0 0 0,-1 0 0,1 0 0,0 0 0,0 0 0,0 0 0,0 0-1,0 0 1,0 0 0,0 0 0,0 0 0,0 0 0,0 0 0,0 0 0,0 0 0,0 0 0,-1 0 0,15-6-86,23-5 73,48-3 451,156-6 1,-180 17-365,1121-92 295,3-40-368,-759 85 59,917-113 344,382-44-45,182 39-380,5 61-210,-1453 83-12,335-15-1985,-273 19-5062,-185 13 4603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49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9202,'32'-29'528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50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507 25 14195,'-17'-16'1984,"13"8"1609,-8 9-3337,9 20-112,-4 23-64,-14 10-24,-25 23 0,-11 5-32,-12 6-24,-4-6 0,22-16-240,6-17-136,6-30-1184,6-10-2601,4-19 2441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50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21061,'33'7'520,"24"5"-112,24 8-192,39 15-88,10 8-16,-13 15-120,-11 5-184,-45-4-304,-10 6-144,-12-18-617,-11-5-623,-2-14 952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51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13883,'-5'16'912,"2"5"112,3 19 129,3 14 231,9 30-360,-3 10-144,-7 25-688,-6 10-432,-24 13 128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52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456 9 13243,'-3'-8'1768,"-1"9"905,-5 19-1209,-5 32-712,-3 25-72,-15 45-111,-6 18-289,-13 22-144,-3-1-72,4-18-104,4-18-32,13-40-112,5-20-105,2-39-495,-2-19-808,5-30 680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52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17140,'9'-3'1968,"17"26"721,14 20-2217,28 53-272,18 20-64,7 24-200,6 3-240,-10-16-584,-8-17-3249,-4-31 1696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8:52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86 159 18692,'1'-4'177,"0"0"1,0 1-1,0 0 0,0-1 1,1 1-1,-1 0 1,1-1-1,0 1 0,0 0 1,0 0-1,0 1 0,1-1 1,-1 0-1,1 1 1,3-3-1,6-5-222,1 2 1,18-11-1,-14 10 144,-8 3-115,64-34-146,-68 38 146,0 0 1,1-1 0,-1 2 0,1-1 0,-1 1 0,1-1 0,0 1 0,-1 1 0,1-1-1,0 1 1,8 1 0,-12 0 12,0-1-1,-1 1 1,1 0 0,-1 0-1,1 0 1,-1 0 0,1 0-1,-1 0 1,0 0 0,1 0-1,-1 1 1,0-1 0,0 0-1,0 1 1,0-1 0,0 1-1,0-1 1,0 1-1,0 0 1,-1-1 0,1 1-1,-1 0 1,1 0 0,-1-1-1,0 1 1,0 0 0,1 0-1,-1-1 1,-1 1 0,1 2-1,0 6 1,-1 0-1,-1 0 1,0-1 0,0 1-1,-1 0 1,-7 16-1,-32 58 42,27-55-15,-49 86 332,-156 210-1,206-304-95,15-21-233,1-1-1,0 0 1,0 1-1,-1-1 0,1 0 1,-1 0-1,1 0 0,-1 0 1,1 0-1,-1-1 0,1 1 1,1-2-1,45-34 8,2 3 0,1 1 0,2 3 0,65-27 0,-70 38-906,83-21 0,-87 30-1484,0 3 0,55-4 0,17 8-155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03.1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1 178 10938,'1'12'107,"2"13"119,12 48 1,-13-66-220,0-1 0,1 1 0,0-1 0,0 0 0,0 1 0,1-1-1,-1-1 1,2 1 0,-1-1 0,0 1 0,11 8 0,-13-13 33,0 1-1,-1-1 0,1 0 1,0 0-1,0 0 0,0 0 1,0-1-1,0 1 0,0 0 1,0-1-1,0 0 0,1 1 1,-1-1-1,0 0 0,0 0 1,0 0-1,0 0 1,1-1-1,-1 1 0,0 0 1,0-1-1,0 0 0,0 1 1,0-1-1,0 0 0,0 0 1,0 0-1,3-2 0,4-4 451,0-1 0,0 1 0,-1-1 0,10-12 0,-9 9-65,10-9-105,-2-1 0,0-1 0,14-27 1,-24 37-301,0 0 1,-1-1 0,-1 0 0,0 0-1,-1-1 1,0 1 0,3-28 0,-6 38-9,-1 1 1,0-1-1,0 1 1,0-1 0,0 1-1,0-1 1,-1 1-1,1-1 1,-1 1-1,1-1 1,-1 1 0,0 0-1,0-1 1,0 1-1,0 0 1,0 0-1,-1 0 1,1-1 0,-1 2-1,-2-4 1,1 3 4,1 0 0,-1 1 0,0 0 1,1-1-1,-1 1 0,0 0 0,0 0 1,0 0-1,0 1 0,0-1 0,0 1 0,0 0 1,0-1-1,-5 2 0,-4 0-11,1 1 1,-1 0-1,0 0 1,1 2-1,-1-1 0,1 2 1,-14 6-1,17-7-136,-42 25-64,48-27 22,-1 0 1,0 0-1,1 0 1,-1 0-1,1 0 0,0 1 1,0-1-1,0 1 1,0-1-1,0 1 0,1 0 1,-1 0-1,1 0 1,-2 3-1,3-5 86,0-1 1,0 1-1,0-1 0,0 1 0,0-1 0,0 1 1,0-1-1,0 1 0,0 0 0,0-1 1,0 1-1,0-1 0,0 1 0,0-1 1,1 1-1,-1-1 0,0 1 0,0-1 0,1 1 1,-1-1-1,1 1 0,15 8-783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03.5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254 64 19508,'-39'27'14,"1"2"-1,1 1 0,2 2 1,2 1-1,-37 46 0,68-76 37,3-7-22,3-5-25,0 1 0,1-1 0,0 1 0,0 0 0,11-13 0,38-39-35,-50 55 27,22-21-101,-6 6-272,-1 0 0,21-31 0,-39 50 344,0 0 0,-1-1 0,1 1 0,0 0 0,0 0 1,-1-1-1,1 1 0,0-1 0,-1 1 0,0-1 0,1 1 0,-1-1 1,0 1-1,0-1 0,0 1 0,0-1 0,0 1 0,0-1 1,0 1-1,-1-2 0,1 2 32,-1 0-1,1 0 1,-1 0 0,0 0-1,0 0 1,0 0 0,0 0-1,1 1 1,-1-1 0,0 0-1,0 1 1,0-1 0,0 0-1,-1 1 1,1-1 0,0 1-1,0 0 1,0-1 0,-2 1-1,-4-1 78,0 0 0,0 0 0,0 1 0,0 0-1,0 1 1,0 0 0,-9 1 0,5 1 46,0 0-1,1 1 1,-1 0 0,1 1 0,-13 7 0,19-10-275,0 1 1,-1 1-1,1-1 1,0 0-1,-6 9 1,8-10-206,1 0 0,0 0 0,-1 0 1,1 0-1,0 0 0,0 1 0,0-1 1,0 0-1,1 1 0,-1-1 1,1 0-1,-1 1 0,1 3 0,2 12-1268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03.9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289 103 18812,'-15'4'83,"1"0"0,0 1 0,0 1 0,1 0 0,-1 1 1,1 0-1,1 1 0,-1 1 0,1 0 0,1 0 0,0 1 0,-12 14 0,16-15-90,-11 10-19,0 1 1,2 0-1,1 1 1,-15 27 0,30-47 26,-1 1 0,0-1 0,0 1 0,1-1 1,-1 1-1,1 0 0,0-1 0,-1 1 1,1-1-1,0 4 0,0-5-1,0 1 0,0-1 1,0 0-1,0 0 0,0 0 0,0 1 1,1-1-1,-1 0 0,0 0 0,0 0 1,0 1-1,0-1 0,1 0 0,-1 0 1,0 0-1,0 0 0,0 1 0,1-1 0,-1 0 1,0 0-1,0 0 0,1 0 0,-1 0 1,0 0-1,0 0 0,1 0 0,-1 0 1,0 0-1,0 0 0,1 0 0,-1 0 1,0 0-1,0 0 0,1 0 0,-1 0 0,0 0 1,0 0-1,0 0 0,1 0 0,4-2 6,0 0-1,-1 0 1,1-1 0,-1 0-1,8-5 1,391-277 107,-391 276-109,-6 6-2,-1 0 0,0-1 0,0 0 0,-1 0-1,1-1 1,6-8 0,-10 12 0,-1 1-1,0 0 1,1-1-1,-1 1 0,0-1 1,1 1-1,-1 0 1,0-1-1,0 1 1,0-1-1,1 1 0,-1-1 1,0 1-1,0-1 1,0 1-1,0 0 1,0-1-1,0 1 0,0-1 1,0 1-1,0-1 1,0 1-1,0-1 1,0 1-1,0-1 0,0 1 1,-1-1-1,1 1 1,0 0-1,0-1 1,0 1-1,-1-1 0,1 1 1,0 0-1,-1-1 1,0 0 2,-1 0 0,1 0 1,-1 1-1,1-1 0,-1 1 0,1-1 1,-1 1-1,1 0 0,-1 0 0,1 0 1,-3 0-1,-42 4 56,33 0-45,-1 0 1,2 0-1,-1 1 0,0 1 1,1 0-1,-20 14 0,13-7-380,1 2 0,1 0 1,-18 19-1,15-11-394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04.4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108 259 18212,'-2'-10'1099,"1"9"-111,0 5-788,6 4-205,-4-7 5,-1 1 0,1-1 0,0 1 0,0-1 0,0 0 1,0 1-1,0-1 0,0 0 0,0 0 0,0 0 0,1 0 0,-1 0 0,0 0 1,1 0-1,-1 0 0,1 0 0,-1 0 0,1-1 0,-1 1 0,1-1 1,-1 1-1,1-1 0,0 0 0,-1 1 0,1-1 0,0 0 0,-1 0 1,1 0-1,0 0 0,-1-1 0,1 1 0,0 0 0,-1-1 0,1 1 1,-1-1-1,1 1 0,-1-1 0,2-1 0,15-7 4,-1-2 0,-1 0 0,0-1 0,0 0 0,13-15 0,-18 16 9,0-1-1,-1 0 1,-1 0 0,0 0 0,0-2 0,12-26-1,-19 37-4,-1 0 0,0 1 0,0-1 0,-1 0 0,1 0 0,-1 0-1,1 0 1,-1 0 0,0-1 0,0 1 0,0 0 0,0 0 0,-1 0 0,0-4-1,0 5 3,0 0 1,0 0-1,0 0 0,0 0 0,-1 1 0,1-1 0,0 0 0,-1 1 0,1-1 0,-1 1 0,0 0 1,1-1-1,-1 1 0,0 0 0,0 0 0,0 0 0,1 0 0,-1 1 0,0-1 0,0 0 0,-4 0 0,-3 0 7,1 0 0,-1 0 0,0 1 0,1 0-1,-1 1 1,0-1 0,1 2 0,-1-1-1,1 1 1,0 1 0,-1 0 0,-13 6 0,1 1-17,1 1 1,1 1 0,-30 23 0,36-25-212,1 1 0,0 0 0,1 0 0,1 1 0,-11 15 0,19-25-153,1 0-1,0 0 0,0 0 0,0 0 1,0 1-1,1-1 0,-1 0 0,0 1 1,1-1-1,0 1 0,-1 3 0,7 16-2307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05.0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195 171 11979,'2'-13'738,"7"-27"5152,-1 29-4882,-7 11-1010,0 4-19,-1 5 3,-1 1 1,0-1-1,-1 0 0,1 0 1,-2 0-1,-4 13 0,-25 56 19,29-71 7,2-4 71,4-5-41,-1 1-1,1 0 0,0 0 1,-1-1-1,1 1 1,-1-1-1,0 0 1,0 0-1,1 0 1,-1 0-1,0 0 0,-1 0 1,1-1-1,3-4 1,-2 2 26,8-9 71,4-5 6,-1 0 0,14-25 0,-26 39-133,1 0 1,-1-1-1,1 1 1,-2 0-1,1-1 1,0 1 0,-1-1-1,0 1 1,-1-1-1,1 0 1,-1 1 0,0-1-1,0 0 1,-2-10-1,1 13-6,-1 1 0,1-1 0,-1 0 0,1 0 0,-1 1 0,0-1 0,1 1 0,-2-1 0,1 1-1,0 0 1,0 0 0,-1 0 0,1 0 0,-1 0 0,1 1 0,-1-1 0,0 1 0,0-1-1,1 1 1,-1 0 0,0 0 0,0 0 0,0 1 0,-1-1 0,1 1 0,-3-1 0,-5 0 9,0 1 0,0 0 0,0 0 0,1 1 0,-1 1 0,-14 3-1,14-2 1,0 1-1,0 0 0,1 0 1,0 1-1,-14 9 0,19-11-46,1 0 0,-1 1 0,1-1 0,0 1 0,0 0 1,0 0-1,0 0 0,1 1 0,0-1 0,0 1 0,0 0 0,-4 9 0,6 1-1457,1-14 1112,1 0 0,-1 0 0,1 0-1,-1 0 1,1 0 0,-1 0 0,1 0-1,0 0 1,-1 0 0,1 0 0,0 0 0,0 0-1,-1 0 1,1-1 0,0 1 0,1 0-1,14 6-2089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05.4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158 158 21717,'-22'-5'149,"-38"-6"139,55 11-278,1-1-1,-1 1 0,1 0 1,0 0-1,-1 1 0,1-1 1,-1 1-1,1 0 0,0 0 0,-7 3 1,9-3-18,1 0 1,-1 0-1,1 0 1,0 0-1,0 1 0,-1-1 1,1 0-1,0 1 1,0-1-1,0 0 1,0 1-1,1-1 1,-1 1-1,0-1 0,1 1 1,-1 0-1,1-1 1,-1 1-1,1 0 1,-1 3-1,3 39-102,-1-18 96,-2-11 9,0-6 5,0 0-1,1 0 1,0 0 0,0-1 0,1 1-1,2 10 1,-3-18 1,1 1 0,-1-1-1,1 1 1,0-1 0,-1 1-1,1-1 1,0 0 0,0 0-1,0 1 1,0-1 0,0 0-1,0 0 1,0 0 0,1 0 0,-1 0-1,2 1 1,0-1 0,-1 0 1,0-1-1,0 1 0,0-1 1,1 1-1,-1-1 0,0 0 1,1 0-1,-1 0 1,0 0-1,1 0 0,-1-1 1,0 1-1,4-2 0,5-2 5,1 0-1,-1-1 1,0 0-1,-1-1 1,1 0-1,-1-1 1,12-10-1,62-60 6,-82 75-11,18-18 3,49-52 1,-59 61-5,-1-1 1,0-1-1,0 1 1,8-20-1,-16 30 0,0 0 0,0 0 0,0 0 0,-1 0 0,1 0 0,-1 0 0,1 0 0,-1 0 0,0 0 0,0 0-1,0-1 1,0 1 0,0 0 0,-1-4 0,1 5 0,-1 0 1,0 0-1,0-1 0,1 1 0,-1 0 0,0 0 1,0 0-1,0 0 0,0 0 0,0 0 0,0 0 1,0 0-1,0 0 0,-1 1 0,1-1 0,0 0 0,-1 1 1,1-1-1,0 1 0,-1-1 0,1 1 0,0 0 1,-1-1-1,-1 1 0,-7-1 2,0 1-1,0 0 1,0 0 0,0 1 0,0 0-1,0 1 1,0 0 0,0 1-1,0 0 1,1 0 0,-1 1 0,1 0-1,0 1 1,0 0 0,-9 7-1,6-4-3,1 1 0,-1 0-1,1 0 1,1 2 0,0-1-1,0 1 1,1 1 0,1 0-1,0 0 1,-7 14 0,13-21-34,0 0 1,0 0-1,0 0 1,1 1 0,0-1-1,0 0 1,0 7-1,1-10-157,-1 0-1,1 0 1,1 0 0,-1 0-1,0-1 1,0 1-1,1 0 1,-1 0-1,1 0 1,0-1-1,-1 1 1,1 0-1,0-1 1,0 1-1,0-1 1,0 1-1,0-1 1,0 1-1,1-1 1,-1 0-1,0 1 1,1-1 0,-1 0-1,4 2 1,24 3-2647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05.9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0 240 17780,'2'-2'102,"0"0"0,0 0 0,1 0 0,-1 0 0,0 0 0,1 1 0,-1-1 0,1 1 0,0 0 0,-1 0 0,1 0 1,0 0-1,0 0 0,0 0 0,0 1 0,0-1 0,4 1 0,-4-1-90,-1 1-1,1 0 1,-1 0 0,1 0-1,-1 0 1,1 1 0,-1-1-1,0 1 1,1-1 0,-1 1-1,0 0 1,1 0 0,-1 0-1,0 0 1,0 0 0,0 1-1,0-1 1,0 0 0,0 1-1,0 0 1,2 2 0,8 24 594,-10-23-516,0 0-1,0 0 0,0 0 0,0 0 0,1-1 0,0 1 0,4 5 1,-6-10-81,-1 1 1,1 0 0,0-1 0,0 1 0,0-1 0,-1 1-1,1-1 1,0 1 0,0-1 0,0 1 0,0-1 0,0 0-1,0 0 1,0 1 0,0-1 0,0 0 0,2 0 0,-1-1-10,0 1 0,0 0 0,0-1 0,0 0 0,0 1 0,0-1 0,-1 0 0,1 0 0,0 0 0,0 0 0,2-3 0,8-7 8,0-1 1,-1 0-1,12-17 0,4-3-5,3-3 8,49-57 9,-75 86-18,0 0 0,0 0 0,0 0 1,-1-1-1,0 1 0,0-1 0,2-9 0,-4 16 1,-1-1 1,0 1-1,0-1 0,1 1 0,-1-1 0,0 1 0,0-1 1,0 1-1,0-1 0,0 1 0,0-1 0,0 1 0,0-1 1,0 1-1,0-1 0,0 1 0,0-1 0,0 0 1,0 1-1,0-1 0,0 1 0,-1-1 0,1 1 0,0-1 1,0 1-1,-1 0 0,1-1 0,0 1 0,-1-1 0,1 1 1,0-1-1,-1 1 0,1 0 0,-1-1 0,1 1 0,-1 0 1,1 0-1,0-1 0,-1 1 0,1 0 0,-1 0 0,0-1 1,1 1-1,-1 0 0,1 0 0,-1 0 0,1 0 0,-1 0 1,1 0-1,-2 0 0,-1 1 23,0-1 0,0 1 0,0 0 0,0 0 0,0 0 0,0 1 0,-3 1 0,-8 6 18,2 0 0,-1 1-1,1 0 1,0 1 0,1 0 0,1 1 0,0 1 0,0-1 0,1 2 0,1-1 0,0 1 0,1 0 0,0 1 0,2-1 0,-1 1 0,-4 23-1,9-33-50,1 1-1,-1-1 1,1 1-1,0-1 1,0 1-1,0-1 1,1 1-1,0-1 1,0 1-1,1-1 1,-1 0-1,1 1 1,4 7-1,-4-10-30,1 1-1,-1-1 0,1 0 1,-1 0-1,1 0 1,0 0-1,0 0 1,1-1-1,-1 1 1,0-1-1,1 0 1,-1 0-1,1 0 1,0-1-1,0 1 1,0-1-1,0 0 1,6 1-1,-2 0-101,-1-2 1,1 1-1,0-1 0,-1 0 0,1-1 1,-1 1-1,9-3 0,5-3-316,37-16-1,-58 22 454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06.3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174 75 19140,'-7'1'69,"0"1"0,0 1 0,0 0 0,1 0 1,-1 0-1,1 1 0,0-1 0,0 2 0,0-1 0,0 1 0,-7 8 0,9-8-67,1-1 1,-1 1-1,1 0 0,1 0 0,-1 0 0,1 0 1,0 1-1,0-1 0,0 1 0,1 0 0,0-1 1,0 1-1,0 0 0,1-1 0,0 8 0,1-1-11,0 0 0,0 0 0,2 1-1,3 10 1,-5-18 4,0-1 0,0 0 0,1 1 1,0-1-1,0 0 0,0 0 0,1 0 0,-1 0 0,1-1 0,0 1 0,0-1 0,0 0 0,6 6 1,-7-8 8,0-1 1,0 1-1,-1 0 1,1-1 0,0 1-1,0-1 1,0 1 0,0-1-1,0 0 1,0 0-1,0 0 1,0 0 0,0 0-1,-1 0 1,1-1 0,0 1-1,0 0 1,0-1-1,0 0 1,0 1 0,-1-1-1,1 0 1,0 0 0,-1 0-1,1 0 1,-1 0 0,1-1-1,1-1 1,4-3 76,0-1 0,-1 0 0,0-1 1,7-11-1,-4 6 10,-1-1-1,-1 0 1,0 0 0,-1-1 0,-1 1 0,0-1-1,-1-1 1,4-25 0,-7 36-91,-1 0 0,0 1 0,1-1 0,-2 0 0,1 0 0,-1 0 1,1 1-1,-1-1 0,0 0 0,-1 1 0,1-1 0,-1 1 0,0-1 0,0 1 0,-1 0 0,1 0 0,-1 0 1,0 0-1,0 0 0,0 0 0,0 1 0,-1 0 0,0 0 0,1 0 0,-1 0 0,0 0 0,0 1 0,-1-1 1,1 1-1,0 0 0,-1 1 0,-5-2 0,2 0-19,0 1 0,0 0 0,0 1 0,0 0 0,-1 0 0,1 1 0,0 0 0,-1 0 0,1 1-1,0 0 1,0 1 0,-1 0 0,1 0 0,0 0 0,1 1 0,-1 0 0,-12 8 0,19-10-47,-1 0 0,0 0-1,1 0 1,0 0 0,-1 1 0,1-1 0,0 0-1,-1 1 1,1 0 0,0-1 0,0 1-1,0-1 1,0 1 0,0 3 0,1-4-127,0 0 0,0 0 0,0 0 0,0 0 0,0 0 0,0 0 0,1 0 0,-1 0 0,0 0 0,1-1 1,-1 1-1,1 0 0,-1 0 0,1 0 0,-1 0 0,1-1 0,-1 1 0,1 0 0,0-1 0,0 1 0,-1 0 0,1-1 1,0 1-1,0-1 0,0 1 0,-1-1 0,1 1 0,0-1 0,0 0 0,0 1 0,2-1 0,30 8-2065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06.7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362 221 19988,'-23'-4'186,"-1"1"0,-1 0 0,1 2-1,-30 2 1,44 0-147,1 1 0,0-1-1,-1 2 1,1-1 0,0 1-1,0 0 1,1 1 0,-1 0 0,1 1-1,0 0 1,0 0 0,0 0 0,1 1-1,-8 7 1,5-3-47,0 1 0,0 0-1,1 1 1,1 0 0,0 0 0,-12 24 0,20-35 8,0-1-1,0 0 1,0 0 0,0 0 0,0 0 0,-1 1 0,1-1 0,0 0 0,0 0 0,0 0 0,0 0 0,0 1 0,0-1 0,0 0 0,0 0-1,1 0 1,-1 0 0,0 1 0,0-1 0,0 0 0,0 0 0,0 0 0,0 0 0,0 1 0,0-1 0,0 0 0,0 0 0,0 0 0,1 0 0,-1 0-1,0 1 1,0-1 0,0 0 0,0 0 0,0 0 0,1 0 0,-1 0 0,0 0 0,0 0 0,0 0 0,0 0 0,1 0 0,-1 0 0,0 0 0,0 0-1,0 0 1,0 0 0,1 0 0,-1 0 0,0 0 0,0 0 0,0 0 0,1 0 0,-1 0 0,0 0 0,0 0 0,0 0 0,1 0 0,11-4 6,10-9 19,-1-1 0,0-2 0,0 0-1,-2-1 1,20-21 0,-16 16-10,3-3-8,9-6-2,-1-2 0,-2-2 1,43-60-1,-74 94-6,-1 0 0,1 1 0,-1-1 0,1 0-1,-1 0 1,1 1 0,-1-1 0,0 0 0,1 0 0,-1 0-1,0 0 1,1 1 0,-1-1 0,0 0 0,0 0 0,0 0-1,0 0 1,0 0 0,0 0 0,0 0 0,-1-1 0,1 2-1,-1 0 1,1-1 0,0 1-1,-1 0 1,1-1 0,-1 1-1,0 0 1,1-1 0,-1 1-1,1 0 1,-1 0 0,1 0-1,-1 0 1,1-1 0,-1 1-1,0 0 1,1 0 0,-1 0-1,1 0 1,-1 0 0,0 0-1,0 1 1,-4 0-5,0 0 0,0 0 0,0 1 1,0 0-1,1 0 0,-6 2 0,4 0 9,-1 1 0,1-1 0,0 1 0,1 0 0,-1 0 1,1 1-1,-8 10 0,11-13-111,0 1 1,0-1 0,1 0-1,-1 1 1,1-1-1,-1 1 1,1-1 0,0 1-1,0-1 1,1 1-1,-1 0 1,1-1 0,0 1-1,0 0 1,0 0-1,0-1 1,2 6 0,-2-7-172,0 0 1,1-1 0,-1 1 0,1-1-1,0 1 1,-1-1 0,1 1 0,0-1 0,0 0-1,0 1 1,0-1 0,0 0 0,0 1 0,0-1-1,1 0 1,-1 0 0,3 2 0,1-1-187,1-1 1,-1 1-1,1-1 1,0 0-1,10 1 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07.1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351 184 19868,'-9'-1'37,"-1"1"-1,1 0 1,0 1-1,0 0 1,0 0-1,0 1 0,0 0 1,0 0-1,1 1 1,-1 1-1,1-1 1,-1 1-1,1 1 1,0-1-1,1 2 0,-1-1 1,1 1-1,0 0 1,1 0-1,-10 11 1,-151 179-736,390-432 1919,-155 169-1181,-39 37-67,10-8-167,34-44 0,-70 78 131,-7 7 27,-6 3-10,1 2-1,0-1 1,0 1-1,1 0 1,0 1 0,0 0-1,1 0 1,-8 14-1,-11 24-6197,12-20 3924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07.7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 75 21004,'-9'14'99,"1"1"0,0 0-1,1 0 1,1 0 0,0 1-1,1 0 1,-4 21-1,5-8-115,0 0 0,2 0 0,2 35 0,0-57-5,1 0 1,-1 0 0,1 0 0,1-1 0,3 11 0,-5-16 15,0 1-1,1-1 1,-1 0 0,1 0 0,-1 0 0,1 0 0,-1 1 0,1-1-1,0 0 1,0 0 0,0 0 0,-1-1 0,1 1 0,0 0 0,0 0-1,0 0 1,0-1 0,1 1 0,-1 0 0,0-1 0,0 1 0,0-1-1,0 1 1,1-1 0,-1 0 0,0 1 0,0-1 0,1 0 0,-1 0-1,0 0 1,1 0 0,-1 0 0,0 0 0,0-1 0,2 1 0,3-2-2,-1 0 0,0 0 1,0 0-1,-1-1 1,1 0-1,0 0 1,-1 0-1,0 0 1,5-5-1,34-40-41,-23 25 42,16-18 10,-1-2 0,-3-1 0,54-95 0,-84 135 0,11-29 14,-12 32-16,-1 0 1,0 0-1,1 0 1,-1 0 0,0 0-1,0 0 1,0 0-1,0 0 1,0 0 0,0 0-1,0 0 1,0 0-1,0 0 1,0 0 0,0 0-1,-1 0 1,1 0-1,0 0 1,-1 1-1,1-1 1,-1 0 0,1 0-1,-1 0 1,0 0-1,1 1 1,-1-1 0,0 0-1,1 0 1,-1 1-1,-1-2 1,-3 1 4,0-1 0,0 1 1,0 0-1,-1 0 0,1 1 0,0-1 1,0 1-1,0 0 0,-1 1 0,1-1 1,0 1-1,0 0 0,-9 4 1,-2-1-6,1 2 0,0 0 1,-19 11-1,15-6-184,1 0 1,-23 19-1,32-22-1290,1 0-1,0 1 1,-10 12 0,-5 13-1390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08.6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87 293 19084,'-13'19'242,"1"1"1,0 0-1,2 1 0,0 0 1,1 0-1,-9 36 0,17-55-240,1-1 0,-1 1 1,1 0-1,0 0 0,0 0 0,0-1 0,0 1 0,0 0 0,0 0 0,0 0 0,1-1 0,-1 1 0,0 0 0,1 0 0,0-1 0,-1 1 0,1 0 0,2 2 0,-2-3-3,0 0 1,1 0-1,-1 0 1,1 0-1,-1-1 1,1 1-1,-1 0 1,1-1-1,0 1 1,-1-1-1,1 0 1,0 1-1,-1-1 1,1 0-1,0 0 1,-1 0-1,1 0 1,0-1-1,-1 1 1,1 0-1,0-1 1,2 0-1,11-4-11,-1 0 1,1-1-1,-1 0 0,0-1 1,-1-1-1,0 0 0,0-1 1,0-1-1,10-10 0,6-7-4,-1-1 0,32-45 0,-41 48 13,-1 0 0,14-29 0,-26 44 14,-1 0 1,-1-1 0,0 1 0,0-1 0,-1 0 0,-1 0-1,0 0 1,2-21 0,-4 28-1,0 1 1,-1-1-1,1 1 0,0 0 1,-1-1-1,0 1 0,0-1 1,0 1-1,0 0 0,0 0 1,-1 0-1,1 0 0,-1 0 1,0 0-1,0 0 0,0 0 1,-4-3-1,3 3 1,0 1 0,0 0-1,-1 0 1,1 0 0,0 1 0,-1-1-1,1 1 1,-1 0 0,0 0 0,1 0 0,-1 0-1,0 1 1,0 0 0,1-1 0,-1 1-1,-5 1 1,-4 1-2,0 0-1,1 1 1,-1 0 0,1 1-1,0 0 1,0 1 0,0 0-1,0 1 1,1 1-1,-20 14 1,15-8-11,0 0 0,1 1 1,1 0-1,0 2 0,1-1 0,-14 22 0,13-13-971,14-23 879,0-1 0,0 0-1,0 0 1,0 0 0,0 1 0,-1-1 0,1 0-1,0 0 1,0 1 0,0-1 0,0 0 0,0 0-1,0 1 1,0-1 0,0 0 0,0 0 0,0 1 0,0-1-1,0 0 1,0 0 0,0 1 0,0-1 0,0 0-1,0 0 1,1 0 0,-1 1 0,0-1 0,0 0-1,0 0 1,0 1 0,0-1 0,0 0 0,1 0-1,-1 0 1,0 0 0,0 1 0,0-1 0,1 0-1,-1 0 1,0 0 0,1 0 0,12 2-2357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11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362 208 19220,'-13'4'44,"-1"2"1,1 0-1,1 1 0,-1 0 1,1 0-1,0 2 0,1-1 1,0 2-1,-13 13 0,-9 13-69,-38 54-1,44-53 410,2 1-1,2 1 0,-24 53 1,47-84-11,6-11-267,-6 3-90,8-6 23,0 0 0,-1 0 0,0-1 0,-1 0 0,1-1 0,5-8 0,3-3 2,305-344 73,-309 350-115,11-9 5,-1-1 0,-1-1 1,31-49-1,-50 72-5,0 0 1,0 0-1,-1 0 1,1-1-1,0 1 1,-1 0-1,1-1 1,-1 1-1,1-1 1,-1 1-1,0-1 1,0 1-1,1 0 1,-1-1-1,0 1 1,0-1-1,-1 1 1,1-1-1,0 1 1,-1-3-1,0 4 0,0-1 1,0 0-1,0 0 0,0 1 0,0-1 0,-1 0 1,1 1-1,0 0 0,0-1 0,-1 1 0,1 0 1,0-1-1,-1 1 0,1 0 0,0 0 0,-1 0 1,1 0-1,0 0 0,-1 0 0,1 1 0,0-1 1,-1 0-1,1 1 0,0-1 0,0 1 1,-2 0-1,-21 7-1,-1 1 0,1 1 0,-44 25 0,-64 51-10,101-64-144,-51 48 1,58-41-990,23-28 884,0 0 1,0 1-1,0-1 1,0 0-1,1 1 1,-1-1-1,1 1 1,-1-1-1,1 1 1,-1-1 0,1 1-1,0 0 1,0-1-1,0 1 1,0-1-1,0 3 1,1-3 66,-1 1 0,1-1 1,0 0-1,-1 0 0,1 0 0,0 0 1,0 0-1,0 0 0,0-1 0,0 1 1,0 0-1,0 0 0,0-1 1,2 2-1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11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293 101 21893,'-15'3'77,"0"1"0,0 1 0,1 0 0,0 1 1,0 0-1,0 1 0,1 1 0,0 0 0,0 1 1,1 0-1,0 1 0,1 0 0,0 1 0,1 1 1,0-1-1,-10 17 0,6-7-86,-14 29 0,23-42 6,2 1 0,-1 0 0,1 0-1,0 0 1,1 0 0,-2 14 0,4-22 3,0-1 0,0 1 1,-1 0-1,1 0 0,0 0 1,0 0-1,0 0 0,0 0 0,0 0 1,0 0-1,1 0 0,-1-1 0,0 1 1,0 0-1,1 0 0,-1 0 1,0 0-1,1 0 0,-1-1 0,1 1 1,-1 0-1,1 0 0,0-1 0,-1 1 1,1 0-1,-1-1 0,1 1 1,0-1-1,0 1 0,-1-1 0,1 1 1,0-1-1,0 1 0,0-1 0,0 0 1,-1 0-1,1 1 0,0-1 1,0 0-1,0 0 0,0 0 0,0 0 1,0 0-1,0 0 0,0 0 0,0 0 1,1 0-1,4-2 5,0 1 0,0-1 0,-1 0 1,1 0-1,9-5 0,23-15 17,-1-2 1,-1-1-1,-1-2 1,-2-2-1,-1-1 1,-1-1-1,28-36 1,-51 58-20,0-1-22,0 0-1,0 0 0,0-1 1,10-22-1,-17 31 9,0 1 1,-1-1-1,1 0 1,0 0 0,-1 1-1,1-1 1,-1 0-1,0 0 1,0 0-1,1 0 1,-1 1-1,0-1 1,-1 0-1,1 0 1,0 0-1,0 0 1,-1 1-1,1-1 1,-1 0-1,0 0 1,1 1 0,-1-1-1,0 0 1,0 1-1,0-1 1,0 1-1,-1-1 1,1 1-1,0 0 1,0-1-1,-1 1 1,1 0-1,-1 0 1,1 0-1,-1 0 1,0 0-1,1 0 1,-1 0-1,0 1 1,1-1 0,-1 1-1,-3-1 1,-6-2-8,0 1 1,0 0 0,0 0 0,-1 2 0,1-1 0,0 1 0,-1 1 0,1 0 0,0 1 0,0 0 0,-19 6 0,20-5-4,0 0-1,1 1 1,-1 1 0,1-1 0,0 1 0,0 1-1,1 0 1,-1 0 0,1 1 0,1-1 0,-1 2-1,1-1 1,-7 11 0,11-14-82,1-1 0,-1 1 0,1 0 0,0 1 0,1-1-1,-1 0 1,1 1 0,-1-1 0,1 1 0,1-1 0,-1 1 0,1-1 0,-1 1 0,1-1 0,1 10-1,0-12 29,1 0 1,-1 1-1,0-1 0,0 0 0,1 0 0,-1 0 0,1 0 0,0 0 0,0-1 0,2 3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12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179 237 22045,'-11'1'173,"-1"2"0,1 0 0,0 0 1,0 1-1,-17 8 0,23-8-145,0-1 0,0 1 1,0-1-1,0 2 0,1-1 0,-1 0 0,1 1 0,0 0 1,1 0-1,-1 0 0,1 0 0,-4 8 0,1-1-27,1 0-1,0 0 1,1 1-1,0 0 0,0 0 1,2 0-1,0 0 1,0 1-1,1 18 0,0-31 0,1 0-1,0 0 1,0 0-1,0-1 1,0 1-1,0 0 1,1 0-1,-1 0 1,0 0-1,0 0 1,1 0-1,-1 0 0,0 0 1,1 0-1,-1-1 1,1 1-1,-1 0 1,1 0-1,-1 0 1,1-1-1,0 1 1,-1 0-1,1-1 1,0 1-1,-1-1 1,1 1-1,0 0 0,0-1 1,0 0-1,0 1 1,-1-1-1,1 0 1,0 1-1,0-1 1,0 0-1,0 0 1,0 0-1,0 0 1,0 1-1,0-1 1,0-1-1,0 1 1,0 0-1,0 0 0,0 0 1,0 0-1,-1-1 1,1 1-1,0 0 1,0-1-1,0 1 1,1-1-1,4-3 3,1 0 1,-1 0-1,0 0 0,0-1 0,8-7 1,32-32 31,-1-3-1,-3-2 1,-2-1 0,56-91 0,-91 133-58,-1 0 0,0-1-1,0 1 1,-1-1 0,0 0 0,-1 0-1,3-18 1,-5 26 13,0-1 0,0 0-1,0 0 1,0 0 0,0 0-1,-1 1 1,1-1 0,0 0-1,-1 0 1,0 1 0,1-1 0,-1 0-1,0 1 1,0-1 0,0 1-1,0-1 1,0 1 0,-2-3-1,0 3 1,1-1-1,0 1 0,-1 0 1,1-1-1,-1 1 0,1 1 0,-1-1 1,0 0-1,1 1 0,-1-1 0,0 1 1,1 0-1,-1 0 0,0 0 0,0 0 1,-3 1-1,-6 1-5,0 0 1,1 1-1,-1 1 0,1 0 1,0 0-1,0 1 0,0 1 1,1-1-1,0 2 1,-17 13-1,11-7-39,0 1 0,2 1 1,0 0-1,0 0 0,-16 27 0,25-35-32,0 0-1,1 1 1,0-1-1,1 1 0,0-1 1,0 1-1,1 0 1,-3 15-1,4-22-14,1 0 0,0 0 0,0 0 0,0 0 0,0 0 0,0 0-1,0 0 1,0-1 0,0 1 0,0 0 0,1 0 0,-1 0 0,0 0 0,0 0 0,1 0 0,-1 0 0,1 0 0,-1-1 0,1 1-1,-1 0 1,1 0 0,1 1 0,-1-2-236,1 1 0,-1-1 0,0 1 0,1-1 0,-1 1-1,1-1 1,-1 0 0,1 0 0,-1 0 0,1 0 0,-1 0 0,0 0 0,1 0-1,2-1 1,32-9-2439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12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525 1 21133,'-20'4'158,"-1"2"0,1 0 0,1 1 1,-1 1-1,1 0 0,0 2 1,1 0-1,1 1 0,-32 26 1,12-5 5,0 2 1,3 2 0,-31 40-1,-11 32 83,66-92-215,1 0-1,1 1 1,0-1-1,-9 32 0,17-48-28,0 0-1,0 1 0,0-1 1,-1 1-1,1-1 0,0 1 0,0-1 1,0 1-1,0-1 0,0 1 0,0-1 1,0 0-1,0 1 0,0-1 1,0 1-1,0-1 0,0 1 0,0-1 1,1 1-1,-1-1 0,0 1 1,0-1-1,0 1 0,1-1 0,-1 0 1,0 1-1,0-1 0,1 1 1,-1-1-1,1 1 0,8-2 33,-1-3-22,0-2 0,-1 1 1,1-1-1,-1 0 0,0 0 1,6-8-1,7-5 6,364-342-59,-338 316 1,-43 42 23,-10 3 3,-4 1 9,0 1 1,0 1-1,0 0 1,0 0-1,0 1 0,1 0 1,0 1-1,-17 10 1,2 1-70,0 1 1,-28 26-1,48-39 25,2-1-38,-1-1-1,1 1 1,0 0 0,0 0 0,0 0 0,0 0-1,1 1 1,0-1 0,-1 1 0,1-1-1,0 1 1,-2 6 0,4-10 54,0 0 1,0 1 0,0-1-1,0 1 1,0-1 0,0 0-1,0 1 1,0-1 0,0 1-1,0-1 1,0 0 0,0 1-1,0-1 1,0 0 0,1 1-1,-1-1 1,0 0 0,0 1-1,0-1 1,1 0 0,-1 1-1,0-1 1,0 0 0,1 1-1,-1-1 1,0 0 0,1 0-1,-1 1 1,0-1 0,1 0-1,-1 0 1,0 0 0,1 1-1,-1-1 1,0 0 0,1 0-1,0 0 1,27 1-995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12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309 133 21437,'-19'3'225,"1"0"1,-1 1-1,1 1 1,-31 12-1,38-11-174,1-1 0,-1 1 0,1 1-1,1 0 1,-1 0 0,1 1-1,0 0 1,-12 15 0,11-11-25,1 0 0,0 0 0,0 1 0,1 1 0,1-1 1,1 1-1,0 0 0,0 1 0,1 0 0,1-1 0,-2 18 0,6-30-25,-1-1 1,1 1-1,0 0 0,0-1 0,0 1 0,0 0 0,0-1 0,1 1 0,-1 0 0,1 0 1,-1-1-1,1 1 0,-1-1 0,1 1 0,0-1 0,0 1 0,-1-1 0,1 1 0,2 1 1,-2-2-2,0-1-1,1 1 1,-1 0 0,1-1 0,-1 1 0,0-1 0,1 0 0,-1 1 0,1-1 0,-1 0 0,1 0 0,-1 0 0,1 0 0,-1 0 0,1 0 0,-1 0 0,1-1 0,-1 1 0,1 0 0,-1-1 0,0 1 0,1-1 0,-1 0 0,0 1 0,2-2 0,19-11-5,-1-1 0,0-1 1,-1-1-1,-1 0 1,20-23-1,-8 10 2,32-29-1,-6 6 11,64-74 1,-119 124-7,1-1 1,0-1-1,0 1 1,-1-1 0,1 1 0,-1-1 0,1 0 0,-1 0 0,0 0 0,-1-1 0,1 1 0,1-8 0,-3 11-2,0 0 1,0 0-1,0 0 1,0 0-1,-1 1 1,1-1-1,0 0 1,-1 0-1,1 0 1,0 0 0,-1 1-1,1-1 1,-1 0-1,1 0 1,-1 1-1,1-1 1,-1 0-1,0 1 1,1-1-1,-1 1 1,0-1-1,0 1 1,1-1-1,-1 1 1,0-1 0,0 1-1,0 0 1,1-1-1,-1 1 1,0 0-1,0 0 1,0 0-1,0 0 1,0 0-1,0 0 1,-1 0-1,-40 1 2,17 3-124,0 1-1,0 1 1,0 1-1,1 1 1,0 1 0,1 2-1,0 0 1,0 1-1,2 1 1,-1 2 0,2 0-1,0 1 1,-35 36-1,10 0-315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13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170 584 23477,'25'-73'-434,"58"-113"0,-73 166 215,-2 6-62,0-1-1,-1 0 1,9-30 0,-15 45 269,-1-1 1,0 0 0,0 0 0,1 0-1,-1 1 1,0-1 0,0 0 0,0 0-1,0 0 1,0 0 0,0 0 0,-1 1-1,1-1 1,0 0 0,0 0 0,0 0 0,-1 1-1,1-1 1,-1 0 0,1 0 0,0 1-1,-1-1 1,1 0 0,-1 0 0,0 1-1,1-1 1,-1 1 0,-1-2 0,1 2 7,-1-1 1,1 1 0,-1-1 0,0 1 0,1-1 0,-1 1-1,1 0 1,-1 0 0,0 0 0,1 0 0,-1 0 0,0 1-1,1-1 1,-3 1 0,-10 3 87,0 1 0,0 0 0,0 1-1,1 1 1,0 0 0,0 1 0,-21 17 0,15-9 96,1 0-1,0 1 1,1 1 0,-15 22 0,22-27-37,0 2 0,1-1 0,-10 25 0,16-34-117,1 0 0,1 0-1,-1 0 1,1 1 0,0-1-1,0 1 1,0-1 0,1 1-1,0-1 1,0 1 0,0-1-1,1 1 1,-1-1 0,4 9-1,-3-12-21,0 1-1,0-1 0,0 1 1,0-1-1,1 0 0,0 0 1,-1 0-1,1 0 0,0 0 1,0 0-1,0 0 0,0-1 1,0 1-1,0 0 0,0-1 0,1 0 1,-1 0-1,1 0 0,-1 0 1,1 0-1,-1 0 0,1 0 1,-1-1-1,1 1 0,3-1 1,4 1-6,0-1 0,1-1 0,-1 1 0,0-2 0,18-3 0,1-4-20,1-1 0,-1-1 0,-1-2 0,44-25 0,103-79-59,-161 107 79,12-8-1,127-95-7,-130 94 10,0-2 0,-2 0 0,0-1-1,18-26 1,-36 44 2,0 0-1,-1 0 0,1 0 0,-1 0 0,0 0 1,0-1-1,-1 1 0,1-1 0,1-9 1,-3 13-2,0-1 0,0 1 1,-1-1-1,1 1 0,0-1 1,0 1-1,-1-1 0,1 1 1,-1-1-1,1 1 0,-1-1 1,0 1-1,1 0 0,-1-1 1,0 1-1,0 0 0,0 0 1,0 0-1,0-1 0,0 1 1,0 0-1,-1 0 0,1 1 1,0-1-1,0 0 0,-1 0 1,1 1-1,-1-1 0,1 0 1,-3 0-1,-4-1-1,1 0 0,-1 0 0,0 1-1,0 0 1,0 0 0,0 1 0,0 0 0,0 0 0,0 1-1,-9 2 1,-2 1-15,-1 2 0,1 0 0,-21 9 0,-5 8-352,0 1 1,2 2-1,1 3 1,1 1-1,1 1 1,-54 58-1,35-24-591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13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66 21237,'-3'-2'98,"-1"0"1,1 0 0,-1 0 0,0 1 0,0-1 0,1 1 0,-8-2 0,10 3-78,-1 0-1,1 0 1,-1 0-1,0 0 1,1 1-1,-1-1 1,1 0-1,-1 1 1,1-1 0,-1 1-1,1-1 1,-1 1-1,1 0 1,-1 0-1,1 0 1,0-1 0,-1 1-1,1 0 1,0 1-1,0-1 1,0 0-1,0 0 1,0 0 0,-1 3-1,-3 3-30,1 1 0,0 0 0,0 1-1,1-1 1,0 0 0,-4 18 0,3-4-65,-2 40 0,6-54 66,0 0 0,1 1 0,-1-1-1,2 0 1,-1 1 0,1-1 0,0 0 0,1 0 0,0-1 0,0 1 0,1 0 0,0-1 0,5 8 0,-5-10 11,0 0 0,0-1 1,0 1-1,1-1 1,0 0-1,-1 0 0,1 0 1,1-1-1,-1 0 1,0 0-1,1 0 1,0 0-1,0-1 0,-1 0 1,1-1-1,0 1 1,1-1-1,8 1 0,-4-2 34,0-1-1,0 0 0,0 0 0,0-1 0,0-1 0,-1 0 1,1 0-1,-1-1 0,0-1 0,0 1 0,0-1 0,17-13 1,-5 1 42,0 0 1,-1-1-1,-1-1 0,18-23 1,-27 29-63,0-1 1,-1 0-1,-1-1 1,0 0-1,9-22 1,-16 31-22,0 1 1,0 0 0,-1 0 0,0-1 0,0 1-1,0-1 1,-1 1 0,0-1 0,-1-8-1,1 11-1,-1 0 0,0 0 1,0 0-1,0 0 0,0 0 0,0 0 0,-1 0 0,1 0 0,-1 1 0,0-1 0,0 1 0,0-1 0,0 1 0,0 0 0,0 0 0,-1 0 0,-5-4 0,2 3-13,0 0 0,-1 0 1,1 0-1,-1 1 0,0 0 0,0 0 0,0 1 0,0 0 0,0 0 0,0 1 0,0 0 0,-13 1 0,-5 2-104,1 1 0,-35 10-1,16 0-384,0 2-1,1 1 0,1 3 1,0 1-1,-49 35 1,4 9-579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14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196 268 19860,'0'0'963,"1"6"-842,0 1-97,0-1 0,-1 1 0,0-1-1,-1 0 1,1 1 0,-1-1 0,-3 12-1,-1 5 434,5-22-442,0-1-1,0 0 1,-1 1-1,1-1 1,0 1-1,0-1 1,0 0-1,0 1 1,0-1-1,0 1 1,0-1-1,0 1 1,0-1-1,0 0 1,0 1-1,0-1 1,0 1 0,1-1-1,-1 0 1,0 1-1,0-1 1,0 1-1,0-1 1,1 0-1,-1 1 1,0-1-1,0 0 1,1 1-1,-1-1 1,0 0-1,1 1 1,-1-1-1,0 0 1,1 0-1,-1 0 1,1 1-1,-1-1 1,0 0-1,1 0 1,-1 0-1,1 0 1,-1 0-1,0 1 1,1-1-1,-1 0 1,1 0-1,-1 0 1,0 0-1,1 0 1,-1-1-1,1 1 1,-1 0-1,1 0 1,-1 0 0,0 0-1,1-1 0,26-12 205,-11 2-208,0 0 1,-1-1-1,0-1 1,-2 0-1,1-1 1,-1-1-1,-1 0 1,-1 0-1,0-1 1,10-21 0,-19 32-19,0-1 1,-1 1 0,1-1 0,-1 0-1,0 0 1,-1 1 0,1-1 0,-1 0-1,0 0 1,-1 0 0,1 1 0,-1-1-1,0 0 1,-1 0 0,1 1 0,-1-1-1,0 1 1,-1 0 0,1-1-1,-1 1 1,0 0 0,0 0 0,-1 1-1,-6-8 1,6 8 10,1 0 0,-1 1 0,0-1-1,-1 1 1,1 0 0,-1 0 0,1 0-1,-1 0 1,0 1 0,0 0 0,0 0-1,0 0 1,0 1 0,0 0 0,-1 0-1,1 0 1,0 0 0,-1 1 0,1 0 0,-1 0-1,1 1 1,0-1 0,-1 1 0,1 0-1,0 1 1,-9 2 0,4 1-41,0 1 1,0 0-1,1 0 1,0 0-1,0 1 1,1 1-1,0 0 1,0 0-1,1 0 0,0 1 1,-7 10-1,-4 12-1478,0 1 0,-14 37 0,-6 17-1415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14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276 322 21461,'-9'3'192,"5"-2"19,13-5-152,-3 0-96,17-9 93,-2-1 0,0-1-1,0 0 1,-2-2 0,0-1-1,-1 0 1,0-1 0,-2-1 0,24-36-1,-38 53-14,0-1-1,-1 1 0,1-1 1,-1 0-1,0 1 0,0-1 1,0 0-1,0 0 0,-1 0 0,1 1 1,-1-1-1,0 0 0,0 0 1,-1 0-1,1 0 0,-1 0 1,-1-5-1,0 6-32,1 1-1,0-1 1,-1 1-1,1-1 1,-1 1 0,0 0-1,1 0 1,-1 0 0,0 0-1,-1 0 1,1 0-1,0 1 1,0-1 0,-1 1-1,1-1 1,-1 1 0,1 0-1,-1 0 1,0 0 0,1 0-1,-1 1 1,0-1-1,1 1 1,-6-1 0,-3 1-8,0 0 0,-1 1 0,1 0 0,0 1 0,0 0 0,0 1 0,0 0 0,0 1 0,0 0 0,1 1 0,0 0 0,0 0 0,0 1 0,-9 7 0,-5 6-5,1 0 0,0 2 0,1 0 1,-18 25-1,14-14 4,-29 47 1,44-62-12,1 1-1,2 1 1,-1-1 0,-9 35 0,17-49-2,0 0-1,1-1 0,-1 1 1,0 0-1,1-1 0,0 1 1,0 0-1,0 0 0,0 0 1,1-1-1,0 1 0,-1 0 0,1-1 1,3 6-1,-3-7-7,0 0-1,0-1 1,1 1 0,-1 0-1,1-1 1,-1 0-1,1 1 1,0-1 0,0 0-1,0 0 1,-1 0 0,1 0-1,0 0 1,0 0-1,0 0 1,0-1 0,1 1-1,-1-1 1,0 1 0,0-1-1,0 0 1,0 0-1,0 0 1,1 0 0,-1 0-1,0-1 1,2 0-1,8-1-75,0-1 0,-1 0 0,0 0 0,1-2 0,-1 1 0,-1-2 0,1 1 0,-1-1 0,0-1 0,0 0 0,-1 0 0,0-1 0,0 0 0,8-11 0,-4 5-368,0-2-1,-2 0 1,1 0-1,-2-1 1,-1 0-1,0-1 1,12-35-1,-6 1-843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15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322 166 18332,'-2'-4'173,"-8"-18"753,0 1 1,-17-26 0,24 43-885,0-1 1,0 1-1,-1-1 0,0 1 1,0 0-1,0 0 1,0 1-1,0-1 0,-1 1 1,0 0-1,1 0 1,-1 0-1,0 1 1,-1 0-1,-7-3 0,11 5-40,0 0-1,-1 0 0,1 0 1,0 0-1,0 0 0,0 1 1,0-1-1,0 1 0,0-1 1,0 1-1,0 0 0,0 0 1,0 0-1,0 0 0,1 0 0,-1 0 1,0 1-1,1-1 0,-1 0 1,1 1-1,-1 0 0,1-1 1,0 1-1,-1 0 0,0 2 1,-5 8-5,0-1 0,-8 26 0,10-25 1,-16 45-31,-26 111 0,43-141 31,3-22 18,3-11 22,29-69 119,13-41-67,-41 103-86,0 1-1,0-1 1,-1 0 0,-1 0 0,0 0 0,-1 0-1,-2-19 1,2 29-4,0 1 1,-1-1-1,0 0 0,1 0 0,-1 1 0,0-1 1,-1 1-1,1-1 0,0 1 0,-1 0 0,1-1 1,-1 1-1,0 0 0,0 0 0,1 0 0,-4-2 1,4 3-2,0 0 0,-1 1 0,1-1 0,-1 0 0,1 1 0,0-1 0,-1 1 0,1 0 0,-1-1 0,1 1 0,-1 0 0,1 0 0,-1 0 0,0 0 0,1 0 0,-1 0 0,1 0 0,-1 1 0,1-1 0,-1 0 0,1 1 0,0 0 0,-1-1 0,1 1 0,0 0 0,-1-1 0,1 1 0,0 0 0,0 0 0,-2 2 0,-2 1-21,1 1 0,0 0-1,0 0 1,0 0-1,0 0 1,1 1-1,0-1 1,0 1-1,1 0 1,-3 8 0,0 3-115,0 1 0,-3 24 0,5 27-80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15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479 1 16660,'-29'0'443,"1"1"1,-1 1 0,0 2 0,1 1-1,-50 15 1,65-15-272,1 0-1,-1 1 1,1 0-1,0 0 1,0 2-1,1-1 1,0 2-1,1-1 1,-1 2 0,2-1-1,-1 1 1,1 1-1,1-1 1,-10 16-1,11-13-42,1 0-1,0-1 0,1 2 1,0-1-1,1 1 0,0 0 0,-2 21 1,5-29-122,1 0 0,-1 1-1,1-1 1,0 0 0,1 0 0,0 0 0,0 0 0,0 0 0,0 0 0,1 0 0,0 0-1,0 0 1,1 0 0,0-1 0,0 0 0,0 1 0,0-1 0,1 0 0,7 7 0,-8-9-30,-1-1 1,1 0-1,0 0 0,0 0 1,0 0-1,0 0 1,0-1-1,0 1 1,1-1-1,-1 0 1,0 0-1,1 0 1,-1 0-1,1-1 1,-1 1-1,1-1 1,4 0-1,-3-1-2,0 0 0,1 0 0,-1-1 1,0 1-1,0-1 0,0 0 0,0-1 0,0 1 0,0-1 0,4-4 0,7-5-3,-1-1 0,0-1 0,-2-1 0,24-30-1,-23 25 28,0 0 0,-1-2-1,13-27 1,-23 42-2,0 0 0,0-1 0,0 1 0,-1-1 0,0 1 0,-1-1 0,1 0 0,-2 1 0,1-1 1,-1 0-1,0 0 0,-1 0 0,0 0 0,-1-8 0,0 12 2,1 1 0,-1-1 0,1 1 0,-1-1 0,0 1 0,0 0 0,0 0-1,-1 0 1,1 0 0,-1 0 0,0 0 0,1 1 0,-1-1 0,0 1 0,-5-3 0,3 3 1,-1-1 0,1 1 0,-1-1 0,0 2 0,0-1 0,0 1 0,0 0 0,-12-1 0,7 2 0,0 0 1,0 1-1,1 0 1,-1 1 0,1 0-1,-1 1 1,1 0 0,0 0-1,0 1 1,-16 9-1,13-3-130,0 0-1,1 1 0,0 0 1,1 1-1,1 0 0,-1 1 1,2 0-1,0 1 0,-12 25 0,-5 13-505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16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136 207 10362,'-28'1'5863,"24"5"-3281,1 1-2436,0-1 1,0 0-1,0 0 1,1 1-1,-1 0 0,2-1 1,-1 1-1,1 0 1,0 0-1,0 0 1,1 0-1,0 0 1,0 0-1,1 0 1,0 0-1,2 8 1,-3-14-135,2 1 41,6-6 1,-7 3-45,10-6 17,0 0 0,-1-1 0,0 0 0,-1 0 1,1-1-1,-2-1 0,9-10 0,-4 3-9,-1 0-1,-1-1 1,18-38 0,-26 50-17,-1 1 0,0-1 0,-1 0 0,1 1 0,-1-1 0,0 0 0,-1 0 0,1 0 0,-1 0-1,0 0 1,0 0 0,-1 1 0,-1-8 0,1 10 6,-1 0 0,1-1 0,-1 1 0,1 0 0,-1 0 0,0 0-1,0 0 1,0 0 0,-1 0 0,1 0 0,-1 1 0,1-1 0,-1 1 0,0 0-1,0 0 1,0 0 0,0 0 0,0 0 0,-1 1 0,1-1 0,0 1-1,-6-1 1,3 0 20,0 1-1,0 0 0,1 1 1,-1 0-1,0 0 0,0 0 1,1 0-1,-1 1 1,0 0-1,1 0 0,-1 1 1,1 0-1,-1 0 0,1 0 1,0 0-1,0 1 0,0 0 1,0 0-1,0 0 0,-8 8 1,6-5-52,0 1 0,1 0 0,-1 0 1,2 0-1,-1 1 0,1 0 0,0 0 1,1 0-1,0 1 0,0-1 0,0 1 0,-1 10 1,2 15-139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16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504 134 16516,'2'-3'4238,"-13"-2"-4288,4 4 58,-1 1-1,1 0 1,0 1-1,-1-1 1,1 1-1,0 1 0,-1 0 1,1 0-1,0 0 1,0 0-1,0 1 1,1 1-1,-10 4 0,-16 11 252,1 1-1,-32 26 0,48-34-41,1 1 0,0 1-1,1 0 1,0 1 0,-18 27 0,30-39-187,-1-1 0,1 1 1,0-1-1,-1 1 0,1 0 1,0-1-1,1 1 0,-1 0 1,0 0-1,0 3 0,2-5-25,-1 0 1,0-1-1,0 1 0,0 0 0,1-1 0,-1 1 0,0 0 1,1-1-1,-1 1 0,0-1 0,1 1 0,-1-1 0,1 1 1,-1-1-1,1 1 0,-1-1 0,1 1 0,-1-1 0,1 1 1,-1-1-1,1 0 0,0 1 0,-1-1 0,1 0 0,0 0 1,-1 1-1,1-1 0,0 0 0,-1 0 0,1 0 0,0 0 1,-1 0-1,1 0 0,0 0 0,0 0 0,-1 0 0,1 0 0,0-1 1,-1 1-1,2-1 0,9-1 14,0 0-1,0-1 1,-1-1 0,1 0-1,-1 0 1,0-1 0,0 0-1,9-7 1,10-8-14,32-29-1,25-32-71,-75 70 51,-1-1 0,-1 0-1,0-1 1,0 0 0,10-22 0,-18 33 16,0-1-1,0 1 1,0 0-1,0-1 1,-1 1-1,1 0 1,-1-1-1,1 1 1,-1-1-1,0 1 0,0-1 1,0 1-1,0-1 1,0 1-1,-1-1 1,1 1-1,-1-1 1,0 1-1,0-1 1,1 1-1,-2 0 1,1-1-1,-2-2 0,0 2 5,0 0 0,0 0 0,0 0 0,-1 1 0,1-1 0,-1 1 0,0 0 0,1 0 0,-1 0 0,0 0 0,0 1 0,-1-1 0,-3 0 0,-9-2 12,-1 1-1,1 1 1,-1 1-1,0 0 1,1 1-1,-1 1 1,0 0 0,1 2-1,-31 7 1,27-4-18,-1 1 0,1 1 1,0 1-1,0 1 1,1 1-1,1 1 0,-21 15 1,34-23-40,0 1 0,0 0 1,0 0-1,0 0 0,1 1 1,0 0-1,0 0 0,1 0 1,-1 1-1,1-1 0,-3 10 1,6-15 7,1 0 0,-1 0 0,1 0 1,0 0-1,0 0 0,-1 0 1,1 0-1,0 0 0,0 0 1,0 0-1,0 0 0,0 0 0,0 0 1,1 0-1,-1 0 0,0 0 1,0 0-1,1 0 0,-1 0 0,1 0 1,-1 0-1,1 0 0,-1 0 1,1 0-1,0 1 0,1-1-59,0 0-1,-1 0 0,1 0 1,0 0-1,0 0 1,0-1-1,0 1 1,0 0-1,0-1 1,0 0-1,0 1 0,2-1 1,41 0-1142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22.8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213 12 18116,'-23'40'383,"2"1"-1,-16 45 1,-24 89-717,39-108 237,8-28 56,-13 48-3,24-78 97,2 1-1,-1-1 0,1 1 0,1-1 0,0 1 0,0-1 0,3 13 0,-3-20-15,0 0 0,0 0 0,1 0 0,-1 1 0,1-1 0,0-1 0,0 1 0,-1 0 0,1 0 0,0 0 0,1 0 0,-1 0 0,0-1 0,0 1 0,1-1 0,-1 1 0,1-1 0,-1 1 0,1-1 0,0 0 0,0 0 0,-1 0 0,1 0 0,0 0 0,0 0 0,0 0 0,0-1 0,0 1 0,0-1 0,0 1 0,0-1 0,0 0 0,0 0 0,0 0 0,1 0 0,2 0 0,4-2 60,0 0-1,-1 0 1,1-1-1,-1 0 1,1 0-1,-1-1 0,12-7 1,32-23 1,-1-1 0,-2-3 0,-2-2 1,74-80-1,-112 110-78,0-1 1,0 0-1,-1-1 0,-1 0 1,0 0-1,7-17 1,-12 23 0,0 0 0,0 1 0,-1-1 0,1 0 0,-2 0 1,1 0-1,-1 0 0,1 0 0,-2 0 0,1 0 0,-1 0 1,0 0-1,0 0 0,0 0 0,-1 0 0,-4-10 0,0 5 14,-1-1 0,0 1 0,0 1-1,-1-1 1,-1 1 0,0 1 0,0 0-1,0 0 1,-1 1 0,-1 0 0,0 0-1,0 1 1,0 1 0,0 0 0,-1 0-1,-13-3 1,9 4-50,0 0-1,0 1 1,0 0 0,-1 2 0,0 0-1,1 0 1,-1 2 0,0 0-1,0 1 1,1 1 0,-33 7-1,44-8-92,-1 1 0,1-1 0,-1 1 0,1 0 0,-1 0 0,1 1 0,0 0 0,0 0 0,0 0 0,1 0 0,-1 1 0,1 0 0,0 0 0,-7 7 0,-9 29-830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23.2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1 112 24013,'78'-2'184,"17"-1"-568,11-1-248,15-3-360,-2-3-40,-6-4-993,-4-4-880,-17-1-271,-17 0 751,-15 3 1761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24.4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1 368 14747,'94'-174'3636,"-93"173"-3603,20-27 754,-21 27-748,1 1 0,-1-1 0,1 1 0,0-1 0,-1 0 0,1 1 0,0-1 0,-1 1 0,1 0 0,0-1-1,0 1 1,-1-1 0,1 1 0,0 0 0,0 0 0,0-1 0,-1 1 0,1 0 0,0 0 0,0 0 0,0 0 0,0 0 0,-1 0 0,1 0 0,0 0 0,0 0 0,0 1 0,0-1 0,-1 0 0,1 0 0,0 1 0,0-1 0,-1 0 0,1 1-1,0-1 1,1 2 0,2 4 49,-1-1-1,1 1 1,-1 0 0,0 1-1,-1-1 1,0 0-1,1 1 1,-2 0-1,1-1 1,0 9-1,6 39-16,-3 0-1,-2 1 1,-5 68 0,-26 168-88,14-174 59,11-98-40,3-19-2,0 0 0,0 0 0,0 0 0,0 0 0,0 0 0,0 0 0,0 0 0,0 0 0,0 0 0,0 0 0,0 0 0,0 0 0,0 0 0,0 0 0,0 0 0,0 0 0,0 0 0,0 0 0,0 0 0,0 0 0,-1 0 0,1 0 0,0 0 0,0 0 0,0-17 1,0 17-1,4-45 35,2 1 1,2 0-1,13-43 0,3-12 192,-23 95-214,16-77 206,2 2 0,32-78 0,-40 130-195,2 1 1,0 0 0,28-39 0,-30 50-26,1 1-1,1 0 1,0 0-1,0 2 1,1-1-1,26-16 1,-31 24-1,0-1 0,1 2 0,-1-1-1,1 1 1,0 1 0,0 0 0,0 0 0,0 1 0,0 0 0,18 0 0,-21 2-2,-1 0 1,1 1 0,-1-1-1,1 2 1,-1-1 0,1 1 0,-1 0-1,0 0 1,0 0 0,0 1-1,0 0 1,-1 0 0,1 1-1,-1 0 1,0 0 0,0 0 0,8 8-1,-6-3-2,0 1 0,-1-1 0,0 1-1,0 0 1,-1 1 0,0-1 0,-1 1-1,-1 0 1,1 0 0,-2 1 0,1-1 0,-2 0-1,1 13 1,0 8-41,-3 1 0,0-1 0,-10 51 1,1-31-444,-2-1 1,-2 0-1,-3-1 1,-40 86 0,39-101-510,-1-1 0,-2-1 0,-1 0 1,-2-2-1,-1-1 0,-1 0 0,-35 29 1,45-46 1161,0-1 0,-1 0 1,0-1-1,-1-1 1,0-1-1,-1 0 0,0-2 1,-21 7-1,32-12-68,-1 0 0,0 0 0,0-1 0,0 0 0,0 0 0,0-1 0,0 0 0,0-1 0,0 0 0,0 0 0,1-1 0,-1 0 0,0-1 1,1 0-1,-1 0 0,1-1 0,0 0 0,0 0 0,1-1 0,-11-7 0,11 5-251,0 0 1,1-1-1,0 1 1,-7-11-1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24.9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1 435 18540,'3'45'1027,"-3"-43"-450,4-5-143,41-34-4,1 2 1,57-32 0,-60 41-422,-1-2 0,-1-1 0,67-64 0,-101 86-16,0 0 0,-1-1 0,0 0 0,-1 0 0,0 0 0,5-11 0,-9 16 4,0 1 0,0 0-1,0 0 1,-1 0-1,1-1 1,-1 1-1,1 0 1,-1-1 0,0 1-1,0 0 1,0-1-1,0 1 1,0-1 0,-1 1-1,1 0 1,-1 0-1,0-1 1,1 1-1,-1 0 1,0 0 0,0 0-1,0 0 1,-1 0-1,1 0 1,0 0-1,-1 0 1,0 0 0,1 0-1,-1 1 1,-3-3-1,-1 0 4,-1 0 1,1 1-1,-1-1 0,0 1 0,0 1 0,0-1 1,-1 1-1,1 1 0,-1-1 0,1 1 0,-1 1 0,1-1 1,-1 1-1,1 0 0,-1 1 0,-10 2 0,5-1 21,0 1-1,-1 0 0,1 1 0,1 1 1,-1 0-1,1 1 0,0 0 0,-17 12 1,17-8 18,0 0 0,1 1 0,0 1 0,1 0 0,0 1 0,1-1 0,0 2 0,1-1 0,1 1 0,0 1 0,1-1 0,0 1 0,-6 29 0,7-24-28,1 0 1,2 0-1,-1 1 0,2-1 1,1 1-1,1-1 0,0 1 1,2-1-1,0 0 0,7 23 0,-7-34-21,0 0-1,0 0 0,1-1 0,0 0 0,1 1 0,0-2 1,0 1-1,1 0 0,-1-1 0,2 0 0,-1-1 0,1 1 1,0-1-1,0-1 0,11 7 0,-8-6-26,0-2 1,1 1-1,0-1 1,0-1-1,0 0 0,0 0 1,0-1-1,1-1 1,-1 0-1,0 0 0,1-1 1,13-2-1,7-2-212,-2-2-1,1-1 1,-1-1 0,0-1-1,0-2 1,34-18 0,-2-4-3986,100-70 1,-53 19 1660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25.1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287 1 16035,'0'0'1769,"2"30"39,-6 34-736,-8 57-543,-11 24-241,-17 37-112,-16 8-104,-3 2-360,3-8-673,18-38 465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25.3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 20212,'52'-12'881,"11"-2"-145,35 12-760,10 4-120,1 8-272,2 2-857,-21-6-6848,-17-6 6712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26.0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561 209 15963,'-11'11'386,"-1"-1"-1,-1-1 0,0 0 1,0 0-1,-1-1 0,-25 10 1,-94 27 710,44-17-125,78-24-864,-92 37 703,91-35-702,0 0 0,1 1 0,0 0 0,0 1 0,1 0 0,-13 12 0,21-17-84,0-1-1,0 0 1,0 0 0,0 1 0,1-1-1,0 0 1,-1 1 0,1 0 0,0-1-1,0 1 1,-1 4 0,2-6-19,0 0 0,0 0 1,0 0-1,0 1 0,0-1 0,0 0 1,1 0-1,-1 1 0,0-1 0,1 0 1,-1 0-1,1 0 0,-1 0 0,1 0 1,-1 0-1,1 0 0,0 0 0,0 0 1,-1 0-1,1 0 0,0 0 0,0 0 1,0 0-1,0-1 0,0 1 0,0 0 1,0-1-1,2 2 0,2 0-6,0 0-1,0-1 1,0 1-1,0-1 1,0 0-1,1-1 0,-1 1 1,0-1-1,0 0 1,1 0-1,5-1 1,10-2-64,28-8-1,-45 10 57,58-18-323,116-53 1,-138 51 213,-1-1 0,0-1 0,-2-2 0,64-57 0,-79 58 198,-22 24-72,1-1 0,-1 1 0,1-1 1,-1 1-1,1-1 0,-1 0 0,0 1 1,1-1-1,-1 0 0,0 1 0,1-1 0,-1 0 1,0 0-1,0 1 0,0-1 0,0 0 1,0 0-1,0 1 0,0-1 0,0 0 0,0 0 1,0 0-1,0 1 0,0-1 0,0 0 0,-1 1 1,1-1-1,0 0 0,-1 0 0,1 1 1,0-1-1,-1 0 0,1 1 0,-1-1 0,1 1 1,-1-1-1,1 1 0,-2-1 0,2 0-2,-1 1 0,0 0 0,0 0 0,0 0 0,0 0 0,0-1 0,0 1 0,0 1 0,0-1 1,1 0-1,-1 0 0,0 0 0,0 0 0,0 1 0,0-1 0,0 0 0,0 1 0,1-1 0,-1 1 0,0-1 0,0 1 0,1-1 0,-1 1 0,0-1 0,1 1 0,-1 0 0,0-1 0,1 1 0,-1 1 0,-20 25 43,1 7 22,1 0 1,2 1 0,-18 50-1,35-84-71,-1 0-1,1 0 0,-1 0 0,1 1 1,-1-1-1,1 0 0,0 0 0,0 0 1,-1 1-1,1-1 0,0 0 0,0 0 1,0 0-1,0 1 0,0-1 0,1 0 1,-1 0-1,0 0 0,0 1 0,1-1 1,0 2-1,0-3-2,0 0-1,0 1 1,-1-1-1,1 0 1,0 0-1,0 0 1,0 0-1,0 0 1,-1 0-1,1 0 1,0 0-1,0 0 1,0 0-1,0 0 1,0 0 0,-1-1-1,1 1 1,0 0-1,0-1 1,0 1-1,-1 0 1,2-1-1,10-6-55,-1-1 0,18-13-1,-26 18 49,30-19-233,0 1-1,48-23 1,-46 26-330,-1-1-1,36-26 1,-67 42 591,1 1 0,-1-1 1,0 0-1,0 0 0,0 0 1,4-6-1,-6 7 1032,-2 2-1010,-1 1-1,1-1 0,-1 0 1,1 1-1,-1 0 0,1-1 1,0 1-1,-1 0 0,1-1 1,0 1-1,-1 0 0,1 0 1,0 0-1,0 0 0,0 0 1,0 0-1,0 1 0,0-1 1,0 0-1,0 0 0,0 1 1,1-1-1,-1 1 0,0-1 1,0 2-1,-10 39 74,11-41-103,-3 17 29,1-1 0,1 1 0,1 0 0,0-1 0,4 25 0,-3-33-28,0 0 0,1-1-1,0 1 1,1-1 0,0 1 0,0-1-1,1 0 1,0 0 0,0-1 0,1 1-1,0-1 1,10 12 0,-14-18-6,1 0 0,-1 0 0,0 1 0,1-1 0,0 0 0,-1 0 0,1 0 0,-1-1 0,1 1 0,0 0 0,0-1 0,-1 1 0,1-1 0,0 1 0,0-1 0,0 0 0,0 0 0,-1 0 0,1 0 0,3 0 0,-2-1 12,0 0-1,0 0 0,0 0 0,0 0 0,0-1 1,-1 1-1,1-1 0,0 0 0,-1 0 0,1 0 1,2-2-1,5-8 61,1 0 0,-1 0 0,15-27 0,-20 31-71,15-25-34,32-66 0,-47 85-11,1-1-1,-2 1 1,0-1 0,-1 0 0,0 0-1,-1 0 1,-1-29 0,-3 13-10,-11-46 0,6 35 66,5 26-16,3 14-32,2 5-43,13 21-444,15 18-5867,-8-21 3172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26.2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165 1 21949,'-9'52'424,"1"20"-248,-3 19-136,-1 31-80,-6 9-56,-6 14-88,-2 2-56,-1-15-72,12-9-56,6-29-273,4-15-287,5-36-448,1-16-1657,12-36 1737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27.1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313 1 23557,'5'19'172,"0"1"1,-2-1-1,0 1 1,-1 0-1,-2 29 1,1-32-184,-1 89-560,-21 167-1,12-216 9,-1-1 1,-4-1 0,-1 0-1,-39 87 1,53-140 446,-18 35-1041,8-25-950,10-12 1982,1 1 1,0-1-1,0 0 1,-1 0-1,1 0 1,0 0-1,0 0 1,-1 0-1,1 0 1,0 0-1,0 1 1,-1-1-1,1 0 1,0 0-1,-1 0 1,1 0 0,0 0-1,0-1 1,-1 1-1,1 0 1,0 0-1,-1 0 1,1 0-1,0 0 1,0 0-1,-1 0 1,1 0-1,0-1 1,0 1-1,0 0 1,-1 0-1,1 0 1,0-1-1,0 1 1,0 0-1,-1 0 1,1 0-1,0-1 1,-9-13-1301,2-1-1,-10-24 1,10 21 1185,-15-26 0,6 20-168,-36-41 1,16 21 3104,34 42-542,71-1 4927,0-3-4065,134-26-3859,-151 23 1615,11-5-574,0-3-1,70-28 1,-129 43-195,-1 1 0,1-1 0,0 1 1,0 0-1,0 1 0,5-1 0,-8 1-12,-1 0 1,1 0-1,0 0 1,-1 0-1,1 0 1,0 1-1,-1-1 0,1 0 1,0 0-1,-1 1 1,1-1-1,-1 1 0,1-1 1,0 0-1,-1 1 1,1-1-1,-1 1 1,0-1-1,1 1 0,-1 0 1,1-1-1,-1 1 1,0-1-1,1 1 0,-1 0 1,0-1-1,0 1 1,1 0-1,-1-1 1,0 1-1,0 0 0,0-1 1,0 1-1,0 0 1,0 0-1,0-1 1,0 1-1,-1 1 0,-1 35-185,0-25 175,1 0-1,1 0 0,0 0 1,1 0-1,2 13 0,-3-23 23,1 1 0,-1 0 1,1-1-1,0 1 0,0-1 0,1 1 0,-1-1 1,0 0-1,1 1 0,-1-1 0,1 0 0,0 0 1,0 0-1,0 0 0,0 0 0,0-1 0,0 1 0,0 0 1,1-1-1,-1 0 0,1 0 0,-1 1 0,1-1 1,-1-1-1,1 1 0,-1 0 0,6 0 0,-4 0 42,1-1 0,0 0 0,-1 0-1,1 0 1,0 0 0,-1-1 0,1 1-1,-1-1 1,1-1 0,-1 1-1,1-1 1,-1 1 0,0-1 0,1 0-1,-1-1 1,0 1 0,-1-1 0,1 0-1,0 0 1,-1 0 0,0 0 0,1 0-1,-1-1 1,2-4 0,0 1-32,-1 1 0,0-2 0,0 1 0,0 0 0,-1-1 0,-1 0 0,1 0 0,-1 0 0,0 0 0,-1 0 0,0 0 0,0-15 0,-1 20-38,0-1 1,-1 1-1,1 0 1,-1 0-1,0 0 1,1 1-1,-1-1 0,0 0 1,-1 0-1,1 0 1,0 1-1,-1-1 1,0 0-1,0 1 0,1 0 1,-1-1-1,-1 1 1,1 0-1,0 0 1,0 0-1,-1 0 0,1 0 1,-1 1-1,0-1 1,1 1-1,-1 0 1,0 0-1,0 0 0,-5-1 1,3 0 18,-1 2 1,1-1 0,-1 1-1,1-1 1,0 1-1,-1 1 1,1-1 0,-1 1-1,1 0 1,0 0-1,-1 1 1,1-1 0,0 1-1,0 1 1,-9 4-1,4 0 17,1 1-1,0 0 0,0 0 1,1 1-1,0 0 0,1 0 0,0 1 1,0 0-1,1 0 0,0 1 0,1 0 1,0 0-1,1 0 0,0 0 0,1 1 1,0-1-1,-1 14 0,3-21-10,1-1 0,0 1 0,0-1 0,0 0-1,1 1 1,-1-1 0,1 0 0,0 1 0,0-1 0,0 0-1,0 1 1,0-1 0,1 0 0,0 0 0,-1 0 0,1-1-1,0 1 1,0 0 0,4 3 0,-2-3 2,0 0 1,1 0-1,0 0 1,-1 0-1,1-1 1,0 0-1,0 0 1,1 0-1,-1-1 1,0 1-1,6 0 0,11 0 27,1-1 0,-1-1 0,0-1 0,37-5 0,-4-4 41,-1-2 0,-1-2-1,0-3 1,0-2 0,64-33-1,-114 50-46,-9 17-144,-2-8 137,-1 0 0,1 0 1,-1 0-1,-1-1 0,-13 7 0,5-3 111,15-8 243,3-5-327,1 0 1,-1-1-1,1 1 1,-1 0-1,1 0 1,0 0 0,1 0-1,-1 1 1,0-1-1,1 0 1,3-4-1,24-27-64,-19 23 15,44-44-830,77-61 0,-127 113 799,81-68-566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19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1 533 20724,'72'323'455,"-58"-267"-595,9 83 0,-20-106 112,-2 0-1,-1 0 1,-1 0-1,-6 33 0,1-43 322,6-22-279,-1-1 0,1 0-1,0 1 1,0-1-1,0 0 1,0 1-1,0-1 1,-1 0-1,1 1 1,0-1 0,0 0-1,0 1 1,-1-1-1,1 0 1,0 0-1,0 1 1,-1-1-1,1 0 1,0 0 0,-1 1-1,1-1 1,0 0-1,-1 0 1,1 0-1,0 0 1,-1 0-1,1 0 1,-1 0 0,1 1-1,0-1 1,-1 0-1,1 0 1,0 0-1,-1 0 1,1 0-1,-1-1 1,1 1 0,0 0-1,-1 0 1,1 0-1,0 0 1,-1 0-1,1 0 1,0-1 0,-1 1-1,1 0 1,0 0-1,-1 0 1,1-1-1,-1 0 28,1 0-1,-1 0 0,0 0 1,1 0-1,-1 0 0,1-1 1,0 1-1,-1 0 1,1 0-1,0 0 0,0 0 1,0-1-1,0 1 0,0-1 1,-2-29 182,2 1 1,1 0 0,2 0 0,6-32-1,35-122-271,-8 41-29,-20 72 37,3 0 1,40-100-1,-44 137 49,2 0 1,1 2 0,1 0-1,2 1 1,1 1 0,46-48-1,-45 56 8,1 1-1,50-34 1,-57 44-4,1 1-1,-1 1 1,2 1 0,-1 0 0,30-7 0,-45 14-12,1 0 0,-1 0 0,1 0 0,-1 0 0,1 1 0,-1 0 0,1 0 1,-1 0-1,1 0 0,-1 0 0,1 1 0,-1-1 0,1 1 0,-1 0 0,0 0 0,1 1 0,-1-1 0,0 0 0,0 1 0,0 0 0,3 2 1,-3-1-5,-1 1-1,1-1 1,-1 0 0,0 1 0,0 0 0,0-1 0,-1 1 0,1 0 0,-1 0 0,0 0 0,0 0 0,-1 0 0,1 0 0,-1 0 0,1 0 0,-2 8 0,-1 17-17,-1 0 0,-1-1 0,-1 1 0,-2-1 1,-16 43-1,-66 131-100,69-163 92,-1 0-1,-1-2 1,-2-1-1,-35 40 1,43-58 29,-1-1 1,0-1-1,-1 0 0,-1-2 0,-1 0 1,0-1-1,0-1 0,-1 0 1,-28 9-1,27-13 0,-1 0 0,0-2 0,0-1 0,-31 3 0,46-7-2,0 0 1,0-1 0,-1 0-1,1-1 1,0 1 0,0-1 0,0-1-1,0 0 1,0 0 0,0 0-1,1-1 1,-1 0 0,1-1-1,-1 0 1,-10-8 0,16 11-1,0 0 0,1 0 0,-1-1 0,1 1 0,0-1 0,-1 1 0,1-1 0,0 0 0,0 1 0,0-1 0,0 0 0,1 0 0,-1 0 0,0 0 0,1 0 0,-1 0 0,1 0 0,0 0 0,-1 0 0,1 0 0,0 0 0,0 0 0,0 0 0,1 0 0,-1 0 0,0 0 0,1 0 0,-1 1 0,1-1 0,0 0 0,0 0 0,0 0 0,0 0 0,0 1 0,2-4 0,2-1-2,0 0 0,0 0 0,1 1-1,0 0 1,0 0 0,0 0 0,0 0 0,9-3 0,2-1-33,0 1 0,1 0-1,0 1 1,1 2 0,-1-1 0,1 2 0,0 1 0,1 0 0,-1 1 0,0 1-1,0 1 1,1 1 0,-1 1 0,0 0 0,0 1 0,0 2 0,0 0-1,-1 0 1,1 2 0,23 12 0,66 41-6223,-59-33 3027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19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238 262 22957,'6'-3'25,"1"0"0,0 0 0,0 1 0,0 0-1,0 0 1,1 1 0,11-1 0,-11 1-78,0 0 0,0 0 1,-1-1-1,1 0 0,7-3 0,-12 3 43,0 1 0,-1-1 0,1 0 0,-1 0 0,1 0 0,-1 0 1,1 0-1,-1 0 0,0-1 0,0 1 0,0-1 0,-1 1 0,1-1 0,0 0 0,-1 1 0,2-6 0,-1 2 9,0 0 0,0 1 0,-1-1 0,0 0 0,0 0-1,0 0 1,-1 0 0,0 0 0,0 0 0,0 0 0,-1 1 0,0-1-1,0 0 1,0 0 0,-1 0 0,0 1 0,0-1 0,0 1 0,-1-1 0,0 1-1,0 0 1,0 0 0,-1 0 0,0 1 0,1-1 0,-2 1 0,1 0 0,0 0-1,-1 0 1,0 1 0,0-1 0,0 1 0,0 1 0,0-1 0,-1 0-1,1 1 1,-1 0 0,0 1 0,1-1 0,-1 1 0,0 0 0,0 1 0,0-1-1,0 1 1,-11 1 0,5 1 1,1 1-1,0 0 0,0 1 1,1 0-1,-1 1 0,1 0 1,0 0-1,0 1 0,1 0 1,-1 1-1,1 0 0,1 1 1,-1 0-1,1 0 0,-11 15 1,8-9 11,1 1 1,0 0 0,2 0 0,-1 1-1,2 0 1,0 1 0,1 0-1,0 0 1,-3 23 0,8-35 0,0 1 0,0-1 0,1 0 0,0 1 0,0-1 0,0 1 0,1-1 0,0 0 0,0 1 0,0-1 0,1 0 0,-1 0-1,1 0 1,0 0 0,1 0 0,-1 0 0,1-1 0,5 6 0,-4-4-2,2-2 0,-1 1-1,0-1 1,1 0 0,0 0-1,0 0 1,0-1 0,0 0-1,1 0 1,-1 0 0,1-1-1,0 0 1,12 2 0,5-1-37,0-1 0,0-1 0,0-1 0,0-1 1,0-1-1,0-1 0,0-1 0,-1-1 1,0-1-1,0-1 0,41-19 0,-28 8-505,-1-1 1,-1-1-1,-1-2 0,-1-2 1,-1 0-1,41-43 0,-8-3-4306,-4-3 2330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19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20 17612,'-1'-1'102,"-13"-14"1249,14 15-1324,0 0 0,-1-1 1,1 1-1,0 0 0,0 0 1,-1-1-1,1 1 0,0 0 1,0 0-1,-1 0 0,1-1 1,0 1-1,-1 0 0,1 0 1,0 0-1,0 0 1,-1 0-1,1 0 0,0 0 1,-1 0-1,1 0 0,0 0 1,-1 0-1,1 0 0,0 0 1,-1 0-1,1 0 0,0 0 1,-1 0-1,1 0 0,0 0 1,-1 0-1,1 0 1,0 1-1,0-1 0,-1 0 1,1 0-1,0 0 0,-1 0 1,1 1-1,0-1 0,0 0 1,0 0-1,-1 1 0,1-1 1,0 0-1,0 1 0,0-1 1,0 0-1,-1 0 1,1 1-1,0-1 0,0 0 1,0 1-1,0-1 0,0 0 1,0 1-1,0-1 0,0 1 1,-1 10 202,0 1 0,2 21 0,1-4-35,-2 281 1166,0-16-921,0-283-447,0 11-54,1 0 0,0 0 0,2 0 0,1 0-1,6 21 1,-10-42 23,0 1 1,1-1-1,-1 1 0,1-1 0,-1 0 0,1 0 0,0 1 0,0-1 0,-1 0 1,1 0-1,0 0 0,0 0 0,0 0 0,0 0 0,0 0 0,2 1 0,-3-2 25,0 0 0,1 0-1,-1 0 1,0 0 0,0 0-1,1 0 1,-1 0 0,0 0-1,0 0 1,0 0 0,1 0-1,-1 0 1,0 0 0,0 0-1,0 0 1,1 0 0,-1 0 0,0 0-1,0 0 1,0 0 0,0-1-1,1 1 1,-1 0 0,0 0-1,0 0 1,0 0 0,0-1-1,0 1 1,1 0 0,-1 0-1,0 0 1,0-1 0,0 1-1,3-15-156,-4 7 159,0 0 0,-1 0 0,1 1-1,-2-1 1,1 1 0,-1-1 0,0 1-1,0 0 1,-1 0 0,0 0 0,0 1-1,-1-1 1,0 1 0,0 0 0,-11-10-1,1 2 6,0 1 1,-1 1-1,-1 0 0,0 1 0,-20-9 1,29 16 24,0 0 0,0 0 0,0 1 0,-1 1 0,0-1 0,1 1 0,-13-1 0,18 3-6,0 0 1,1 0-1,-1 0 1,1 1-1,-1-1 1,0 0-1,1 1 1,-1 0-1,1 0 1,-1-1-1,1 1 1,0 1-1,-1-1 1,1 0-1,0 1 1,0-1-1,0 1 1,0-1-1,0 1 1,0 0 0,0 0-1,0 0 1,1 0-1,-1 0 1,1 1-1,0-1 1,-1 0-1,0 6 1,-1-2 2,1 1 0,0 1 1,1-1-1,0 0 1,0 0-1,0 1 0,1-1 1,0 0-1,0 1 1,1-1-1,0 0 0,1 0 1,-1 1-1,1-1 1,0 0-1,1-1 0,0 1 1,0 0-1,1-1 1,-1 1-1,1-1 0,1 0 1,-1-1-1,1 1 0,0-1 1,0 0-1,1 0 1,-1 0-1,1-1 0,12 8 1,-6-7-64,1-1 1,-1 0 0,1 0-1,0-1 1,-1-1-1,1 0 1,1 0 0,-1-2-1,0 0 1,21-2-1,3-3-356,0-1 1,53-16-1,13-12-247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20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206 115 11386,'-51'26'1015,"-76"35"5940,103-49-5727,24-12-1214,0 0-1,0 1 0,0-1 1,-1 0-1,1 0 0,0 0 1,0 0-1,0 0 0,0 0 1,-1 0-1,1 0 0,0 1 1,0-1-1,0 0 0,0 0 1,-1 0-1,1 0 0,0 1 1,0-1-1,0 0 0,0 0 1,0 0-1,0 0 0,0 1 1,0-1-1,0 0 0,0 0 1,-1 1-1,1-1 0,0 0 1,0 0-1,0 0 0,0 1 1,0-1-1,1 0 0,-1 0 1,0 0-1,0 1 0,0-1 1,0 0-1,0 0 0,0 0 1,0 1-1,0-1 0,0 0 1,0 0-1,1 0 0,-1 0 1,0 1-1,0-1 0,0 0 1,1 0-1,15 3 261,28-5-150,0-2 1,72-16-1,-44 7-89,949-106 304,-843 103-385,-153 14-8,-6 1-95,-1-1 1,1 0-1,-1-1 0,32-10 1,-48 12 33,-1 0 0,1 0 0,-1 1 0,0-1 0,1 0 0,-1 0 0,0 0 0,0 0 0,0 0 0,0-1 0,0 1 0,1-2 0,5-11-887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30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0 10082,'-3'11'-792,"-13"1"-1328,-9-2 807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31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299 520 16444,'0'0'1607,"-6"10"1044,2-2-2684,0 0-1,0 0 0,1 1 0,-3 9 1,-1 20 28,1-1 1,0 74 0,13 78-56,-3-116 67,-3-61 32,-1 1 0,-1 0-1,1 0 1,-4 15 0,4-28-27,0 1 1,0-1 0,-1 1 0,1 0-1,0-1 1,0 1 0,0-1-1,0 1 1,0-1 0,-1 1-1,1-1 1,0 1 0,0 0 0,-1-1-1,1 0 1,0 1 0,-1-1-1,1 1 1,-1-1 0,1 1 0,-1-1-1,1 0 1,-1 1 0,1-1-1,-1 0 1,1 1 0,-1-1-1,0 0 1,0 0 0,0 0-1,0 0 1,1-1 0,-1 1-1,0-1 1,0 1 0,1 0-1,-1-1 1,0 0-1,0 1 1,1-1 0,-1 1-1,1-1 1,-1 0 0,1 1-1,-2-2 1,-18-35 123,15 23-126,1 0 0,0-1 0,1 1 1,0-1-1,2 0 0,-1 1 1,2-1-1,0 0 0,3-21 0,4-17 45,18-64-1,-23 107-43,16-60 38,3 0 0,42-96 0,-44 126-47,2 1 0,1 1-1,2 1 1,1 1 0,40-42 0,-47 59 16,1 1 0,1 0 1,1 2-1,29-19 1,-39 28 3,0 1 0,1 0 0,-1 1-1,1 0 1,0 1 0,0 0 0,1 1 0,-1 0 0,1 1 0,22-1 0,-31 3-18,-1 0-1,0 1 1,0-1 0,0 0-1,0 1 1,0 0-1,0 0 1,0 0 0,-1 0-1,1 0 1,0 0 0,0 1-1,-1 0 1,1-1-1,-1 1 1,1 0 0,-1 0-1,4 4 1,-4-2-5,1 0 0,-1 0 0,0 0 1,0 0-1,-1 0 0,1 0 0,-1 0 0,0 1 0,0-1 1,0 0-1,0 8 0,-2 6-15,0 0 1,0 0-1,-2 0 1,0 0-1,-9 25 0,-6 10-31,-2-2-1,-2 0 0,-2-1 0,-56 83 1,-149 165 471,225-293-395,-7 9 105,0-1 1,-1 0-1,-14 11 1,25-23-124,0-1 0,0 1 1,0 0-1,0 0 0,0-1 1,0 1-1,0-1 0,0 1 1,0-1-1,-1 1 0,1-1 1,0 0-1,0 1 0,0-1 1,-1 0-1,1 0 0,0 0 1,0 0-1,-1 0 0,1 0 1,0 0-1,-2-1 0,3 1-8,0 0-1,-1-1 0,1 1 1,0 0-1,0 0 0,-1-1 1,1 1-1,0 0 0,0 0 1,-1-1-1,1 1 0,0 0 0,0-1 1,0 1-1,0 0 0,-1-1 1,1 1-1,0-1 0,0 1 1,0 0-1,0-1 0,0 1 1,0 0-1,0-1 0,0 0 0,7-14-9,2 4-16,1 1 0,1 1 0,-1 0-1,2 0 1,23-13 0,-11 8-10,1 1 0,0 1-1,1 1 1,1 1 0,0 2-1,0 1 1,52-7 0,-62 11 14,0 2 1,0 0 0,0 0-1,0 2 1,0 0 0,31 7-1,-45-7 9,0 0 0,0 0 0,-1 0 0,1 0 0,0 0-1,-1 1 1,1-1 0,-1 1 0,0-1 0,1 1-1,-1 0 1,0 0 0,0 0 0,0 0 0,2 4-1,-3-4 1,0 0 0,0 0 0,-1 0-1,1 1 1,0-1 0,-1 0-1,0 0 1,0 0 0,1 0-1,-1 0 1,0 1 0,-1-1 0,1 0-1,0 0 1,-1 0 0,0 3-1,-2 3-14,-1-1-1,1 1 0,-1-1 0,-1 0 0,1-1 1,-1 1-1,0-1 0,-1 0 0,-11 11 0,-25 14 0,-1 0-1,-2-3 0,-54 26 1,45-26 40,-3 4 94,-2-2-1,-1-3 0,-67 19 1,111-41-116,0-1 0,-1-1 1,1-1-1,-1 0 0,0-1 1,0-1-1,-30-3 0,42 2-118,0-1-1,0 1 1,0-1-1,0 0 0,0 0 1,1 0-1,-1-1 0,0 0 1,1 0-1,0 0 1,0 0-1,0-1 0,0 1 1,0-1-1,1 0 0,0 0 1,-1 0-1,-3-9 1,3 4-114,1 0 1,1 1-1,-1-1 1,-1-15-1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31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 20492,'35'28'865,"0"17"-329,-1 20-200,-15 38-272,-5 23 32,-28 31 160,-16 11 16,-15 12-16,-3-2-80,8-26-376,11-24-216,15-55-496,3-29-3297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32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395 15 22589,'-21'-4'-23,"-1"1"0,0 0 0,0 2 0,0 0 1,1 2-1,-42 6 0,53-5 8,-1 0-1,1 1 1,0 0 0,0 1-1,0 0 1,1 1 0,-1 0-1,1 0 1,0 1 0,1 0 0,-1 1-1,1 0 1,1 0 0,-1 1-1,1 0 1,-7 9 0,6-5 118,1 1 0,-9 17 1,14-26-86,0 0 1,1 0 0,-1-1 0,1 1 0,0 0 0,0 0-1,1 0 1,-1 0 0,1 0 0,0 0 0,0 0 0,0 1-1,1 4 1,0-8-17,0 1 1,0-1-1,-1 0 0,1 1 0,0-1 1,0 0-1,0 0 0,0 0 0,0 0 1,1 0-1,-1 0 0,0 0 0,0 0 0,1 0 1,-1 0-1,1-1 0,-1 1 0,0 0 1,1-1-1,-1 1 0,1-1 0,0 0 1,-1 1-1,1-1 0,-1 0 0,1 0 1,-1 0-1,1 0 0,0-1 0,-1 1 0,3-1 1,6 0-2,0-1 1,0-1-1,15-5 1,21-11-133,-2-2 0,-1-2 0,0-2 1,-2-2-1,44-37 0,-39 21 62,-42 39 272,-6 2-138,-1 2-2,0-1-30,0 0 0,-1 1-1,1-1 1,0 1 0,-1 0 0,1 0 0,-1 0 0,1 0 0,0 1-1,-1-1 1,1 1 0,0 0 0,-1 0 0,1 0 0,0 1 0,0-1 0,0 1-1,0-1 1,0 1 0,0 0 0,1 0 0,-1 0 0,1 1 0,-1-1 0,1 1-1,0-1 1,0 1 0,-3 4 0,3-4-41,-1 1 1,1-1-1,0 1 0,0 0 0,0 0 0,0 0 1,0 0-1,1 0 0,0 0 0,0 0 1,0 0-1,1 1 0,-1-1 0,1 0 1,0 1-1,0-1 0,0 0 0,1 1 0,-1-1 1,1 0-1,0 0 0,1 0 0,1 6 1,0-6-182,-1 1 0,1-1 0,0 0 1,1 0-1,-1 0 0,1 0 0,-1-1 0,7 5 1,-8-7-416,0 1-1,1-1 1,-1 0 0,1 0 0,-1 0 0,1 0 0,-1 0 0,1 0-1,0-1 1,-1 1 0,4 0 0,23-6-2389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32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306 662 18892,'-20'1'397,"-1"1"0,1 1 0,0 1 0,0 1 0,0 0 0,0 2 0,1 0 0,-26 14 0,38-17-364,0 0 1,0 0 0,1 1 0,-1 0 0,1 0 0,0 1 0,1-1 0,-1 1 0,1 1-1,0-1 1,1 1 0,0 0 0,0 0 0,0 0 0,1 0 0,0 0 0,0 1-1,1 0 1,0 0 0,0-1 0,1 1 0,0 0 0,0 0 0,1 12 0,0-16-57,0 0 0,1 0 1,-1 0-1,1 1 0,0-1 1,0 0-1,0 0 0,1 0 1,-1 0-1,1-1 0,0 1 1,0 0-1,0-1 0,1 1 1,-1-1-1,1 0 0,0 1 1,0-1-1,0-1 0,0 1 1,0 0-1,1-1 0,-1 0 1,1 1-1,0-1 0,-1-1 1,1 1-1,0-1 0,0 1 1,0-1-1,1 0 0,-1 0 1,0-1-1,0 0 0,0 1 0,0-1 1,6-1-1,5-1-54,0 0-1,-1-1 0,0 0 1,1-1-1,-1-1 1,-1-1-1,1 0 1,-1 0-1,22-15 0,7-7-315,57-52 0,-72 56 231,0-2 0,-1-1 0,-2-1 0,40-60 0,-49 63 176,-1-1-1,-1-1 0,-1 0 1,-2-1-1,0 0 1,8-49-1,8-195 156,-21 185 316,-5 58-68,-4 25-75,0 10-172,-3 16 54,-10 61 169,-11 149-1,18-131-307,-23 350-774,34-258-5956,1-131 3277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32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1 20028,'-21'9'306,"0"2"-1,1 1 1,0 0-1,1 2 1,0 0-1,1 1 1,-32 34-1,8 0-73,-57 87 0,90-123-205,6-10-22,1 0 0,-1 0 0,1 0-1,0 0 1,0 0 0,0 1 0,0-1 0,1 1 0,0-1-1,-1 1 1,1 0 0,0-1 0,1 1 0,-1 5 0,1-8-6,0-1 1,0 1-1,0 0 1,0 0-1,1-1 1,-1 1-1,0 0 1,0 0 0,1-1-1,-1 1 1,1 0-1,-1-1 1,0 1-1,1-1 1,-1 1-1,1 0 1,0-1-1,-1 1 1,1-1 0,-1 1-1,1-1 1,0 0-1,-1 1 1,2-1-1,0 1-4,0 0-1,0-1 0,0 0 0,0 0 1,0 1-1,0-1 0,0 0 1,0 0-1,3-1 0,5-1-49,-1-1-1,1 0 0,10-4 1,26-14-428,44-29 0,43-20-1068,-97 56-151,0 1 0,57-12 0,-14 13-369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33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21149,'45'16'392,"13"-4"-320,3 0-136,7-8-184,-7-4-281,-8-14-1031,-3 0-1569,-8-7-1984,-1-5 3729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34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 19916,'8'56'513,"-4"1"0,-3 87-1,-27 108-729,-45 55-985,54-244 1026,14-58 786,1-6-411,-1-8-15,2-17-56,0-1-1,1 1 0,7-43 1,-2 16-96,5-47-10,3 0-1,35-129 1,-45 218-20,1-1 0,-1 0 1,2 1-1,-1 0 0,2 0 0,6-11 0,-11 21-1,-1 1 1,1-1-1,-1 0 0,1 1 1,-1-1-1,1 1 1,-1-1-1,1 1 0,0-1 1,-1 1-1,1-1 1,0 1-1,0-1 0,-1 1 1,1 0-1,0 0 0,0-1 1,-1 1-1,1 0 1,0 0-1,0 0 0,0 0 1,0 0-1,-1 0 1,1 0-1,0 0 0,0 0 1,0 1-1,1-1 5,0 1 0,-1 0 0,1 0 0,-1 0 0,1 0 0,-1 1 0,1-1 0,-1 0 0,0 1 1,0-1-1,0 1 0,2 2 0,6 13 57,0 1 0,-1 0 1,6 23-1,-2-8 9,-10-26-57,18 48 66,2-1 0,2 0 0,36 58 0,-49-96-74,1 0 0,0-1-1,1 0 1,1 0 0,25 20-1,-29-28-4,1 1 0,0-2 0,0 1 0,1-1-1,0-1 1,0 0 0,0-1 0,1 0 0,21 3-1,-26-6 14,1 0 0,-1 0 0,0-1 0,1 0 0,-1-1 0,1 0-1,-1 0 1,1-1 0,-1 0 0,0 0 0,0-1 0,0 0-1,9-5 1,-11 4 7,0 0-1,0 0 1,0-1-1,-1 0 0,1 0 1,-1 0-1,0 0 1,-1-1-1,0 0 1,0 0-1,0 0 0,0 0 1,-1-1-1,0 0 1,0 1-1,1-9 1,1-6-22,0 0 0,-2 0 0,-1 0 0,0 0 1,-2-1-1,0 1 0,-1 0 0,-1-1 0,-9-32 1,-2 3-592,-3 1 0,-38-81 1,27 70-204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34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159 203 22237,'-37'61'322,"3"2"-1,-39 104 1,72-165-324,-2 5-17,0 0-1,1 1 1,-2 11 0,4-18 12,-1 0 0,1 0 0,0 0-1,0 0 1,0 0 0,-1 1 0,1-1 0,1 0 0,-1 0 0,0 0 0,0 0 0,0 0 0,0 0 0,1 0 0,-1 0-1,0 0 1,1 0 0,-1 0 0,1 0 0,-1-1 0,1 1 0,0 0 0,-1 0 0,1 0 0,0-1 0,-1 1 0,1 0 0,0 0-1,0-1 1,0 1 0,0-1 0,0 1 0,0-1 0,0 1 0,-1-1 0,3 1 0,1-1-13,0 0 1,0 0 0,0 0-1,-1-1 1,1 1 0,0-1-1,-1 0 1,1 0-1,0 0 1,-1 0 0,6-3-1,38-24-138,-43 25 138,13-8-26,-2 0 1,1 0-1,-2-2 1,1 0-1,15-19 0,-26 27 77,-1 1 0,1-1 1,-1 0-1,0 0 0,0-1 0,-1 1 0,0-1 0,0 1 0,0-1 0,0 0 0,-1 1 0,0-1 0,0 0 0,-1 0 0,0 0 0,0 0 0,0 0 0,0 0 0,-1 1 0,0-1 1,-3-9-1,-3-2 85,0 1 1,-1 0-1,-1 0 1,-15-20-1,11 17-68,2 0 0,-11-22 0,20 38-46,1 0-1,0 0 0,0 0 1,0-1-1,0 1 0,1 0 1,-1 0-1,1-1 0,0 1 1,0 0-1,0-1 0,1-3 1,-1 5-7,1 1 1,0-1 0,-1 0-1,1 0 1,0 0-1,0 0 1,0 0-1,1 1 1,-1-1 0,0 0-1,1 1 1,-1-1-1,1 1 1,-1 0-1,1 0 1,-1-1 0,1 1-1,0 0 1,0 0-1,0 0 1,3-1-1,5-1-51,0 1-1,1-1 1,-1 2-1,0-1 1,1 2-1,-1-1 1,1 1-1,17 3 1,-7 0-95,1 1 0,-1 1 0,26 9 0,-36-10 90,-1 0 0,0 0-1,-1 1 1,1 1 0,-1-1 0,0 1 0,0 1-1,-1 0 1,13 13 0,-17-15 48,0 0 0,0 0 0,-1 1 1,0-1-1,0 1 0,0 0 0,-1 0 0,0 0 1,0 0-1,0 0 0,-1 0 0,0 1 0,0-1 1,-1 0-1,1 1 0,-2-1 0,0 12 0,-4 3 87,0 1 0,-2-1 0,0 0 0,-2-1 0,0 1 0,-18 27 1,11-18 280,-17 42 0,32-69-47,1-4-297,1 0 0,0 0 0,-1-1 1,1 1-1,-1 0 0,1 0 1,-1-1-1,0 1 0,0 0 1,1-1-1,-1-1 0,1-7 3,10-22-22,2 1 0,1 1-1,23-40 1,-14 30-67,-5 8-47,2 0 1,1 2-1,31-35 1,-37 48 75,0 1 1,1 1-1,1 0 0,1 1 1,0 1-1,33-18 0,-45 28 49,1 0 0,-1 1 0,1-1 0,-1 1-1,13-2 1,-17 4 1,-1 0 0,1 0-1,-1-1 1,1 1 0,0 1 0,-1-1-1,1 0 1,-1 0 0,1 1 0,-1-1 0,1 0-1,-1 1 1,1 0 0,-1-1 0,1 1-1,-1 0 1,1 0 0,-1-1 0,0 1 0,0 0-1,1 1 1,-1-1 0,0 0 0,0 0-1,0 0 1,0 1 0,0-1 0,-1 0-1,1 1 1,0-1 0,0 3 0,2 10-3,0 1 0,-1 0 0,-1-1 0,-1 1 0,0 0 0,-2 18 0,0 6-227,3 13-239,3-8 165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35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21020,'17'0'529,"13"0"-217,8-3-224,13-6-264,5-5-248,-9-5-6658,2 1 4778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36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733 1 21733,'5'20'259,"0"1"0,-1 0 1,-2 0-1,1 41 0,-2-39-223,1 155-157,-8 0 1,-51 306 0,51-451-14,-1 3-143,2-1 0,1 1 0,1 41 0,3-76 272,0 1 1,0-1-1,1 1 0,-1-1 1,0 1-1,0-1 0,1 1 1,-1-1-1,1 1 0,-1-1 1,2 3-1,-2-4 7,1 0 0,-1 1 0,0-1 0,0 0 0,1 0 1,-1 0-1,0 0 0,0 0 0,1 0 0,-1 0 0,0 0 0,0 0 0,1 0 0,-1 0 0,0 0 0,0 0 0,1 0 0,-1 0 0,0 0 0,0 0 0,1 0 1,-1 0-1,0 0 0,0 0 0,0 0 0,1 0 0,-1-1 0,0 1 0,0 0 0,1 0 0,-1 0 0,0 0 0,0-1 0,0 1 0,0 0 0,1 0 0,-1 0 1,0-1-1,2-2 20,0 0 1,0 0-1,0 0 1,0-1 0,0 1-1,-1-1 1,2-4-1,-1-4-6,0 0-1,-1 0 0,0 0 1,-1 0-1,0 0 0,-1 0 1,-1 0-1,0 0 0,0 0 1,-1 0-1,0 1 0,-1-1 1,-1 1-1,-8-16 0,1 5 11,0 1 0,-2 0 0,0 1 0,-1 0 0,-1 1 0,-22-20 0,29 31-25,-1-1 0,0 1 1,-1 1-1,1 0 0,-1 0 0,-1 2 0,1-1 0,-1 1 0,0 1 0,-14-4 0,16 6 8,0 0 0,0 1 0,-1 1 1,1 0-1,0 0 0,0 1 0,0 0 0,0 0 1,0 1-1,0 1 0,0 0 0,1 0 0,-14 7 0,7-1 33,0 0 0,1 1-1,0 0 1,0 2 0,1 0-1,1 0 1,0 1 0,-21 28-1,18-18 23,0 1-1,1 1 0,2 0 0,-20 53 0,29-70-50,2 1-1,-1-1 1,1 1 0,0 0-1,1 0 1,0 0 0,1 0-1,0 15 1,1-20-11,-1-1 1,1 1-1,0-1 0,0 1 1,1-1-1,-1 0 0,0 1 1,1-1-1,0 0 1,0 0-1,0 0 0,0 0 1,1 0-1,-1-1 0,1 1 1,-1-1-1,1 1 1,0-1-1,0 0 0,0 0 1,0 0-1,1-1 1,4 3-1,3 0-19,1-1 0,0 0 0,-1-1 0,1 0 1,0-1-1,0 0 0,0-1 0,0-1 0,20-2 0,6-3-205,63-20-1,-56 12 29,-1-2 0,47-25 0,-64 28 258,-2-2 0,0-1 0,-1-1 1,36-33-1,-52 43 14,-5 5-56,0-1 0,-1 1 0,1-1 0,0 0 0,-1 0 0,1 0 0,-1-1 0,0 1 0,0 0 0,-1-1 0,1 0 0,1-3 0,-3 5-29,1 3-4,-1 0 12,0 0 0,0 0 1,0 0-1,1 0 1,-1 0-1,0 0 0,1 0 1,-1-1-1,1 1 1,-1 0-1,1 0 0,0 0 1,-1-1-1,1 1 1,0 0-1,-1-1 0,1 1 1,1 1-1,2 2 4,-2-1-2,1-1 0,-1 1 0,1 0-1,-1-1 1,1 0 0,0 0 0,-1 0 0,1 0-1,0 0 1,0 0 0,1-1 0,-1 0 0,0 1-1,0-1 1,1 0 0,-1-1 0,1 1 0,-1-1 0,1 1-1,5-1 1,12-3 3,0-1-1,-1-1 1,0 0-1,0-2 0,25-11 1,-5-1-13,56-36 0,-79 45 8,-1-1 1,0-1 0,0-1-1,15-15 1,-28 24 1,0 0-1,1 0 1,-1 0 0,0 0 0,-1 0-1,1-1 1,-1 1 0,0-1-1,0 0 1,0 1 0,-1-1 0,0 0-1,0 0 1,0 0 0,0 0-1,-1 0 1,0 0 0,0 0 0,0-1-1,-1 1 1,-1-8 0,-1 5 15,1 0 1,-1 1-1,-1-1 0,1 1 1,-1 0-1,0 0 0,-1 1 1,0-1-1,0 1 0,0 0 1,-1 0-1,0 0 0,0 1 1,0 0-1,-9-5 0,10 7 2,0 0 1,-1 0-1,1 1 0,-1-1 0,1 1 0,-1 1 0,0-1 0,0 1 0,0 0 1,0 0-1,0 1 0,0-1 0,0 1 0,0 1 0,0-1 0,0 1 0,0 0 1,0 1-1,0-1 0,-10 5 0,5 0 4,0 1 0,1 0 0,-1 0 0,1 1 1,1 1-1,-1-1 0,1 2 0,1-1 0,-13 20 0,4-4 16,2 0 0,0 2 0,-10 27 0,19-40-28,1 1-1,0 0 0,1-1 0,1 1 0,0 1 0,-1 20 0,4-31-10,0 0 0,0 0 0,0 0-1,1 0 1,-1 0 0,1 0-1,1 0 1,-1 0 0,1 0 0,0 0-1,0 0 1,0-1 0,0 1 0,1-1-1,0 1 1,0-1 0,0 0-1,1 0 1,-1-1 0,1 1 0,0-1-1,5 4 1,-1-2-7,1-1-1,-1 0 0,1 0 1,-1-1-1,1 0 1,0 0-1,0-1 0,1 0 1,12 0-1,8-1-113,47-4 1,-33 0-179,-1-3 1,0-1-1,0-2 1,-1-2 0,-1-2-1,0-2 1,58-29-1,-75 31 59,-1-1-1,0-2 1,-1 0-1,0-1 1,27-29-1,-35 30 157,0 0-1,-2-1 1,0-1 0,0 1-1,-2-2 1,0 0-1,12-35 1,-2-15 193,-4-1 0,15-140 0,10-52 1264,-29 227-1039,-12 33-308,1 0-1,-1 1 0,1-1 0,0 0 1,-1 1-1,1-1 0,0 1 1,0-1-1,0 1 0,0 0 0,1-1 1,-1 1-1,2-2 0,-3 4-14,1-1-1,-1 1 0,0 0 1,1-1-1,-1 1 1,0-1-1,1 1 0,-1 0 1,0-1-1,0 1 1,0 0-1,0-1 0,1 1 1,-1 0-1,0-1 1,0 1-1,0 0 0,0-1 1,-1 1-1,1 0 1,0 0-1,0 16 69,-1-1 0,-1 1 1,-5 23-1,0-7-25,-106 508-480,85-406-5895,17-97 3194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36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70 321 17756,'-13'-4'560,"8"3"-333,0 0 1,1 0-1,-1-1 1,0 1-1,0-1 1,1 0-1,0-1 0,-1 1 1,1-1-1,-6-5 1,10 8-217,0 0 0,-1-1 0,1 1 0,0 0 1,0-1-1,0 1 0,0 0 0,0-1 0,0 1 0,0 0 1,0-1-1,0 1 0,0 0 0,0-1 0,0 1 1,1 0-1,-1-1 0,0 1 0,0 0 0,0-1 0,0 1 1,0 0-1,1 0 0,-1-1 0,0 1 0,0 0 0,1 0 1,-1-1-1,0 1 0,0 0 0,1 0 0,-1-1 0,0 1 1,1 0-1,14-8 63,45-13-464,1 3 0,74-12 0,-81 19-8,196-33-1333,-33 6 1416,-160 24 1319,-54 12-340,-4-1 111,0 2-720,0 0 0,1 0-1,-1 0 1,0 0 0,0 0-1,1 0 1,-1 0 0,0 1-1,0-1 1,0 0 0,0 0-1,0 1 1,0-1-1,-1 0 1,1 1 0,0-1-1,0 1 1,-2-1 0,-32-3 476,15 5-292,-30 6 1,29-3-205,0 2 0,1 0 0,0 1-1,0 1 1,1 1 0,0 1 0,0 0 0,1 2 0,1 0 0,0 1 0,0 0 0,1 2 0,1 0 0,-18 23 0,29-33-35,0 0 1,1 0 0,0 0-1,0 1 1,0-1 0,1 1-1,-3 8 1,5-13 0,0 1-1,-1-1 1,1 0 0,0 1-1,0-1 1,0 1 0,0-1-1,1 1 1,-1-1 0,0 1-1,1-1 1,-1 0 0,1 1-1,-1-1 1,1 0 0,-1 1-1,1-1 1,0 0 0,0 0-1,0 0 1,0 1 0,0-1-1,0 0 1,0 0 0,0 0-1,0-1 1,0 1 0,1 0-1,-1 0 1,0-1 0,0 1 0,1 0-1,-1-1 1,1 0 0,1 1-1,5 2 4,1-1 0,0-1-1,0 1 1,0-1 0,0-1 0,0 0 0,0 0-1,11-2 1,73-17-55,-83 17 42,34-9-57,-1-1 1,59-27 0,-86 32 56,-1-1-1,0 0 1,0-1-1,-1 0 1,0-2 0,-1 1-1,0-2 1,-1 0 0,17-20-1,-28 30 8,0 1 1,0-1-1,0 0 0,1 0 1,-2 0-1,1 0 0,0 0 1,0 0-1,-1 0 0,1-3 1,0 4 0,-1 1 1,0-1 0,0 0-1,-1 1 1,1-1-1,0 0 1,0 1 0,0-1-1,0 1 1,0-1 0,-1 0-1,1 1 1,0-1 0,0 1-1,-1-1 1,1 1 0,-1-1-1,1 1 1,0-1 0,-1 1-1,1-1 1,-1 1 0,0-1-1,-1 0 2,0 1-1,1-1 1,-1 1-1,0-1 1,0 1-1,0 0 1,0 0-1,0 0 1,0 0-1,0 0 0,0 0 1,0 0-1,0 1 1,0-1-1,1 0 1,-1 1-1,0 0 1,0 0-1,-2 1 1,-5 3-5,0 0-1,1 0 1,0 1 0,0 0 0,0 0-1,1 1 1,0 0 0,-8 11 0,11-14 1,1 0 1,0 1-1,0-1 1,0 1-1,1 0 1,-1 0-1,1 0 1,1 1 0,-1-1-1,1 0 1,0 1-1,0-1 1,0 1-1,1-1 1,-1 1-1,2 8 1,-1-13 1,1 1 1,-1-1 0,1 0-1,-1 1 1,1-1 0,-1 0-1,1 0 1,0 1 0,0-1-1,-1 0 1,1 0 0,0 0 0,0 0-1,0 0 1,0 0 0,0 0-1,0 0 1,1-1 0,-1 1-1,0 0 1,0 0 0,1-1-1,-1 1 1,0-1 0,1 0-1,-1 1 1,0-1 0,1 0-1,-1 0 1,1 0 0,-1 1-1,0-2 1,3 1 0,5 0-6,0-1 1,0-1 0,-1 1 0,10-4-1,-15 4 4,17-5-78,0-1 0,-1-2 1,0 0-1,0 0 0,28-21 0,-23 12-56,0 0 0,-2-2-1,29-31 1,-46 44 314,-16 17-84,-20 24 60,26-25-116,0 0 0,1 1 0,0-1-1,0 1 1,1 0 0,-3 13-1,6-21-33,-1 0 0,1 0 0,0 0 0,0 0 0,-1 0 0,1 0-1,1 0 1,-1 0 0,0 0 0,0 0 0,1 0 0,-1 0 0,1 0 0,-1 0-1,1 0 1,0 0 0,0 0 0,0-1 0,0 1 0,0 0 0,0-1-1,1 1 1,-1 0 0,0-1 0,1 0 0,-1 1 0,1-1 0,0 0-1,-1 0 1,1 0 0,0 0 0,0 0 0,0 0 0,0 0 0,-1-1-1,1 1 1,0-1 0,3 1 0,1 0-4,-1-1 1,0 0-1,0 0 0,0 0 1,0 0-1,0-1 0,0 0 1,0 0-1,0 0 0,0-1 1,0 0-1,-1 0 1,1 0-1,0 0 0,-1-1 1,0 0-1,1 1 0,-1-2 1,-1 1-1,1 0 0,0-1 1,-1 0-1,6-7 0,5-9-784,-1 0 1,-2-1-1,18-41 0,-20 43-518,13-29-3031,4-8 2515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37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10 184 11570,'12'-65'1481,"2"9"3080,-4 11-2401,-3 28-1072,-3 17-383,-4 36-209,-6 25-104,-4 42-144,-1 18-80,-1 19-112,5-4-48,0-14-296,4-11-200,6-33-408,6-13-1361,5-34 1129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37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59 12083,'1'-8'385,"-1"3"253,1 0 0,0 1 0,0-1 0,0 0 0,0 0 0,1 1 0,-1-1 0,4-4 1,-5 9-614,0 0 0,0-1 0,0 1 0,0 0 0,0 0 0,0 0 0,0 0 0,0-1 0,1 1 0,-1 0 0,0 0 0,0 0 0,0 0 0,0 0 0,0-1 0,0 1 0,1 0 0,-1 0 1,0 0-1,0 0 0,0 0 0,0 0 0,1 0 0,-1 0 0,0 0 0,0 0 0,0 0 0,1 0 0,-1 0 0,0 0 0,0 0 0,0 0 0,1 0 0,-1 0 0,0 0 0,0 0 0,0 0 0,0 0 1,1 0-1,-1 0 0,0 0 0,0 0 0,0 0 0,0 0 0,1 0 0,-1 0 0,0 1 0,0-1 0,0 0 0,0 0 0,0 0 0,1 0 0,-1 0 0,0 1 0,0-1 0,0 0 0,0 0 0,0 0 1,0 1-1,4 9 146,-1 1 1,-1 0-1,0 0 1,0 0 0,0 21-1,-1 24-50,-2 0-1,-10 74 1,-31 112 61,-2 30-2718,42-251 691,1-12-2034,1-8 3312,-8-4-2244,2-1 2835,1 1 1,-1-1-1,0 0 0,1-1 1,0 1-1,0-1 1,-6-7-1,-35-48 1912,25 31-460,17 24-945,0 0 1,1 0-1,0 0 0,0 0 0,0 0 1,0-1-1,-2-9 0,4 14-417,1-1 0,0 1 1,0-1-1,0 1 0,0 0 0,0-1 0,0 1 0,0-1 0,0 1 1,1 0-1,-1-1 0,1 1 0,-1-1 0,1 1 0,0-2 0,1 1-75,-1 0-1,1 0 0,0 0 0,0 1 0,-1-1 0,1 1 0,0-1 1,0 1-1,0 0 0,1 0 0,-1-1 0,2 1 0,9-4 4,-1 1 0,0 1 0,1 0 0,-1 1 0,21-1-1,68 3-55,-50 1 11,-9-1 82,-1 1 0,0 3 0,0 1 0,58 14 1,-96-18 18,1-2-41,4-4-44,1-1-14,0 0 0,0-1 1,0 0-1,11-12 0,-17 16 2,0 0 0,-1 0 0,0 0 0,0 0 0,0-1 0,0 1 0,0 0 0,-1-1 0,1 0-1,-1 1 1,0-1 0,0 0 0,-1 0 0,1 0 0,-1 1 0,1-1 0,-1 0 0,-1 0 0,0-6-1,0 4 20,-1 0-1,-1-1 0,1 1 1,-1 1-1,0-1 0,0 0 1,-1 1-1,0-1 0,1 1 0,-2 0 1,1 0-1,-1 1 0,0-1 1,0 1-1,-8-5 0,10 6-7,0 1 0,0 1 0,0-1 0,0 0 0,0 1-1,0 0 1,0 0 0,-1 0 0,1 0 0,-1 0 0,1 0-1,0 1 1,-1 0 0,1 0 0,-1 0 0,1 0 0,-1 0 0,1 1-1,-1-1 1,1 1 0,0 0 0,-1 0 0,1 0 0,0 1-1,0-1 1,0 1 0,0 0 0,0 0 0,0 0 0,-4 3 0,1 2-11,-1 1 1,1 0 0,1 0-1,-1 0 1,2 0 0,-1 1 0,1 0-1,0 0 1,1 0 0,0 1-1,0-1 1,1 1 0,-1 11 0,2-13-2,0-1 0,1 1 1,0-1-1,0 1 1,0-1-1,1 1 1,1-1-1,-1 1 1,1-1-1,0 0 0,1 0 1,-1 0-1,2 0 1,-1 0-1,1-1 1,0 1-1,8 9 1,-8-12 11,1 0 0,0-1 0,0 1 0,0-1 1,1 0-1,-1-1 0,1 1 0,0-1 1,-1 0-1,1 0 0,0-1 0,0 0 0,0 0 1,0 0-1,0-1 0,0 0 0,1 0 1,-1-1-1,7-1 0,3 0 28,-1-1 1,1 0-1,-1-1 0,0-1 1,0-1-1,17-9 0,-22 9-24,-1 0 1,1-1-1,-2 0 0,10-9 0,-9 8-28,-1 0 0,1 1 0,13-8 1,-22 14 9,1 1 0,-1 0 0,0-1 0,1 1 0,-1 0 0,1 0 0,-1-1 0,1 1 0,-1 0 0,1 0 0,-1 0 0,1 0 0,-1-1 0,1 1 0,-1 0 0,1 0 1,-1 0-1,1 0 0,-1 0 0,1 0 0,-1 1 0,1-1 0,-1 0 0,0 0 0,1 0 0,-1 0 0,1 1 0,-1-1 0,1 0 0,-1 0 0,1 1 0,-1-1 0,1 1 0,0 0 1,-1 0-1,1 0 0,-1 1 0,0-1 0,1 0 0,-1 0 0,0 0 0,0 0 0,0 1 0,1-1 0,-1 0 0,-1 1 1,1 4-2,0-1 1,-1 0-1,0 0 1,0 0-1,0-1 1,-3 7 0,-4 1 81,0 0 0,-1-1 0,0 1 1,0-1-1,-1-1 0,-21 16 0,29-24 222,7-3-250,1 0 0,-1 0 1,0 0-1,-1-1 1,1 0-1,0 0 0,0 0 1,-1 0-1,1-1 1,5-4-1,1 0-3,41-28-341,-2-2 0,-1-2 0,-3-2-1,78-87 1,-41 35-201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38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0 126 21677,'241'-2'496,"23"-5"-208,21-3-160,14-8-176,12-1-112,-16 2-144,-13 1-48,-19 2-224,-21 2-1193,-36 1 1161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46.8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1302 19548,'38'-50'776,"14"-10"-248,45-20-352,30-16-15,43-33-105,17-18-24,17-16-32,-8 2-80,-18 15-1129,-15 11-6648,-41 1 6520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51.1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5887 12739,'1'1'284,"0"0"1,1-1 0,-1 1-1,0-1 1,0 0-1,1 1 1,-1-1 0,1 0-1,-1 0 1,0 0-1,1 0 1,-1 0 0,0 0-1,1 0 1,-1 0-1,3-1 1,23-9 387,-18 5-316,48-19 317,70-42-1,51-44-121,-150 92-458,808-545 1250,-162 53-390,-18-26-256,124-100-186,1718-1218-293,-1538 1172-886,-751 534 296,418-281-1994,-377 272-1000,-18 15 881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52.3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0 133 17428,'0'0'1048,"28"13"-440,7-7-384,37-6-224,5-3 0,21-11-16,-1-7 16,-9-2-104,-1-1-24,-19 1-104,-5 6-240,-19 1-5409,-4 5 5137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52.7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 0 11947,'-9'60'368,"2"4"-1377,-3 3 561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52.9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14 711 16996,'-3'-12'260,"0"0"0,0-1 0,1 0 0,1 1 0,0-1 0,0 0 0,2 0 0,0 1 0,0-1 0,1 0 1,5-18-1,6-12-377,36-79 0,-33 86 268,1-2-139,2 0 0,38-57 0,-44 78-9,0-1 0,1 2 0,1 0-1,1 0 1,0 2 0,34-24 0,-42 32-6,0 1 0,1 1-1,0 0 1,0 0 0,10-3 0,-16 7 3,0-1-1,-1 0 1,1 1-1,0-1 1,-1 1-1,1 0 1,0 0-1,0 0 1,-1 0-1,1 1 1,0-1-1,-1 0 1,1 1-1,0 0 1,-1 0-1,1 0 1,-1 0-1,1 0 1,-1 1-1,1-1 1,-1 1-1,0-1 0,3 3 1,-2 1-3,0 0 0,1-1 0,-2 1 0,1 1-1,-1-1 1,1 0 0,-2 0 0,1 1 0,0-1 0,-1 1 0,0 0 0,0-1 0,-1 1-1,0 0 1,0 8 0,-2 9-42,0-1 1,-9 36-1,-4-6-180,-2-1 0,-2-1 1,-2 0-1,-2-2 0,-2-1 0,-3 0 0,-1-2 1,-47 54-1,60-79-35,-1-2 1,-1 0-1,-1-1 1,-31 22-1,-5-7-283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53.9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65 226 12019,'0'0'1425,"7"-6"81,67-64 1904,-32 30-2587,-27 28-702,-1-2 1,19-22 0,-32 35-118,0 0-1,0 0 1,-1 0-1,1 0 0,0 0 1,-1 0-1,1 0 1,0 0-1,-1 0 1,0 0-1,1-1 1,-1 1-1,0 0 1,1 0-1,-1 0 0,0-1 1,0 1-1,0 0 1,0 0-1,0-1 1,0 1-1,-1-2 1,0 2-2,1 0-1,-1 0 1,0 0 0,0 0 0,0 0 0,0 0 0,0 1 0,0-1 0,0 0 0,0 0-1,0 1 1,0-1 0,0 0 0,0 1 0,0-1 0,-1 1 0,-1-1 0,-6-1 8,0 1 0,0-1 1,0 2-1,-12-1 0,20 1-8,-7 0 26,1 1 0,-1-1 1,1 1-1,0 1 0,-1-1 0,1 1 1,0 1-1,0-1 0,0 1 0,0 0 1,0 1-1,1 0 0,-1 0 0,1 0 1,0 1-1,0-1 0,1 1 0,0 1 1,-7 7-1,7-6-20,0 0 0,1 1 0,0 0 1,0 0-1,1 0 0,-1 0 0,2 0 0,-1 1 1,1-1-1,1 1 0,-1-1 0,2 1 0,-1 0 0,1-1 1,0 1-1,2 11 0,-1-16-6,-1 0 0,1 0 0,0 0 0,0 0 0,0 0-1,1 0 1,0-1 0,-1 1 0,1 0 0,0-1 0,1 0 0,-1 1 0,1-1 0,-1 0 0,1 0-1,0 0 1,0 0 0,0-1 0,0 1 0,1-1 0,6 4 0,-3-4-2,0 1 0,0-1 0,1 0 0,-1-1 0,0 0 0,1 0 0,-1-1 0,1 1 0,-1-2-1,0 1 1,10-2 0,14-4-543,-1-2 0,0-1 0,-1-1 0,38-18 0,-2-1-855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54.4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275 1 18772,'-22'7'380,"-1"2"1,2 0-1,-1 2 0,1 0 1,-35 26-1,45-29-411,1 0 0,1 1 0,0 0 0,0 0 0,0 1 1,1 0-1,1 1 0,0 0 0,0 0 0,1 1 0,0-1 0,-5 17 0,11-27 32,0 1 0,0-1 0,0 0 0,0 0 0,0 0 0,0 0 0,0 0 0,0 0 0,0 0 0,0 0 0,0 1 0,1-1 0,-1 0 0,0 0 0,1 0 0,-1 0 0,1 0 0,-1 0 0,1 0 0,0 0 0,-1-1 0,1 1 0,0 0 0,-1 0 0,1 0 0,0-1 0,0 1 0,0 0 0,0-1 0,0 1 0,0-1 0,0 1 0,0-1 0,0 1 0,0-1 0,0 0-1,0 0 1,0 1 0,0-1 0,2 0 0,7 2 6,0-1 0,0 0-1,15-1 1,-19 0-3,16 0-2,0-2 0,0 0 0,0-2 0,0 0-1,-1-2 1,26-9 0,-36 11-23,0 0 0,-1-1-1,0 0 1,0-1 0,0 0 0,0-1 0,-1 0-1,0 0 1,-1-1 0,1 0 0,-2-1-1,1 0 1,8-14 0,-19 32 86,1-1 0,-1 1 1,1-1-1,1 1 0,-2 13 0,0 54-115,3-73 48,0 0-1,0 0 0,1 0 1,0 0-1,-1 0 0,1 0 0,0-1 1,2 4-1,-3-5 0,1 0 0,-1-1-1,0 1 1,0-1 0,1 0 0,-1 1 0,1-1-1,-1 1 1,1-1 0,-1 0 0,0 1 0,1-1-1,-1 0 1,1 1 0,-1-1 0,1 0 0,0 0-1,-1 1 1,1-1 0,-1 0 0,1 0 0,-1 0-1,1 0 1,0 0 0,-1 0 0,1 0 0,-1 0-1,1 0 1,-1 0 0,1 0 0,0 0 0,-1 0-1,1 0 1,-1-1 0,1 1 0,-1 0 0,1 0-1,-1-1 1,1 1 0,-1 0 0,1-1 0,-1 1-1,1-1 1,-1 1 0,0 0 0,1-1 0,-1 1-1,1-1 1,1-2-109,0 1-1,-1-1 1,1 1-1,0-1 1,-1 0 0,0 0-1,1 1 1,-1-1-1,0 0 1,-1 0 0,1 0-1,0 0 1,-1-5-1,6-27-532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54.8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 18900,'0'3'80,"0"0"1,0 0-1,1-1 0,-1 1 1,1 0-1,-1-1 0,1 1 1,0-1-1,0 1 0,0-1 1,0 1-1,0-1 0,1 1 1,-1-1-1,1 0 0,0 0 1,2 3-1,-1-3-43,0 1 0,1-1 0,-1 0 0,1 0 0,-1 0 0,1 0 0,0-1 0,0 1 0,-1-1 0,8 1 0,1 0-41,0-1 0,1 0 0,-1-1 0,0-1 0,1 0-1,21-4 1,100-36-51,-56 14 28,-75 26 31,0 0 1,0 0-1,0 1 1,0-1-1,0 1 1,0 0-1,0 0 1,0 0-1,0 0 1,3 1-1,-5-1-3,-1 0 0,1 0 1,-1 0-1,1 0 0,-1 1 0,1-1 0,-1 0 0,0 0 0,1 1 0,-1-1 0,0 0 0,1 1 0,-1-1 0,0 0 0,1 1 0,-1-1 0,0 1 1,0-1-1,1 0 0,-1 1 0,0-1 0,0 1 0,0-1 0,0 1 0,1 0 0,-1 0-1,0 1 1,-1 0-1,1-1 1,0 1-1,0-1 1,-1 1-1,1-1 1,-1 1-1,1 0 1,-1-1-1,-1 3 0,-6 8-3,1-1 0,-2 0 0,0 0 0,0 0 0,-17 13-1,12-11-3,-24 30-1,34-38 5,1 1-1,-1 0 1,1 0-1,0 0 1,0 1-1,1-1 1,-1 0-1,2 1 1,-3 9-1,2 11-12,-3 14 21,4-40-2,1-1-1,0 1 1,-1 0-1,1 0 1,0-1-1,0 1 1,0 0-1,0 0 1,0-1-1,0 1 1,0 0-1,0 0 1,0 0-1,0-1 1,0 1-1,1 0 1,-1 0-1,0-1 0,0 1 1,1 0-1,-1 0 1,1-1-1,-1 1 1,0-1-1,1 1 1,-1 0-1,1-1 1,-1 1-1,1-1 1,0 1-1,-1-1 1,1 1-1,0-1 1,-1 1-1,1-1 1,0 0-1,-1 1 1,1-1-1,0 0 0,0 0 1,-1 0-1,1 1 1,0-1-1,0 0 1,0 0-1,1 0 1,5 0 13,0 0 0,0 0 0,0-1 0,8-1 0,-13 2-14,57-12 22,-36 7-54,42-5 0,-63 10 21,0 0-1,0 0 0,0 0 1,0 0-1,0 0 1,0 0-1,0 1 0,0-1 1,0 1-1,-1-1 1,4 2-1,-5-2 6,0 0 0,0 1 0,1-1 0,-1 0 0,0 1 0,1-1 0,-1 0 0,0 1 0,0-1 0,1 0 0,-1 1 0,0-1 0,0 0-1,0 1 1,0-1 0,0 0 0,1 1 0,-1-1 0,0 1 0,0-1 0,0 0 0,0 1 0,0 0 0,-7 14-85,-9 4 68,-1-1 0,-1-1 1,-1 0-1,0-2 0,-25 16 1,14-9 25,25-18-52,-90 62 206,82-59-490,1 0-1,-1 0 1,0-2-1,-1 1 1,-26 5 0,35-10-774,-1 0 1,0-1-1,1 0 1,-11 0-1,-13-6-1161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55.8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120 267 19700,'-5'45'189,"-2"-1"0,-2 0-1,-18 52 1,26-94-113,5-5-52,3-2 115,-1-1 0,-1 0 0,1 0 0,6-9 0,-4 4-1037,-1-1-1,0 0 1,-1 0-1,8-22 1,-11 25 411,0 0-1,0 0 1,-1 0 0,0-1 0,-1 1 0,0-1-1,0 1 1,-1-1 0,0 0 0,-1 1-1,0-1 1,0 1 0,-5-14 0,5 19 605,-1 0 1,0 1-1,0-1 1,-1 0-1,1 1 0,-1-1 1,0 1-1,0-1 1,0 1-1,-5-4 1,-38-21 1243,38 25-1022,1-1 0,0 0 0,1 0 0,-1-1-1,1 1 1,-1-2 0,2 1 0,-11-11 0,15 14-297,0 1 1,-1-1-1,1 0 0,0 0 1,0 0-1,0 1 1,0-1-1,1-1 1,-1 1-1,0 0 1,1 0-1,0 0 1,-1 0-1,1 0 0,0 0 1,0 0-1,0-1 1,0 1-1,0 0 1,1 0-1,-1 0 1,1 0-1,-1 0 0,1 0 1,0 0-1,0 0 1,0 0-1,0 0 1,0 0-1,0 0 1,1 1-1,-1-1 0,0 0 1,1 1-1,-1-1 1,4-1-1,1-1-12,0 0-1,0 0 0,0 0 0,0 1 1,1 0-1,-1 1 0,1 0 0,0 0 1,0 0-1,8-1 0,-7 2 1,1 0 1,-1 0-1,1 1 0,0 0 0,-1 1 1,1 0-1,-1 0 0,1 1 1,-1 0-1,0 0 0,1 1 0,-1 0 1,0 1-1,-1-1 0,1 2 0,-1-1 1,1 1-1,-1 0 0,-1 0 1,1 1-1,-1 0 0,0 0 0,0 1 1,-1-1-1,0 1 0,0 0 0,0 1 1,6 13-1,7 25-23,-9-24 0,0-1 0,1-1 0,17 27 0,-19-36-7,11 17-44,-18-27 29,0 1-1,0-1 0,0 0 0,0 1 0,-1-1 0,1 1 1,-1-1-1,1 1 0,-1-1 0,0 1 0,1 0 0,-1-1 1,0 1-1,0 2 0,-1-3 14,1 0 1,-1 0-1,0 0 1,1 0-1,-1-1 1,0 1 0,0 0-1,1 0 1,-1 0-1,0-1 1,0 1-1,0 0 1,0-1-1,0 1 1,0-1-1,0 1 1,0-1-1,0 0 1,0 1-1,-1-1 1,1 0-1,0 0 1,0 0-1,0 0 1,0 1-1,-2-2 1,2 1 19,-1 1 0,1-1 0,-1-1 0,1 1 1,0 0-1,-1 0 0,1 0 0,0-1 0,-1 1 0,1-1 0,0 1 1,-1-1-1,1 1 0,0-1 0,0 0 0,0 1 0,0-1 0,-1 0 1,1 0-1,0 0 0,-1-2 0,1 0-10,-1-1 0,1 0 0,0 0 0,0 0 1,0-1-1,1 1 0,-1 0 0,1 0 0,0 0 0,0 0 0,1-1 0,-1 1 1,1 0-1,1-4 0,2-8-126,2 0 0,8-18 0,-3 10-128,-3 2 0,1 0 0,1 1 0,1 0 0,19-27 0,-29 47 273,0-1 1,0 1 0,0 0 0,0 0 0,1 0-1,-1 0 1,0 0 0,0 0 0,1 0-1,-1 0 1,0 0 0,1 1 0,-1-1 0,3 0-1,-3 1-8,0 0-1,0 0 0,-1 0 1,1 0-1,0 0 0,0 1 0,0-1 1,0 0-1,0 0 0,-1 1 1,1-1-1,0 1 0,0-1 1,-1 1-1,1-1 0,0 1 0,0-1 1,-1 1-1,1 0 0,-1-1 1,1 1-1,-1 0 0,1-1 1,-1 1-1,1 0 0,-1 0 1,1 1-1,3 8-2,0 0 0,-1 0-1,0 1 1,-1-1 0,0 1 0,-1-1 0,0 18 0,5 23 0,-4-37 45,2 0 0,0 0 1,0 0-1,1-1 0,8 15 0,-12-26 233,2-6-68,8-15-45,0 0 1,12-36-1,8-16-177,-26 61-4,5-8 13,21-32 0,-28 46-12,0 0-1,0 0 1,0 1-1,1-1 0,-1 1 1,1 0-1,0 0 1,0 0-1,0 1 1,0-1-1,0 1 0,1 0 1,8-3-1,-11 5 3,1 0 0,-1 0-1,1 0 1,-1 0 0,0 0 0,1 1-1,-1-1 1,0 1 0,1-1 0,-1 1-1,0 0 1,0 0 0,1 0-1,-1 0 1,0 1 0,0-1 0,0 0-1,-1 1 1,1 0 0,0-1 0,0 1-1,-1 0 1,1 0 0,-1 0-1,0 0 1,2 3 0,5 8 34,-1 0 0,0 1 1,4 14-1,-8-20-18,5 11 27,4 13 50,2 0 0,20 34 0,-29-59-89,-1 0-1,1 0 1,0-1 0,0 1-1,0-1 1,1 0 0,0-1-1,1 1 1,-1-1 0,1 0-1,0-1 1,0 0 0,0 0-1,13 5 1,-16-8-207,0 0 0,-1-1 0,1 1 0,0-1 0,0 0 0,0 1 0,0-2 0,0 1 0,0 0 1,0-1-1,-1 0 0,1 0 0,0 0 0,0 0 0,-1-1 0,1 1 0,-1-1 0,1 0 0,-1 0 0,0 0 0,4-4 0,41-31-1920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56.3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 1 13739,'-15'61'1608,"8"4"1545,5-6-6122,7-8-1688,6-21 3417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56.7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51 403 17260,'-1'-13'227,"1"0"0,1 0 0,0 0 0,0 0 0,1 0 0,1 1 0,0-1 0,1 1 0,0-1 1,1 1-1,1 0 0,0 1 0,0-1 0,1 1 0,0 1 0,1-1 0,9-9 0,2 0-263,1 0 0,1 2 0,0 0 0,2 2 0,0 0 0,46-23 0,-58 33 27,0 1-1,0 0 0,1 1 0,16-3 1,-25 6 6,0 1-1,1 0 1,-1-1 0,0 1-1,0 0 1,0 1 0,1-1 0,-1 1-1,5 1 1,-7-2 1,1 1-1,-1 0 1,1-1 0,-1 1-1,1 0 1,-1 0 0,0 0-1,1 0 1,-1 0 0,0 1-1,0-1 1,0 0 0,0 0-1,0 1 1,0-1 0,0 1-1,-1-1 1,1 1-1,0 2 1,0 0 6,0 1 0,0 0-1,-1-1 1,0 1 0,0 0 0,0 0-1,0 0 1,-1-1 0,0 1 0,0 0-1,0-1 1,-1 1 0,1 0 0,-1-1-1,-5 9 1,-3 4 28,-1 1 0,-18 23 0,-2-5 6,-1-1-1,-1-1 1,-2-2-1,-1-1 1,-74 47 0,91-68 50,16-9-12,8-2-50,-5 0-25,34-11 6,0 0 0,43-7 1,-68 17-7,0 0 0,0 1 0,0 0 0,0 1 0,0 0 0,0 0 1,0 1-1,0 0 0,0 1 0,0-1 0,-1 2 0,1 0 0,0 0 0,-1 0 0,9 5 0,-15-6-1,0-1 0,1 1 0,-1 0 0,0-1 0,0 1 0,0 0 0,-1 0 0,1 0 0,0 0 0,-1 1 0,1-1 0,-1 0-1,0 1 1,0-1 0,0 1 0,0-1 0,0 1 0,0 0 0,-1-1 0,1 1 0,-1 0 0,0-1 0,0 1 0,0 0 0,0 0 0,0-1 0,-1 1-1,1 0 1,-1-1 0,0 1 0,0-1 0,0 1 0,0-1 0,0 1 0,-3 4 0,-1 1-1,-1 1 1,0-1-1,0 0 1,-1 0 0,0-1-1,0 1 1,-1-2-1,-12 10 1,6-7-81,-2 1 1,1-2-1,-1 0 1,0 0-1,-1-2 1,1 0-1,-1-1 1,-19 3-1,29-6 33,1-1 0,-1-1 0,0 1 0,0-1 0,0-1 0,1 1-1,-1-1 1,0 0 0,1-1 0,-1 1 0,0-1 0,1-1 0,0 1 0,0-1 0,-1 0-1,2 0 1,-1-1 0,0 0 0,1 0 0,-1 0 0,1-1 0,1 0 0,-1 0 0,-4-6 0,-17-30-698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57.5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74 155 19492,'-1'18'126,"-1"-1"-1,-1 0 1,-1 0 0,0 0-1,-1-1 1,0 1-1,-2-1 1,0 0 0,-1-1-1,-18 29 1,24-42-25,17-14-49,27-23-151,142-131-793,-184 165 891,1 1 1,-1-1-1,1 1 0,-1 0 0,0-1 0,1 1 0,-1-1 0,1 1 1,-1-1-1,0 1 0,1-1 0,-1 1 0,0-1 0,0 0 0,1 1 1,-1-1-1,0 1 0,0-1 0,0 0 0,0 1 0,0-1 1,0 1-1,0-1 0,0 0 0,-1 0 1,1 0 0,-1 0 0,0 0 0,0 0 0,0 0 0,0 0 0,0 0 0,0 1-1,-1-1 1,1 0 0,0 1 0,0-1 0,0 1 0,-1 0 0,1-1 0,0 1 0,0 0 0,-1 0 0,1 0 0,0 0 0,-3 0 0,-36 2 25,28-1-5,6-1-16,-3 1 28,-1-1 1,1 0-1,-15-2 1,23 2-28,1 0-1,-1 0 1,0 0 0,0-1-1,0 1 1,0 0 0,0 0-1,1-1 1,-1 1 0,0-1-1,0 1 1,1-1 0,-1 1-1,0-1 1,1 1 0,-1-1-1,0 0 1,1 1 0,-1-2 0,0 1-2,1 0 1,0 0-1,0 0 1,0 0-1,0 0 1,1 0-1,-1 0 1,0 0-1,0 0 1,0 1-1,1-1 1,-1 0-1,0 0 1,1 0-1,-1 0 1,1 0-1,-1 1 1,1-1-1,0 0 1,-1 0-1,1 1 1,1-2-1,0 0-2,1 0 0,-1 0 1,1 0-1,-1 1 0,1-1 0,-1 1 0,1-1 1,0 1-1,0 0 0,0 0 0,-1 1 0,1-1 1,0 0-1,0 1 0,0 0 0,0 0 0,0 0 1,0 0-1,0 0 0,0 0 0,0 1 0,0-1 1,6 3-1,4 1 6,1 1 1,-1 1-1,21 11 1,5 4 14,-4-3-14,35 25 0,-61-36-9,1 0 1,-1 1-1,-1 0 1,1 0 0,-1 1-1,-1 0 1,0 0 0,6 11-1,-11-18 7,1-6-12,1-4 1,0 0-1,-1 0 1,1 0-1,-2-1 1,1 1-1,-1-1 0,0 0 1,-1 0-1,0 0 1,0 1-1,-1-1 1,0 0-1,-1 0 0,0 0 1,0 0-1,-1 0 1,0 1-1,-1-1 1,0 1-1,0-1 0,-1 1 1,-6-11-1,6 12 1,-13-24 39,17 31-34,-1-1 0,1 0 1,0 0-1,0 1 1,-1-1-1,1 0 0,0 1 1,0-1-1,0 0 0,0 0 1,0 1-1,0-1 1,0 0-1,0 0 0,0 1 1,0-1-1,0 0 0,1 0 1,-1 1-1,0-1 1,0 0-1,1 1 0,-1-1 1,1 0-1,-1 1 0,0-1 1,1 0-1,-1 1 1,1-1-1,-1 1 0,1-1 1,0 1-1,-1-1 1,1 1-1,-1 0 0,1-1 1,1 0-1,3 0-4,0 0 1,0 0-1,0 1 1,0-1-1,0 1 1,0 0-1,0 0 0,0 1 1,0-1-1,0 1 1,-1 0-1,1 1 1,9 3-1,-4-1 4,0 0 0,0 1 0,0 1 0,0 0-1,9 8 1,-13-10 1,-1 1 1,0-1-1,0 1 0,-1 0 0,1 0 0,-1 1 0,0-1 1,-1 1-1,1 0 0,-1 0 0,0 0 0,-1 1 0,1-1 1,-1 1-1,-1-1 0,1 1 0,-1 0 0,0 0 0,-1-1 1,1 1-1,-2 0 0,0 7 0,2-12 12,2-4-2,18-18-13,-1-1 0,0-1 0,-1-1-1,21-34 1,-18 11 16,-14 35-10,-8 11-4,0 0 0,0 0 0,0 0 0,0 0 0,0 0 0,0 1 1,0-1-1,0 0 0,0 0 0,0 0 0,0 0 0,0 0 0,0 0 1,0 0-1,0 0 0,0 0 0,0 0 0,0 0 0,0 0 0,0 0 0,0 0 1,0 0-1,0 0 0,0 0 0,0 1 0,1-1 0,-1 0 0,0 0 1,0 0-1,0 0 0,0 0 0,0 0 0,0 0 0,0 0 0,0 0 0,0 0 1,0 0-1,0 0 0,0 0 0,0 0 0,0 0 0,1 0 0,-1 0 1,0 0-1,0 3 0,0 1-3,1 1 1,0-1-1,0 0 0,0 0 0,0 0 0,1-1 0,-1 1 0,1 0 0,0 0 0,1-1 0,-1 1 0,0-1 0,1 0 1,0 0-1,0 0 0,0 0 0,0 0 0,0-1 0,0 1 0,1-1 0,-1 0 0,1 0 0,0 0 0,0 0 1,0-1-1,7 2 0,-5-1-177,-1-1 1,0 0 0,1 0-1,-1-1 1,1 0 0,6 0-1,-5-1-678,0 0-1,0 0 0,0-1 0,0 0 0,0 0 1,-1-1-1,1 0 0,6-4 0,32-23-1576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58.69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304 0 17972,'-5'15'446,"-1"-1"1,2 1-1,0 0 0,1 0 1,-2 20-1,0 78-375,4-66 75,-22 354 176,37-428-557,-7 16 42,0-1 1,6-15-1,-12 24 169,0 0 0,0 0-1,0 0 1,-1 0 0,1 0-1,-1 0 1,1 1 0,-1-1-1,0 0 1,0 0 0,0 0 0,-1 0-1,1 0 1,-1 0 0,1 0-1,-3-4 1,2 5 15,0 0-1,-1 0 1,1 0 0,-1 0-1,0 0 1,1 1 0,-1-1-1,0 0 1,0 1 0,0-1 0,-1 1-1,1 0 1,0 0 0,0 0-1,-1 0 1,1 0 0,0 0-1,-1 1 1,1-1 0,-1 1-1,1 0 1,-1-1 0,1 1-1,-1 0 1,1 1 0,-4-1 0,-1 1 12,0 0 0,0 0 1,0 1-1,0 0 1,0 0-1,0 1 0,-11 6 1,11-5 22,0 1 0,0 0 0,1 1 0,0-1 1,0 1-1,0 0 0,1 1 0,0 0 0,0-1 0,1 2 0,-4 7 0,-3 8 125,2 1 0,-9 31-1,18-55-149,-2 7 24,0 0-1,1-1 1,-1 1 0,0 14 0,2-20-24,0 0 0,0-1 1,0 1-1,0 0 0,0 0 0,1 0 0,-1 0 1,0 0-1,0 0 0,1 0 0,-1 0 0,0 0 1,1 0-1,-1 0 0,1-1 0,0 1 0,-1 0 1,1 0-1,-1 0 0,1-1 0,0 1 0,0 0 1,-1-1-1,1 1 0,0-1 0,0 1 0,0-1 1,0 1-1,0-1 0,-1 0 0,1 1 0,0-1 1,0 0-1,0 0 0,0 0 0,0 0 0,0 0 1,0 0-1,0 0 0,0 0 0,0 0 0,0 0 1,2-1-1,16-3 7,0-2 1,0 0-1,-1-1 1,0-1-1,27-16 1,-4 4 2,269-116 10,-271 120-46,-34 14 22,0 0-1,0-1 1,0 1-1,0-1 1,8-6-1,-13 8 6,1 1-1,0-1 1,0 0-1,-1 0 1,1 0-1,0 0 1,-1 0-1,1 0 0,-1 0 1,1 0-1,-1 0 1,0 0-1,1 0 1,-1 0-1,0-1 1,0 1-1,0 0 1,0 0-1,0 0 1,0 0-1,0 0 1,0-1-1,0 1 1,0 0-1,-1 0 1,1 0-1,0 0 1,-1 0-1,1 0 1,-1 0-1,1 0 1,-1 0-1,0-1 1,0 1 0,1 0 0,-1 0 0,0 0 0,1 0 0,-1 0 0,0 1 1,0-1-1,1 0 0,-1 0 0,0 1 0,0-1 0,0 0 0,0 1 0,0-1 0,0 1 0,0-1 1,0 1-1,0 0 0,0-1 0,0 1 0,0 0 0,0 0 0,0 0 0,-2 0 0,1 0 9,0 0 0,0 1-1,-1 0 1,1-1-1,0 1 1,0 0-1,0 0 1,0 0-1,0 0 1,0 1 0,-2 1-1,-3 2 36,0 1 0,1 1 0,0 0 0,-11 13 0,10-8-13,-1 0 0,-6 15 0,13-25-32,0 1 0,-1 0 1,1 0-1,0 0 0,1 0 1,-1 0-1,0 0 0,1 0 1,0 1-1,0-1 0,0 0 1,0 0-1,0 0 1,1 0-1,-1 0 0,2 3 1,-2-5-3,1 0 1,-1 0 0,1 0 0,-1 0 0,1 0 0,0 0-1,0 0 1,-1 0 0,1-1 0,0 1 0,0 0-1,0-1 1,0 1 0,0-1 0,0 1 0,0-1 0,0 1-1,0-1 1,0 1 0,0-1 0,2 0 0,0 1-1,1-1 0,-1 0 0,1 0-1,0 0 1,-1 0 0,7-2 0,1 0-3,0-2 0,0 1 0,17-9 0,-17 6 6,-1 0 1,1-1 0,-1-1 0,0 1 0,-1-2 0,0 1 0,0-1 0,14-19 0,-2-4 1,28-54 0,-49 85-4,16-25-9,-15 24-3,-2 17-73,1-15 84,-1 8-5,0 0 0,0 0 1,-1-1-1,0 1 0,0-1 0,-1 1 0,0-1 0,-4 8 0,-1-1 0,8-14 7,0 0 0,0 0 1,0 0-1,0 1 0,-1-1 0,1 0 1,0 0-1,0 0 0,0 1 1,0-1-1,0 0 0,-1 0 0,1 1 1,0-1-1,0 0 0,0 0 0,0 1 1,0-1-1,0 0 0,0 1 1,0-1-1,0 0 0,0 0 0,0 1 1,0-1-1,0 0 0,0 0 0,0 1 1,1-1-1,-1 0 0,0 0 1,0 1-1,0-1 0,0 0 0,0 0 1,1 0-1,-1 1 0,0-1 0,0 0 1,0 0-1,0 0 0,1 1 1,-1-1-1,0 0 0,0 0 0,1 0 1,-1 0-1,3 0-3,1-1 1,-1 1-1,0-1 1,0 0-1,0 0 1,0 0-1,0-1 1,0 1-1,-1-1 1,1 1-1,0-1 1,-1 0-1,1 0 1,4-5 0,2-4-7,0 0 1,10-15 0,8-11-1,-22 31 7,26-29 0,-28 33 1,0-1 0,0 1 0,0 0 0,0-1 0,0 1 0,0 0 0,0 1 0,1-1 0,4-1 1,-7 3-2,-1 0 1,1 0 0,-1 0 0,1 0 0,-1 0 0,1 0 0,-1 0 0,1 0 0,-1 0 0,1 1 0,0-1-1,-1 0 1,1 0 0,-1 1 0,0-1 0,1 0 0,-1 0 0,1 1 0,-1-1 0,1 1 0,-1-1 0,0 0 0,1 1-1,-1-1 1,0 1 0,1-1 0,-1 1 0,0-1 0,0 1 0,1-1 0,-1 1 0,0-1 0,0 1 0,0-1 0,0 1-1,4 24-3,-3-19 4,-1-3 0,7 24-6,-7-26 6,0-1 0,1 1 0,-1 0 0,0 0 1,1-1-1,-1 1 0,1 0 0,-1-1 0,1 1 0,0-1 0,-1 1 0,1-1 1,0 1-1,-1-1 0,1 1 0,0-1 0,0 1 0,-1-1 0,1 0 1,0 0-1,0 1 0,0-1 0,-1 0 0,1 0 0,0 0 0,0 0 1,0 0-1,-1 0 0,1 0 0,0 0 0,1 0 0,6-2 0,0-1 0,0 0-1,0 0 1,0-1 0,-1 1 0,1-2-1,-1 1 1,0-1 0,11-9 0,55-60 8,-64 65-3,2-5-2,-8 10-4,0 0 1,1-1-1,-1 1 1,1 1-1,0-1 1,0 1-1,1-1 1,5-2 0,-9 4-3,2 2-2,1 6 5,-2-1 0,-1 0 0,1 0 1,-1 0-1,0 0 0,0 0 1,0 0-1,-1 1 1,0 7-1,-7 47 1,2-27-4,-20 185 1,-25 157 33,34-291 15,-5 0-1,-37 99 1,44-146 57,-2-1 0,-2 0 0,-1-1 0,-2-1 0,-1-2 1,-2 0-1,-29 31 0,40-49 25,-1-1 1,-1-1-1,1-1 1,-2 0-1,0-1 1,0 0-1,-1-1 1,0-1-1,0-1 1,-1-1-1,1 0 1,-26 4-1,21-6-52,-1-2 0,1 0 0,0-2 0,0 0 0,-1-2 0,1 0 0,0-2 0,0 0 0,1-1 0,-23-9 0,21 5-318,0 0 1,0-1 0,1-2-1,1 0 1,0-1 0,0-1-1,1-1 1,1-1 0,1-1 0,0 0-1,1-1 1,1-1 0,1-1-1,1 0 1,0-1 0,-14-32-1,18 30-1162,1-1 0,1-1-1,-8-40 1,4-80-1607,11 138 2922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59.0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1 492 11514,'84'-6'1153,"21"-9"3008,29-6-2089,25-21-1544,0-7-176,14-12-240,-3-4-64,-6 0-48,2 2-128,-39 8-2328,-13 6 1592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0:12.6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0 7826,'-1'6'1668,"0"10"-905,1 0 0,0 0 1,1 0-1,1 0 0,4 18 0,-1-15-559,1-1 0,0 0 0,1 0 0,11 19-1,-9-20-217,1-1 1,1 0-1,0-1 0,1 0 0,1-1 0,0 0 0,1-1 0,0-1 0,1 0 0,25 15 0,63 26 81,29 19-865,-116-61 111,-5-4-130,-1 0-1,1 0 1,1-1-1,-1-1 1,17 7 0,-2-8-991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0:13.0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0 506 10738,'10'2'180,"0"1"-1,0 0 1,-1 0-1,18 9 1,7 3-128,13 0 235,1-1 0,1-3 0,0-2 0,0-2 0,1-2 0,0-3 0,67-4 0,-101 1 52,-1-1-1,1 0 0,0-1 1,-1 0-1,0-2 0,0 0 0,28-13 1,-36 14-189,1 0 0,-1-1 0,0 0 0,-1-1 0,1 1 0,-1-1 0,0 0 0,0-1 0,-1 0 0,0 0 0,0 0 0,-1 0 0,0-1 0,0 1 0,5-17 0,-2-5-106,-1 0 0,-1 0 1,1-57-1,-2 23-1040,10-84-8816,-9 80 7305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0:14.5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1085 834 9818,'-24'-46'1353,"-3"1"-1,-1 2 1,-2 0-1,-2 2 1,-57-56-1,38 49-1242,-3 2 0,-2 3 0,-1 2 0,-2 3 0,-100-47 0,112 64-101,-54-14 0,-19-7-103,113 39-9,0-1 0,-1 0 0,2-1-1,-1 1 1,0-1 0,1 0 0,0-1 0,0 0-1,-6-8 1,15 17-759,0 0 1,0-1-1,0 1 0,0-1 0,0 0 0,6 2 1,36 15-557,-31-14 1421,0-1-1,0-1 0,0 0 0,29 2 0,-42-5 462,-17-3 2131,-27-3-1736,40 6-780,-1 0 0,0 1 0,1-1 0,-1 1 0,1 0 0,0 0 0,-1 0 0,1 1 0,0-1 0,-1 1 0,1-1 0,-5 5 0,-26 25 189,21-17-87,1 1 0,1 0 1,0 1-1,1 1 0,-16 33 0,21-37-84,0 0 0,1 0 0,1 1 0,0-1 0,0 1 0,2 0 1,0 0-1,1 27 0,4-8-10,2-1 0,1 1 0,12 30 1,-15-49-69,-4-12-14,0-1 0,1 1 0,-1 0 0,1-1 0,-1 1 0,1-1 0,0 1 0,0-1 0,0 1 0,-1-1 0,1 0 0,0 1 0,1-1 0,-1 0 0,0 0 0,0 0 0,2 2 0,-1-3-1,-1 0 0,0-1 1,0 1-1,0 0 0,0 0 0,0-1 0,0 1 1,0 0-1,0-1 0,0 1 0,0-1 0,0 1 1,0-1-1,0 0 0,0 1 0,-1-1 0,1 0 1,0 0-1,0 1 0,-1-1 0,1 0 1,0 0-1,-1 0 0,1 0 0,-1 0 0,0 0 1,1-2-1,5-6 5,-1-1-1,-1 0 1,0-1 0,0 1 0,-1-1 0,0 0-1,-1 0 1,-1 0 0,1 0 0,-2 0 0,0-12-1,-2-17 15,-14-70-1,-1-5 36,16 102-57,1 3-7,0-1 0,-1 1 0,-1 0 0,0 0-1,0-1 1,-1 1 0,-6-17 0,8 26 8,0 1-1,1-1 1,-1 0 0,1 0-1,-1 0 1,1 0 0,0 0-1,-1 0 1,1 0 0,0 0-1,0 0 1,0 0 0,0 0-1,0-1 1,0 1 0,0 0-1,0 0 1,0 0 0,0 0-1,1 0 1,-1 0 0,0 0-1,1 0 1,-1 0 0,1 0-1,-1 0 1,1 1 0,-1-1-1,1 0 1,0 0 0,-1 0 0,1 0-1,0 1 1,1-2 0,3-1-1,0 0 0,0 0 0,0 1 0,0 0 0,9-2 0,-8 1-2,30-8 1,0 0 0,0 3 0,1 1 0,0 1 0,1 2 0,-1 2 0,1 1 0,-1 2 0,1 2 0,-1 1 0,49 13 0,5 11-383,108 48 1,29 10-4569,-213-81 4468,0 0-1,1-2 1,-1 0 0,1 0-1,0-1 1,24-1 0,-32-2 216,0 0 0,0-1 0,-1 1 0,1-2 0,0 1 0,-1-1 0,0 0 0,0-1 0,0 1 0,0-1 0,0-1 0,-1 1 0,0-1 0,0 0 0,11-12 0,55-78-961,-68 89 1184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13.6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14507,'0'4'200,"1"0"0,-1 0 0,1 0 0,-1-1 0,1 1 0,0 0 0,0 0 0,1-1 0,-1 1 0,1-1 0,0 1 0,4 5 0,4 12 190,5 13 23,-2 1-1,-1 1 1,12 68 0,3 132 235,-14 0-330,-5 50-125,-16 469-227,0 22-1921,57-3-4915,10-350 3385,-32-229 2347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14.3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0 572 19276,'636'-27'1454,"46"-52"-896,-139 14-423,1 23-129,210 41-24,0 37 28,320 5 146,815-110-37,-4-101-90,-1117 82-12,30-2-2680,-590 73 1604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14.8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507 0 21797,'-20'34'512,"-7"4"0,-4 21-504,-2 1-32,-15 13-112,-7-1-24,-14-7-144,1-8-80,7-18-208,12-8-1777,4-17 1217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15.0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20700,'66'40'649,"13"1"-265,19 13-224,-9 2-160,-9 1-88,-15-4-376,-25-13-1833,2-10 1081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15.3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22565,'0'23'632,"3"14"-96,2 6-456,4 22-512,-7-2-240,0 2-993,-2-8 481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16.3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249 23 10146,'-25'-12'1304,"1"3"4762,1 7-4610,7 11-1000,4 7-112,2 19-176,-3 10 0,-1 25-24,-1 16-32,-6 13-48,3 6-72,-3-16-424,2-12-888,2-37 648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16.6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19236,'30'22'720,"-2"1"-288,10 9-248,-6 6-128,-3 4-16,-1 3-24,4 1-16,-1-8-32,2-8-40,1-11-184,-1-5-128,-9-5-192,-1-4-16,-7-1-40,-2-4-56,-4 0-1801,1-2 1649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17.2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0 141 9978,'0'0'2595,"3"-4"-1296,6-6-683,0 1 0,1-1-1,0 2 1,1-1-1,0 1 1,13-7 0,1 1 316,52-22 1,-68 33-872,1-1 0,0 2-1,0-1 1,0 1 0,1 1 0,11-1-1,-19 2-62,-1 0-1,0 0 0,1 0 0,-1 0 0,0 0 0,1 0 1,-1 1-1,0-1 0,0 1 0,1 0 0,-1 0 0,0 0 1,0 0-1,0 0 0,0 0 0,0 0 0,0 1 0,0-1 1,-1 1-1,1-1 0,0 1 0,-1 0 0,1-1 1,-1 1-1,0 0 0,1 0 0,-1 0 0,0 0 0,0 0 1,0 1-1,-1-1 0,2 4 0,-1 3-51,0 0 0,-1 0 0,0 0 0,-1 0 0,0 0 0,0-1 0,-1 1 0,0 0 0,0 0 0,-5 8 0,-5 13-130,-22 38-1,32-64 178,-49 82-51,44-76 211,0-1 0,0 0 0,-1 0-1,0-1 1,0 0 0,-15 10-1,22-17 222,9-14 51,6 1-414,1 0 0,1 0 0,0 2 0,29-16 0,-8 6-124,115-58-3343,-99 55 2050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22.9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119 2331 9234,'0'0'1587,"-5"-7"-264,-25-43-1212,28 47 37,-3-7 763,4 0-309,-8-23 1563,-16-33 1,19 49-1847,1 0 1,1 0 0,0 0-1,1-1 1,0-28 0,-6-30 130,5 47-234,1-1 1,2 0-1,1 0 0,6-43 0,-2 35-146,-4-71-1,0 88 88,0 1-1,0-1 0,6-26 1,-5 35-131,-1 0 0,-1 1 0,0-1 0,-4-20 1,-2-26 42,9 39-4,0 1 0,0-1 0,2 1-1,0 0 1,10-24 0,-9 29-43,1 1 1,0 0-1,16-20 0,-14 20-15,0 0 0,13-26 0,-16 27 21,-1 0 0,0 0 0,0 0 0,-1-1 0,0 0 1,-1 1-1,1-20 0,-3 25-23,2-1 0,-1 1 0,1 0 0,0 0 0,0 0 0,0 1 0,1-1 0,0 0 0,0 1 0,4-6 0,8-15-7,-8 12-3,1 2 0,0-1 0,1 1 0,0 0 0,0 1 0,2 0 0,-1 1 0,1 0 0,1 0 0,-1 2 0,15-9 0,-8 5-17,0 0-1,16-15 0,-24 17 19,1 1-1,1 1 1,-1 0-1,1 0 1,1 1-1,-1 0 1,22-7-1,2 6-28,-21 5-16,-1 0 0,17-7 0,-12 2-15,0 1 0,0 2 0,1 0-1,0 1 1,0 0 0,38 0 0,-44 4 62,174-5-136,-169 4 105,-1 1 0,0 1 0,1 1 0,-1 0 0,22 6 0,-4 2 12,56 23 1,-81-27 1,0-1 0,0 2 0,0-1-1,-1 1 1,0 1 0,0 0 0,-1 1 0,0-1 0,9 13-1,6 10-114,31 56-1,-25-38 89,14 20-39,6 7-112,73 152-1,-103-184 193,1-1 0,3 0-1,44 60 1,-39-62-18,-2 1-1,-1 1 1,-2 1 0,29 78 0,-45-101 13,2-1-1,0 0 1,1 0-1,25 32 1,-12-23-56,1-1 0,31 27 0,-50-50 55,1 0 0,0-1 0,0 1 0,0-1 0,1 0 0,-1-1 0,1 0 0,0 0 0,0-1 0,0 0 0,0 0 0,12 0-1,-14-1-25,14 4-258,-1 1 0,37 15 0,-40-13 105,0-2 0,1 0 0,0-1 0,27 5 0,17-7-2489,106-6 0,-43-1 1904,-98 4 1029,0 0 0,0-3 0,0 0 0,0-1 0,44-14 0,70-33-38,31-10-216,-157 57 4,68-21 28,-1-3 0,78-39 0,-77 25 204,-2-3 0,122-93 1,-171 113 57,-1-1 0,-1-1 0,-2-2 1,0 0-1,-2-2 0,-2-1 0,-1-1 1,33-64-1,108-313-262,-66 62-344,-91 319 324,-2 13 233,0 1 0,1-1 0,1 1 1,0 0-1,1 0 0,0 1 0,1 0 1,15-19-1,0 2-197,2 2 1,1 0 0,1 2-1,1 0 1,2 2-1,46-30 1,-30 28-88,1 2 1,1 2-1,70-22 0,-102 40 37,0 2-1,1 0 1,-1 0 0,31 1-1,66 8 86,-11 0-10,-58-6-60,73 10-1,-98-7-10,-1 1 1,0 0-1,-1 2 0,1 0 1,-1 1-1,28 15 1,-18-4-15,0 1 0,46 42 0,41 55-129,-93-94 72,-1 2 5,-2 0 0,0 2-1,18 33 1,16 25-31,1-10 81,-23-35-6,-1 1-1,-3 2 1,26 53-1,-33-52 24,2-2 0,1 0 0,2-2 0,2 0 0,48 54 0,-56-73-8,336 342-34,-328-340 51,0-1 0,2-1 0,0-1 0,1-2 0,1-1 0,1-1 0,0-1 0,55 15 0,-30-13 55,0-3 1,1-1 0,0-4-1,0-2 1,1-2 0,0-3-1,80-9 1,73-24-9,-166 22-44,-1-2 0,73-30 0,185-108 68,-192 92-87,-104 55-44,115-64 90,-105 57-569,-1-1 0,0-1 0,0 0-1,-2-1 1,16-17 0,1-7-1015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26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1 18972,'-17'12'207,"1"2"-1,0 0 1,2 1 0,-1 1-1,2 0 1,-13 19 0,21-27-203,0 0 1,1 0 0,0 0 0,0 0 0,1 1-1,0-1 1,1 1 0,0 0 0,0 0 0,1 0 0,0 0-1,0 0 1,1 0 0,0 0 0,1 0 0,2 14-1,-2-20-4,0-1 1,0 1-1,0 0 0,0 0 0,0 0 0,1-1 0,-1 1 0,1-1 0,0 1 0,-1-1 1,1 0-1,0 0 0,1 0 0,-1 0 0,0 0 0,0 0 0,1 0 0,-1-1 1,1 1-1,0-1 0,-1 0 0,1 0 0,0 0 0,0 0 0,0 0 0,0-1 0,0 1 1,0-1-1,0 0 0,0 1 0,0-2 0,0 1 0,4-1 0,3 0 1,1-1-1,-1 0 1,0 0-1,0-1 1,0-1-1,0 0 0,0 0 1,11-8-1,-4 1-1,0-2 0,-1 0-1,0-1 1,26-30-1,45-70 1,-84 110 3,1-1-3,0-1 1,-1 1-1,1-1 0,2-6 0,-6 11 2,1 0-1,-1 1 1,0-1 0,0 0-1,1 1 1,-1-1 0,0 0-1,0 0 1,0 1 0,0-1-1,0 0 1,0 0 0,0 1-1,0-1 1,0 0-1,0 0 1,0 1 0,0-1-1,0 0 1,-1 0 0,1 1-1,0-1 1,-1 0 0,1 1-1,0-1 1,-1 0-1,1 1 1,-1-1 0,1 1-1,-1-1 1,1 1 0,-1-1-1,0 1 1,1-1 0,-1 1-1,1-1 1,-1 1 0,0 0-1,1-1 1,-1 1-1,0 0 1,0 0 0,1 0-1,-2-1 1,-4 1 0,0-1 0,0 1 0,0 0-1,0 0 1,0 1 0,1 0 0,-1 0 0,0 0 0,0 1-1,0-1 1,1 2 0,-1-1 0,-9 6 0,-6 4-6,-38 30-1,49-36-130,0 1 0,1 0 0,0 1 0,1 0-1,0 1 1,0-1 0,1 2 0,-10 14 0,13-3-339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27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156 178 20628,'-5'0'105,"0"1"0,0-1 0,1 1 0,-1 0 0,0 0 0,1 0 0,-1 0 0,1 1 0,-1 0 0,-6 4 0,9-5-107,0 0 1,0 1-1,0-1 0,0 1 1,0 0-1,0 0 0,1-1 1,-1 1-1,1 0 0,0 0 1,-1 1-1,1-1 0,0 0 1,0 0-1,0 1 0,0-1 1,1 0-1,-1 1 0,1-1 1,-1 1-1,1-1 0,0 3 1,-1 40-145,0-43 129,4-6 18,89-161 121,-89 160-123,0-1-1,-1 0 1,1 1 0,-1-1 0,-1 0 0,1 0 0,-1-1 0,0 1 0,0 0 0,0 0 0,-1-8 0,0 12-1,-1 0 1,1 0 0,0 0-1,-1 0 1,0 1 0,1-1-1,-1 0 1,0 0-1,0 0 1,0 1 0,0-1-1,0 1 1,0-1 0,0 1-1,-3-3 1,1 2 0,1 1 1,0-1-1,-1 1 1,1 0-1,-1 0 1,1 0-1,-1 0 1,1 1-1,-1-1 1,0 1-1,1-1 1,-1 1-1,0 0 0,-3 0 1,0 1 25,0 0-1,0 0 1,0 0 0,0 1-1,0 0 1,1 0 0,-1 1-1,1-1 1,-1 1 0,1 0-1,0 0 1,0 1 0,1 0-1,-1 0 1,1 0 0,-1 0-1,1 1 1,-6 8 0,8-9-142,-1 1 0,1-1 0,-1 0 0,1 1 0,1-1 0,-1 1 0,1 0 0,-1 0 0,1 0 0,0 6 0,1-7-321,0 0-1,0 0 1,0 0 0,1 0-1,0-1 1,0 1-1,0 0 1,0 0 0,0-1-1,1 1 1,-1-1 0,1 1-1,0-1 1,3 4-1,20 21-2163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27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69 20820,'-5'1'49,"1"0"-1,-1 1 0,1-1 1,-1 1-1,1 0 0,0 0 1,0 0-1,0 1 0,0-1 0,0 1 1,0 0-1,1 0 0,-1 0 1,1 1-1,0-1 0,0 1 1,0 0-1,1 0 0,-1 0 0,1 0 1,0 0-1,0 1 0,1-1 1,-1 1-1,1-1 0,0 1 1,0-1-1,0 1 0,1 0 0,-1-1 1,1 7-1,0 1-81,-1 0 1,2 0-1,0 0 0,0 0 1,1-1-1,0 1 0,1 0 1,0-1-1,10 21 0,-13-31 28,1 0 0,0 0 0,0 1 0,-1-1 0,1 0 0,0 0 0,0 0 0,0 0 0,0 0 0,0 0-1,0-1 1,0 1 0,0 0 0,1-1 0,-1 1 0,0 0 0,0-1 0,1 1 0,-1-1 0,0 0 0,0 1 0,3-1-1,-2 0 5,0 0 0,0-1 0,0 1 0,0-1 0,0 0 0,0 1 0,0-1 0,0 0 0,0 0 0,-1 0 0,1 0 0,0-1 0,1-1 0,5-4 20,0-1-1,-1-1 1,0 1 0,6-13 0,5-4 55,-1-2 0,-1-1 0,-2 0 0,-1 0 0,14-46 0,-26 71-73,0 0-1,0 0 1,-1 0 0,1 0-1,-1-1 1,0 1 0,0 0-1,0 0 1,0-1 0,-1 1-1,1 0 1,-2-4-1,1 5 0,0 1 0,0 0 0,0 0 0,0 0 0,0 0 0,0 0 0,0 0 0,0 0 0,-1 0 0,1 0 0,0 1 0,-1-1 0,1 0 0,0 1 0,-1-1 0,1 1-1,-1 0 1,1-1 0,-1 1 0,1 0 0,-1 0 0,1 0 0,-1 0 0,1 0 0,-1 0 0,1 1 0,-1-1 0,-1 1 0,-11 1-72,1 1 1,-1 0 0,1 1-1,0 1 1,-25 12-1,-59 40-1617,69-40 842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28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175 123 20636,'0'0'637,"-2"4"-271,-1 10-360,0 1 0,1-1-1,0 1 1,2 0 0,-1 0-1,2-1 1,0 1 0,1 0-1,0-1 1,1 1 0,6 17-1,-8-31-6,-1 0-1,0 0 0,1 0 1,-1 0-1,1 0 0,-1 0 1,1 0-1,-1-1 1,1 1-1,-1 0 0,1 0 1,0-1-1,0 1 0,-1 0 1,3 0-1,-3-1 2,0 0 0,1 0 0,-1 0 1,0 0-1,1 0 0,-1 0 0,0 0 0,1 0 0,-1 0 1,0 0-1,1 0 0,-1 0 0,0-1 0,1 1 0,-1 0 1,0 0-1,1 0 0,-1-1 0,0 1 0,0 0 0,1 0 1,-1-1-1,0 1 0,0 0 0,0-1 0,1 1 0,-1 0 1,0-1-1,11-33 52,-10 28-41,27-77 76,-20 65-81,-2 0-1,0 0 0,-1 0 1,0-1-1,-2 1 1,2-24-1,-5 40-7,0 0 1,0 0-1,0-1 0,0 1 1,0 0-1,-1 0 1,1 0-1,-1 0 0,1 0 1,-1 0-1,0 0 0,0 0 1,0 0-1,0 0 0,0 1 1,0-1-1,-1 0 0,1 1 1,0-1-1,-1 1 1,0-1-1,1 1 0,-1 0 1,0-1-1,1 1 0,-1 0 1,0 0-1,0 0 0,0 1 1,0-1-1,0 0 1,0 1-1,0-1 0,-3 0 1,-1 1-6,0 0 1,1 0-1,-1 0 1,0 1-1,1 0 1,-1 0-1,1 0 1,-1 1-1,1-1 1,0 1 0,-1 1-1,-6 3 1,-5 5-208,0 2 0,1 0 0,0 1 0,1 0 1,1 1-1,0 1 0,1 0 0,-15 23 0,24-28-2162,9-5 643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28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 21245,'-4'6'45,"2"0"0,-1 1 0,1-1 0,-1 1 0,2 0 0,-1 0 0,1 0 0,0 0 0,1 0 0,-1 0 0,2 0 0,-1 0 1,2 8-1,2 8-96,2 1 1,13 34-1,3 9 45,-3 5 6,-18-70 8,7-19 18,-1 6-17,52-164 56,-58 169-71,1-1 0,-1 1-1,0 0 1,-1-1 0,0 1 0,0 0 0,0-1 0,-1 1 0,-1-10-1,1 14 4,0 0-1,1 0 0,-1 1 0,0-1 0,0 0 1,0 1-1,0-1 0,0 0 0,0 1 0,0-1 1,-1 1-1,1 0 0,0-1 0,-1 1 0,1 0 1,-1 0-1,0 0 0,1 0 0,-1 0 0,0 0 1,0 0-1,1 1 0,-1-1 0,0 1 0,0-1 1,0 1-1,0 0 0,0 0 0,0-1 0,0 1 1,0 1-1,0-1 0,0 0 0,-3 1 0,-4 1 7,1 1 0,-1-1 0,1 1 0,-1 1 0,1 0 0,0 0 0,1 1 0,-1-1 0,1 2 0,0-1 0,0 1 0,-6 7 0,5-5-97,0 0 0,1 0 0,0 1 0,1 0 0,0 1 0,0-1 0,1 1 0,0 0 0,-4 14 0,9-12-2453,10-8 615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28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79 135 21589,'-9'17'112,"0"0"0,1 1 0,1 0 0,0 0 0,2 1 0,0-1 0,1 1 0,1 0 0,0 1 0,1 30 0,2-48-142,0 0 1,0 0-1,0 1 0,0-1 1,0 0-1,1 0 0,-1 0 1,1 0-1,-1 0 0,1 0 1,0 0-1,0 0 0,0 0 1,0 0-1,0 0 0,0-1 1,0 1-1,1 0 0,2 2 1,-3-3 8,1-1 1,0 1-1,-1-1 1,1 1-1,-1-1 1,1 0 0,0 0-1,-1 0 1,1 0-1,0 0 1,-1 0-1,1 0 1,0 0-1,-1-1 1,1 1-1,-1 0 1,1-1-1,-1 0 1,1 1 0,-1-1-1,1 0 1,-1 0-1,1 0 1,-1 0-1,0 0 1,2-1-1,7-6-10,-1-1 0,0 1 1,0-1-1,-1-1 0,13-19 0,30-58 57,-37 62-20,-2 4 14,27-54 80,-37 69-78,1-1 0,-1 1 0,0 0 1,0-1-1,-1 0 0,0 1 0,0-1 0,-1 0 0,0-11 0,-1 16-15,1 0 0,-1-1 0,1 1 0,-1 0 0,0 0 0,0 0 0,0 0 0,0 0 0,-1 0 0,1 1 0,0-1 0,-1 0 0,0 1 0,1-1 0,-1 1 0,0-1 0,1 1 0,-1 0 0,0-1 0,0 1 0,0 0 0,0 0 0,0 1 0,0-1 0,-1 0 0,1 1 0,0-1 0,0 1 0,-1 0 0,-2 0-1,-5-1-5,0 1 0,0 0 0,0 1 0,0 0 0,-14 4 0,13-3-145,0 1 1,1 0-1,0 1 1,-1 0-1,1 1 1,1 0-1,-1 1 1,1 0-1,0 0 1,0 1-1,1 0 1,-10 11-1,7 3-479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29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467 198 21549,'-21'-1'214,"13"1"-178,0-1 0,0 1-1,0 1 1,-13 1 0,19-1-53,0-1 1,0 1 0,0 0 0,0-1 0,0 1 0,0 0 0,1 0-1,-1 0 1,0 1 0,1-1 0,-1 0 0,0 0 0,1 1-1,0-1 1,-1 1 0,1 0 0,0-1 0,0 1 0,0 0 0,0 0-1,0 0 1,0-1 0,-1 4 0,-9 47-137,11-50 253,3-5 9,4-6-85,0 0 0,-1-1 0,0 0-1,-1 0 1,0-1 0,0 0 0,-1 1 0,-1-1 0,0-1 0,0 1 0,-1 0-1,1-17 1,-3 22-28,0 0 0,0-1 0,-1 1-1,1 0 1,-1-1 0,-1 1-1,1 0 1,-1 0 0,0 0 0,-5-10-1,4 12 1,1 0 0,0 1-1,-1 0 1,0-1 0,0 1-1,0 0 1,0 1 0,0-1-1,-1 0 1,1 1 0,-1 0-1,0 0 1,0 0 0,0 0-1,0 1 1,0-1 0,-6 0-1,3 0 1,0 1 0,0 0 0,0 0 0,0 1-1,0 0 1,0 0 0,0 1 0,0 0 0,0 0-1,0 0 1,0 1 0,0 0 0,0 1 0,1-1-1,-1 1 1,-7 5 0,-4 5-65,0 0 0,2 1 0,-30 30 0,25-23-1165,-27 23 0,16-23-182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29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559 36 19460,'-6'-2'168,"0"0"0,1 0 0,-1 0 0,0 0 0,0 1 0,-11-1 1,15 2-151,0 0 0,0 0 0,0 0 0,1 1 0,-1-1 0,0 0 1,1 1-1,-1 0 0,0-1 0,1 1 0,-1 0 0,0 0 0,1 0 1,-1 0-1,1 0 0,0 0 0,-1 0 0,1 0 0,0 1 0,0-1 1,0 1-1,0-1 0,0 1 0,0-1 0,0 1 0,0-1 0,0 3 1,-6 13-7,1 0 1,-5 28-1,9-38-9,1 0-1,0 1 1,0-1-1,1 1 1,0-1-1,1 1 1,0-1-1,2 13 1,-3-20-3,0 1 0,0 0 0,1 0 0,-1 0 0,0 0 0,1 0 0,-1 0 0,0-1 0,1 1 0,-1 0 0,1 0 0,-1-1 0,1 1 0,-1 0 0,1-1 0,0 1 0,-1 0 0,1-1 0,0 1 0,0-1 0,-1 1 0,1-1 0,0 1 0,0-1 0,0 0 0,-1 1 0,1-1 0,0 0 0,0 0 0,0 0 0,0 0 0,0 1 0,0-1 0,0 0 0,0-1 0,-1 1 0,1 0 0,2 0 0,-1-1 3,1 0 0,-1 0 0,0-1 0,0 1 1,1 0-1,-1-1 0,0 0 0,0 1 0,-1-1 0,1 0 1,0 0-1,2-3 0,-1 1 15,-1 0 1,1 0-1,-1-1 0,1 1 1,-1-1-1,-1 1 0,1-1 1,-1 0-1,0 0 0,0 0 1,0 0-1,0 0 0,-1 0 1,0 0-1,0 0 0,0 0 1,-1 0-1,0 0 0,0 0 1,0 1-1,0-1 0,-1 0 1,0 0-1,0 1 0,0-1 1,0 1-1,-1 0 0,0 0 1,0 0-1,0 0 0,0 0 1,-1 0-1,1 1 0,-1 0 1,0-1-1,0 1 0,0 1 1,-1-1-1,-6-3 0,-4 0-11,0 1-1,-1 1 0,0 0 0,0 0 0,0 2 1,0 0-1,0 1 0,0 0 0,0 1 0,-1 1 1,1 1-1,0 0 0,-26 8 0,30-7-31,0 1-1,0 0 0,0 1 1,1 0-1,-1 1 0,1 0 1,0 1-1,1 0 0,0 1 1,0 0-1,1 1 1,0-1-1,0 2 0,1-1 1,0 1-1,1 1 0,-12 21 1,16-27-53,1 0 0,0 1 0,1-1 0,-3 10 0,5 18-237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30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 20468,'2'51'643,"1"95"-236,-4-124-376,-1 1 0,-2-1 0,0 0 0,-11 33 0,6-33 110,4-9 160,8-20 606,19-33-739,2 1 0,53-67 0,-2 4-97,-72 98-69,-1 0 0,1-1 0,-1 1-1,0 0 1,0-1 0,-1 1 0,3-7 0,-4 10-3,0 0 1,0 1-1,0-1 1,0 0-1,0 1 1,0-1-1,0 0 1,0 0-1,-1 1 1,1-1-1,0 0 1,0 1-1,0-1 1,-1 0-1,1 1 1,0-1-1,-1 0 1,1 1-1,-1-1 0,0 0 1,0 0-2,0 0 1,0 1-1,0-1 0,-1 1 1,1-1-1,0 1 0,0 0 1,0-1-1,-1 1 1,1 0-1,0 0 0,0 0 1,-1 0-1,1 0 0,0 0 1,-2 0-1,-7 2 0,1-1 0,-1 1 1,1 1-1,-1 0 0,1 0 0,0 1 0,0 0 1,1 0-1,-1 1 0,1 0 0,-12 10 0,10-7-43,1 1 0,0 0 0,1 0 0,0 0 0,0 1 0,1 0 0,1 1 0,-9 17 0,7-2-498,7-25 514,1-1-1,0 0 1,0 1-1,0-1 1,0 0 0,0 1-1,0-1 1,0 1-1,0-1 1,0 0-1,0 1 1,1-1 0,-1 0-1,0 1 1,0-1-1,0 0 1,0 1-1,0-1 1,1 0 0,-1 1-1,0-1 1,0 0-1,1 1 1,-1-1 0,0 0-1,0 0 1,1 1-1,-1-1 1,0 0-1,1 0 1,-1 0 0,0 1-1,1-1 1,-1 0-1,0 0 1,1 0 0,-1 0-1,0 0 1,1 0-1,-1 0 1,1 0-1,-1 0 1,0 0 0,1 0-1,-1 0 1,0 0-1,1 0 1,-1 0 0,1 0-1,-1 0 1,0 0-1,1-1 1,-1 1-1,0 0 1,1 0 0,-1 0-1,0-1 1,0 1-1,1 0 1,-1-1-1,23-13-2471,9-14 590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30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88 21525,'-16'13'204,"2"1"0,-1 0 0,2 1-1,0 0 1,-17 28 0,24-33-179,1 1 0,0 0 0,0 0 0,1 0 1,1 0-1,0 1 0,1-1 0,0 1 0,0 0 0,1 22 0,1-26-31,1 0 1,-1 0 0,2 0 0,-1 0 0,1 0 0,1-1 0,4 13-1,-6-18-1,0 0-1,0 0 1,0 0-1,0 0 1,0 0-1,1 0 1,-1 0-1,1 0 1,-1-1-1,1 1 1,0-1-1,-1 1 0,1-1 1,0 0-1,0 0 1,0 0-1,0 0 1,0 0-1,0 0 1,1 0-1,-1-1 1,0 1-1,0-1 1,0 1-1,1-1 1,-1 0-1,0 0 0,1 0 1,-1 0-1,4-1 1,1-1-12,1-1 1,-1 0-1,0 0 1,0 0-1,-1-1 1,1 0-1,-1-1 1,0 1-1,0-1 1,0 0-1,-1-1 1,6-7-1,9-11-12,26-41 0,-44 62 30,15-23-5,-1-2 1,18-42-1,-30 60 13,0-1 0,0 0-1,-1 0 1,-1 0 0,0 0 0,0 0-1,-1 0 1,-1 0 0,0 0-1,-1-17 1,0 26-3,1 0 1,0-1-1,-1 1 0,0 0 0,1 0 0,-1 0 1,0 0-1,0 0 0,0 0 0,0 0 0,0 0 1,-1 0-1,1 1 0,0-1 0,-1 0 0,0 1 1,-2-3-1,3 3 0,-1 1-1,0-1 1,1 0-1,-1 1 1,0-1 0,0 1-1,0-1 1,1 1 0,-1 0-1,0 0 1,0 0 0,0 0-1,0 0 1,1 0 0,-1 1-1,-3 0 1,-1 1-4,-1 1-1,1-1 1,0 1 0,0 1 0,1-1-1,-1 1 1,1 0 0,-1 0-1,1 1 1,-4 4 0,-78 98-478,40-48-396,45-56-451,3-7-2253,3-18 1199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30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67 110 17516,'-1'-1'128,"0"0"1,0 1-1,-1-1 1,1 1 0,-1-1-1,1 1 1,0 0-1,-1 0 1,1-1-1,-1 1 1,1 0 0,0 0-1,-1 0 1,1 0-1,-1 1 1,1-1-1,0 0 1,-1 1 0,1-1-1,0 1 1,-1-1-1,1 1 1,0 0-1,-1-1 1,1 1 0,0 0-1,0 0 1,-2 1-1,1 2-71,-1 0-1,1 0 0,0 0 0,0 1 0,1-1 1,-1 1-1,-1 8 0,1-5-47,0 1-1,0-1 1,1 1-1,0-1 1,0 1-1,1 0 1,0-1-1,1 1 1,1 10-1,-2-18-8,1 0 0,-1 0 1,1 0-1,-1 1 0,1-1 0,-1 0 0,1 0 0,0 0 0,-1 0 0,1 0 0,0 0 0,0 0 0,0 0 0,0 0 1,-1-1-1,1 1 0,1 0 0,-1-1 0,0 1 0,0 0 0,0-1 0,2 1 0,0 0 1,-1-1 0,1 1 0,0-1-1,0 0 1,-1 0 0,1 0 0,0 0-1,0-1 1,5 0 0,4-3 1,0 0 0,-1-1 1,18-9-1,-5 1 2,-1-2 0,-1 0 0,0-2 0,23-22 0,-6 0 1,37-48 1,-62 69-4,-14 18-1,0 0-1,0 0 0,0 0 0,0 0 1,0 0-1,0 0 0,0 0 0,-1 0 1,1 0-1,0 0 0,0-1 0,0 1 1,0 0-1,0 0 0,0 0 0,0 0 1,0 0-1,0 0 0,0 0 0,0 0 1,0 0-1,-1 0 0,1 0 0,0 0 0,0-1 1,0 1-1,0 0 0,0 0 0,0 0 1,0 0-1,0 0 0,0 0 0,0 0 1,0 0-1,0 0 0,0-1 0,0 1 1,0 0-1,0 0 0,0 0 0,0 0 1,0 0-1,0 0 0,0 0 0,0 0 1,1 0-1,-1-1 0,0 1 0,0 0 1,0 0-1,0 0 0,0 0 0,0 0 1,0 0-1,0 0 0,-4 0 2,-8 0-1,0 1 0,1 0 0,-1 0 0,0 1 0,0 1 0,1 0 0,0 1-1,0 0 1,0 1 0,-19 10 0,1 2-49,1 1 0,-45 37 0,66-49-251,0 0 0,1 0 0,0 1 0,0 0 0,-8 11 0,9-1-592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31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27 20348,'-11'2'44,"1"0"0,-1 1 0,1 1 0,0 0 0,0 0 0,0 1 0,1 0 0,0 0 0,0 1 0,0 1 0,0 0 0,1 0 0,0 0-1,1 1 1,0 0 0,0 1 0,-6 9 0,4-6-43,-22 30 4,-34 61 0,59-85 7,6-18-12,0 0 1,0 0-1,0 0 0,0 0 0,0 1 0,0-1 0,0 0 1,0 0-1,0 0 0,0 0 0,0 0 0,0 1 0,0-1 1,0 0-1,1 0 0,-1 0 0,0 0 0,0 0 1,0 1-1,0-1 0,0 0 0,0 0 0,0 0 0,1 0 1,-1 0-1,0 0 0,0 0 0,0 0 0,0 1 1,0-1-1,1 0 0,-1 0 0,0 0 0,0 0 0,0 0 1,0 0-1,0 0 0,1 0 0,-1 0 0,0 0 0,0 0 1,0 0-1,0 0 0,1 0 0,-1 0 0,2-1 2,1 0-1,-1 0 0,0-1 0,0 1 1,0 0-1,0-1 0,0 1 1,0-1-1,-1 0 0,3-2 1,131-170 614,-131 168-589,0 0 0,-1 0 1,0-1-1,1 1 0,-2-1 0,1 0 1,-1 0-1,0 0 0,1-11 1,-3 16-25,0 0 1,0 0-1,0 0 1,0 0-1,0 0 1,0 0-1,-1 1 1,1-1-1,-1 0 1,1 0-1,-1 0 1,0 0-1,0 1 1,0-1-1,0 0 1,-2-1-1,2 1-1,-1 1-1,0-1 0,0 1 1,0 0-1,0 0 1,0 0-1,0 0 0,0 0 1,0 0-1,0 1 0,0-1 1,0 1-1,-1-1 1,1 1-1,0 0 0,0 0 1,-4 0-1,0 0 0,-1 1 0,1 0 0,-1 0 0,1 1 0,-1 0 0,1 0 0,0 0 0,0 1 0,0 0 0,0 0 0,0 1 0,-7 5 0,3-1-46,0 1 1,1 0-1,0 0 0,0 0 1,-11 18-1,18-25-191,1 1 0,-1-1 0,0 1 0,1 0 0,-1-1 0,1 1 0,0 0 0,0 0 0,0 0 0,0 0 0,0 0 0,1 0 0,0 1 0,-1-1 0,1 0 0,0 0-1,1 5 1,10 24-2239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31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93 147 19916,'-8'11'69,"0"0"-1,1 0 0,0 1 0,1 0 1,0 0-1,1 1 0,-8 26 1,7-21-25,3-8-46,-16 49 4,18-55 9,0 0 1,0 0-1,1 0 0,-1 1 0,1-1 0,0 0 1,0 0-1,0 0 0,1 0 0,-1 0 1,2 5-1,-2-8-6,1-1 1,-1 0-1,0 1 0,1-1 1,-1 1-1,0-1 1,1 0-1,-1 1 1,0-1-1,1 0 1,-1 0-1,0 1 0,1-1 1,-1 0-1,1 0 1,-1 1-1,1-1 1,-1 0-1,1 0 0,-1 0 1,1 0-1,-1 0 1,1 0-1,-1 0 1,1 0-1,-1 0 0,1 0 1,-1 0-1,0 0 1,1 0-1,0 0 1,18-8 145,9-11-98,-1-2-1,-1-1 1,0-1 0,28-33-1,-34 35-45,1 0-11,0-1 1,-2-1 0,-1 0-1,-1-1 1,22-40 0,-38 61 7,0 1 0,1-1 0,-1 0 0,-1 1 0,1-1 0,0 0 0,-1 0 0,1 0 1,-1 1-1,0-1 0,0 0 0,0 0 0,0 0 0,-1-3 0,0 4 5,1 1 1,-1-1-1,0 1 0,0 0 0,0 0 1,0-1-1,0 1 0,0 0 0,-1 0 0,1 0 1,0 0-1,0 0 0,-1 0 0,1 0 1,0 1-1,-1-1 0,1 0 0,-1 1 0,1-1 1,-1 1-1,0 0 0,1-1 0,-1 1 0,1 0 1,-4 0-1,-2 0 27,0 0 0,0 0 0,-1 1 0,1 0 0,0 0 0,0 0 0,0 1 0,0 0 0,0 1 0,0 0 0,1 0 0,-1 0 0,1 1 0,0 0 0,0 0 0,0 0 0,-5 6 0,2-1-74,0 0 0,1 0 0,0 0 0,1 1 0,0 0 0,1 1 0,-1 0 0,2 0 0,-6 15 0,10-22-243,-1 0 0,1 0 0,0 0 0,1 0 0,-1 0 0,1 0 0,-1 0 0,1 0 0,1 0 0,-1 5 0,8 4-1538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32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268 116 20948,'-4'2'29,"0"1"0,0 0 0,0-1 0,1 2 0,0-1 0,-1 0-1,1 0 1,0 1 0,1 0 0,-1 0 0,1-1 0,-1 2 0,1-1-1,0 0 1,1 0 0,-1 0 0,1 1 0,-2 6 0,0 5-31,1-1-1,0 1 1,1-1 0,1 20 0,0-33 7,0 1-1,0-1 1,0 0 0,0 0 0,1 0 0,-1 0-1,1 0 1,-1 0 0,1 0 0,0-1-1,0 1 1,0 0 0,0 0 0,2 3-1,-2-5-3,0 1-1,0-1 0,0 1 0,0 0 1,0-1-1,0 0 0,0 1 0,0-1 1,0 0-1,0 1 0,1-1 0,-1 0 1,0 0-1,0 0 0,0 0 0,0 0 1,0 0-1,1 0 0,-1 0 0,0-1 1,0 1-1,0 0 0,0-1 0,0 1 1,0-1-1,0 1 0,0-1 0,1 0 1,9-5-4,-1-1 1,1 0 0,-2-1-1,1 0 1,-1 0 0,9-11-1,47-61 4,-60 72-1,2 1 3,-2-2 1,1 1-1,-1-1 1,0 0-1,-1 0 1,5-16-1,-8 22 3,0 1 0,-1-1-1,1 1 1,-1-1-1,1 0 1,-1 1-1,0-1 1,0 0 0,-1 1-1,1-1 1,0 1-1,-1-1 1,0 0-1,1 1 1,-1-1 0,0 1-1,0-1 1,-1 1-1,1 0 1,0-1-1,-1 1 1,1 0 0,-1 0-1,0 0 1,0 0-1,0 0 1,0 1-1,0-1 1,-3-2 0,-1 1 7,0 0 0,0 0 0,0 1 0,-1 0 1,1 0-1,-1 0 0,1 1 0,-1 0 1,0 0-1,1 1 0,-1 0 0,0 0 0,1 0 1,-1 1-1,0 0 0,-12 3 0,5 0-10,0 1 1,1 1-1,-1 0 0,1 0 0,0 1 0,-19 14 0,7 1-229,1 0 0,1 2-1,-40 51 1,32-32-1342,30-39 1423,-1 0 0,0 0 0,1 0 0,0 0 1,0 0-1,-1 4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32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6 147 16780,'-1'2'186,"1"-1"0,-1 1 0,0-1 0,1 1 0,-1 0 0,1 0 0,-1-1 0,1 1 0,0 0 1,0-1-1,0 1 0,0 0 0,0 0 0,0-1 0,0 1 0,1 0 0,-1 0 0,2 2 0,13 33-420,-11-30 240,0 2-124,1 0 0,0-1-1,0 1 1,1-1 0,0-1 0,0 1 0,11 9 0,-13-14 92,0 0 1,0 0-1,0 0 1,1-1-1,-1 1 1,0-1 0,1-1-1,0 1 1,0 0-1,-1-1 1,1 0-1,0 0 1,0-1 0,0 1-1,0-1 1,9-1-1,-4-1 161,1 0-1,-1-1 1,0-1-1,0 1 1,0-2 0,-1 1-1,1-1 1,-1-1-1,0 0 1,-1 0-1,0-1 1,0 0-1,0 0 1,-1-1-1,1 1 1,-2-2-1,8-11 1,-10 14 10,0 0 1,-1 0 0,0-1-1,0 1 1,0-1 0,-1 0-1,0 0 1,-1 0-1,1 0 1,-1 0 0,0-13-1,-1 15-120,-1 0 0,0 0 1,0 0-1,0 0 0,-1 0 0,1 0 0,-1 0 0,0 0 0,-1 1 0,1-1 1,-1 1-1,0 0 0,0-1 0,0 1 0,0 1 0,-1-1 0,-7-5 0,6 4-96,-1 1-1,0 0 1,0 1-1,-1-1 1,1 1-1,-1 1 1,1-1-1,-1 1 0,0 0 1,0 0-1,0 1 1,0 0-1,0 1 1,0-1-1,0 1 1,0 0-1,0 1 1,0 0-1,0 0 1,0 1-1,0-1 0,0 2 1,0-1-1,1 1 1,-1 0-1,1 0 1,0 0-1,0 1 1,0 0-1,0 1 1,1-1-1,-1 1 1,1 0-1,1 0 1,-1 1-1,1-1 0,0 1 1,-5 8-1,-2 12-600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33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474 104 15939,'-5'-1'589,"-1"0"-1,1 1 0,-1 0 0,1 0 0,-1 0 0,1 0 1,-9 2-1,11-1-458,-1 0 0,1 1 0,0-1 1,0 1-1,0-1 0,0 1 0,1 0 0,-1 0 0,0 1 1,1-1-1,0 0 0,-1 1 0,-2 3 0,-3 5-112,1 1-1,0 0 1,1 0-1,0 0 1,-7 24-1,-14 69-141,21-77 75,1-9 4,2-10 3,1 0 0,0 1 1,0 0-1,0-1 0,2 1 0,-1 0 1,1 0-1,2 15 0,-2-24 40,0-1 0,0 0 0,0 1 0,0-1 0,0 0 0,0 1 0,1-1 0,-1 0 1,0 1-1,0-1 0,0 0 0,0 0 0,1 1 0,-1-1 0,0 0 0,0 1 0,1-1 0,-1 0 0,0 0 0,0 0 0,1 1 0,-1-1 0,0 0 0,1 0 0,-1 0 1,0 0-1,1 1 0,-1-1 0,0 0 0,1 0 0,-1 0 0,1 0 0,10-7 37,6-14 150,6-16 372,32-68 0,-47 86-547,0 0 0,-2 0 0,0-1 0,-2 1 0,5-40 0,-8 51-57,-1 1 1,0-1 0,-1 0 0,1 1 0,-2-1 0,1 1-1,-1-1 1,0 1 0,0 0 0,-4-8 0,3 10 14,0 0 1,0 0 0,0 1-1,0-1 1,-1 1 0,0 0-1,0 0 1,0 1 0,0-1 0,-1 1-1,1 0 1,-1 0 0,0 0-1,-8-3 1,4 3 23,0 0 0,0 1-1,0 0 1,0 0 0,-1 1-1,1 0 1,0 1 0,-1 0 0,1 1-1,0-1 1,-1 2 0,1-1 0,0 2-1,0-1 1,0 1 0,0 0-1,1 1 1,-13 7 0,-7 5-779,1 1-1,1 2 1,-46 42 0,52-43-721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33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93 118 21453,'-5'2'59,"0"1"0,0 0 0,1-1 0,-1 1 0,1 1 0,0-1 0,0 1 1,0-1-1,1 1 0,-1 0 0,1 0 0,0 1 0,0-1 0,0 1 0,1 0 0,0-1 1,0 1-1,0 0 0,0 0 0,-1 8 0,-2 12-175,1-1-1,1 1 1,1 29 0,1-22-12,-1-4-15,0-11 60,1 0 1,1 0-1,0 0 0,1 0 1,5 25-1,-6-40 81,1-1-1,-1 1 1,0-1 0,1 1 0,0-1-1,-1 0 1,1 1 0,0-1 0,-1 0-1,1 0 1,0 1 0,0-1 0,0 0-1,0 0 1,0 0 0,0 0 0,1 0-1,1 1 1,-2-2 4,0 0 1,0 1-1,0-1 1,0 0-1,0 0 0,0 0 1,0 0-1,0 0 1,0 0-1,0 0 0,1-1 1,-1 1-1,0 0 0,0-1 1,0 1-1,0 0 1,0-1-1,0 1 0,1-2 1,4-2 35,0-1-1,0 0 1,-1 0 0,1-1 0,6-9 0,10-13 133,-1-1 1,-2 0-1,-1-1 0,19-45 1,-29 56-179,-1 0 0,-1 0 0,0 0 1,-2-1-1,0 0 0,-1 0 1,-1 0-1,-1-1 0,-2-21 0,0 36-29,0 0-1,0 0 1,0 1-1,-1-1 0,0 1 1,0-1-1,0 1 0,-1 0 1,1 0-1,-5-5 0,6 7 13,-1 1-1,1 0 1,-1 0-1,0 0 1,0 1-1,0-1 1,0 0-1,0 1 0,-1-1 1,1 1-1,0-1 1,-1 1-1,1 0 1,-1 0-1,1 0 1,-1 1-1,1-1 1,-1 1-1,0-1 0,1 1 1,-1 0-1,0 0 1,-4 0-1,5 1-1,-1-1 0,1 1-1,0 0 1,-1 0-1,1 0 1,0 0 0,-1 0-1,1 1 1,0-1 0,0 1-1,0-1 1,0 1 0,0 0-1,0 0 1,1 0-1,-1 0 1,1 0 0,-1 0-1,1 0 1,-2 4 0,-1 3-390,0 1 1,0 0 0,-4 20-1,-3 47-4084,7 13 1903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34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0 22189,'-9'22'24,"1"-1"1,1 1 0,1 1-1,-4 25 1,-4 90-762,4-28 428,-18 78-285,28-186 592,-1-1-1,1 1 0,0 0 0,0-1 0,0 1 0,0 0 0,0-1 1,0 1-1,0 0 0,1-1 0,0 3 0,-1-3 7,0-1 1,0 0-1,1 0 0,-1 0 1,0 0-1,0 0 0,1 0 0,-1 0 1,0 1-1,0-1 0,1 0 0,-1 0 1,0 0-1,0 0 0,1 0 1,-1 0-1,0 0 0,0 0 0,1 0 1,-1-1-1,0 1 0,0 0 0,1 0 1,-1 0-1,0 0 0,0 0 1,1 0-1,-1 0 0,0-1 0,0 1 1,1 0-1,-1 0 0,0 0 0,0-1 1,0 1-1,0 0 0,1 0 1,-1-1-1,24-33 490,7-25 426,43-122 0,-61 147-831,-7 17-80,0-1 1,-1 0 0,6-33-1,-11 46-35,1-1-1,-1 1 1,-1-1-1,1 1 1,-1-1-1,1 1 0,-4-10 1,3 13-4,0-1 0,0 0 0,0 1 0,-1-1 0,1 1 0,-1-1 1,0 1-1,0 0 0,0 0 0,0 0 0,0 0 0,0 0 0,0 0 0,0 0 0,-5-2 0,4 3 7,1 0 1,-1 0-1,1 0 0,-1 0 0,1 1 0,-1-1 0,0 1 0,1-1 0,-1 1 0,0 0 0,0 0 0,1 0 0,-1 0 0,0 1 0,-3 0 0,1 1 4,0 0 1,0 0 0,0 0 0,0 0 0,0 1 0,1 0-1,-6 4 1,-3 4 3,2 0 0,-1 1-1,2 0 1,-13 17 0,2 2-488,1 0 0,-19 41 0,1 25-5559,12-13 3097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34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0 21621,'-21'44'277,"-45"99"-289,56-117-132,0 0-1,2 1 1,-6 41 0,13-64 118,1-1 0,0 0 0,0 1 1,0-1-1,1 1 0,-1-1 0,2 7 1,-2-10 27,1 1 0,-1-1 0,0 1 0,0-1-1,0 0 1,0 1 0,1-1 0,-1 1 0,0-1 0,0 1 0,1-1 0,-1 0 0,0 1 0,1-1 0,-1 0 0,0 1 0,1-1 0,-1 0 0,1 1-1,-1-1 1,0 0 0,1 0 0,-1 1 0,1-1 0,-1 0 0,1 0 0,-1 0 0,1 0 0,-1 0 0,1 0 0,-1 0 0,1 0 0,-1 0 0,1 0 0,-1 0-1,1 0 1,-1 0 0,0 0 0,1 0 0,-1 0 0,1 0 0,-1-1 0,1 1 0,-1 0 0,1 0 0,-1-1 0,0 1 0,1 0 0,-1-1 0,1 1-1,-1 0 1,0-1 0,0 1 0,1 0 0,-1-1 0,5-6 113,0 1 0,-1 0 1,1-1-1,-2 0 0,1 0 0,4-12 0,-3 6 49,4-7-22,-1 0 0,-1 0 0,6-28 0,-12 43-171,0 0 0,0 0 1,0-1-1,-1 1 0,1-1 0,-1 1 0,-1-1 0,1 1 0,-1 0 1,0-1-1,0 1 0,-1 0 0,1 0 0,-1-1 0,0 1 0,-1 1 0,1-1 1,-5-6-1,5 9 6,0 0 1,1 0-1,-1 0 0,0 0 1,0 1-1,-1-1 0,1 1 1,0-1-1,0 1 1,-1 0-1,1 0 0,-1 0 1,1 0-1,-1 1 1,1-1-1,-1 1 0,1-1 1,-1 1-1,0 0 0,1 0 1,-1 0-1,0 0 1,1 0-1,-1 1 0,1-1 1,-1 1-1,1 0 1,-1 0-1,1 0 0,-1 0 1,1 0-1,0 0 0,-1 1 1,-3 2-1,-5 5-61,1-1-1,0 1 1,0 1-1,1 0 0,-12 15 1,-50 74-2710,56-77 207,-6 3 237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34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210 144 19916,'0'-1'102,"0"0"-1,0 0 0,0 0 1,-1 0-1,1 0 0,0 0 1,-1 0-1,1 0 0,0 0 1,-1 0-1,1 0 0,-1 0 1,0 0-1,1 0 0,-2-1 1,1 2-90,0 0 1,1-1-1,-1 1 1,0 0-1,1 0 1,-1 0-1,0 0 1,1 0-1,-1 0 1,0 0-1,1 1 1,-1-1-1,0 0 1,1 0-1,-1 0 1,1 1-1,-1-1 1,0 0-1,1 1 1,-1-1-1,1 0 1,-1 1-1,1-1 0,-2 1 1,-3 4-6,1-1-1,-1 1 1,1 0 0,0 0 0,0 0-1,0 0 1,1 1 0,0-1-1,0 1 1,0 0 0,0 0-1,-1 8 1,1-4-8,0 1 1,1 0-1,0 0 0,1 0 0,0 0 0,1 16 0,0-25 1,0 1-1,1-1 0,-1 0 0,1 1 0,-1-1 1,1 1-1,0-1 0,0 0 0,0 0 0,0 0 0,0 1 1,0-1-1,1 0 0,-1 0 0,1 0 0,2 2 1,-3-3-1,1 0 1,-1-1 0,0 1 0,1 0 0,-1-1 0,0 1-1,1-1 1,-1 0 0,1 1 0,-1-1 0,1 0 0,-1 0-1,1 0 1,-1 0 0,1 0 0,-1 0 0,1-1-1,-1 1 1,0 0 0,1-1 0,-1 1 0,1-1 0,-1 1-1,0-1 1,1 0 0,-1 1 0,2-3 0,6-4 7,0 0 1,0-1-1,-1 0 1,0 0-1,0-1 1,-1 0-1,9-14 1,3-9-18,16-34 1,-31 57-17,0-1 0,0 1 0,0-1 0,-1 0 0,-1 0 0,3-19 0,-5 26 21,0 0 0,0 0-1,0 1 1,0-1 0,0 0-1,-1 0 1,1 1 0,-1-1-1,0 0 1,0 1 0,0-1-1,0 1 1,0-1 0,-1 1-1,1 0 1,-1-1 0,1 1-1,-1 0 1,0 0 0,0 0-1,0 0 1,0 0 0,0 1 0,0-1-1,-1 0 1,1 1 0,0 0-1,-1 0 1,1 0 0,-4-1-1,-1 0 9,0 1 0,1 0 0,-1 0 0,0 0 0,0 1 0,0 0 0,0 1 0,0 0 0,0 0 0,0 0 0,1 1 0,-1 0 0,0 0 0,1 1 0,-1-1 0,1 1 0,-6 5 0,-8 4-284,1 0 1,0 2-1,-28 27 1,13-6-3211,7-5 1094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35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187 128 20812,'-6'19'107,"0"0"-1,1 0 0,2 1 0,-1-1 1,1 22-1,3-31-190,0-1-1,0 1 1,1-1 0,1 1 0,0-1 0,0 1-1,1-1 1,0 0 0,0 0 0,1 0-1,0-1 1,8 12 0,-10-17 23,1 0 1,-1 0-1,1 0 0,0 0 0,0-1 1,0 1-1,0-1 0,0 0 0,1 0 1,-1 0-1,6 3 0,-7-5 68,-1 1-1,1-1 0,0 1 0,-1-1 1,1 1-1,0-1 0,0 0 0,-1 0 1,1 0-1,0 0 0,0 0 0,0 0 1,-1 0-1,1-1 0,0 1 0,0-1 1,-1 1-1,1-1 0,0 0 0,-1 1 1,1-1-1,-1 0 0,1 0 1,-1 0-1,1 0 0,-1-1 0,1 0 1,3-4 137,-1 1 1,-1-1-1,1 0 1,-1-1-1,0 1 1,0-1-1,1-6 1,14-54 494,-14 49-563,-1 5-61,0-1 0,-1 1 1,0-1-1,-2 1 0,1-1 0,-2 1 1,1-1-1,-4-15 0,2 22-55,0 0 0,0 0 0,0 0 0,-1 1 0,0-1 0,0 1 0,-1-1 0,0 1 0,0 0 0,0 1 0,-1-1 0,0 1 0,0 0 0,0 0 0,-1 0 0,-11-7 0,9 7-79,0 1-1,0 0 1,0 0 0,-1 1-1,1 0 1,-19-4 0,23 7 1,-1-1 0,0 1 0,0-1 0,1 1 0,-1 1 0,0-1 0,0 1 0,1-1 0,-1 1 0,0 1 0,1-1 0,-1 1 0,1 0 0,0 0 0,-6 3 0,-5 7-1479,1 0 0,0 0 1,-17 21-1,-5 9 51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35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3 15627,'-2'-1'191,"0"1"0,1 0 0,-1-1 0,0 1-1,1 0 1,-1 0 0,0 0 0,1 0 0,-1 0-1,0 0 1,1 1 0,-1-1 0,1 1 0,-1-1-1,0 1 1,1-1 0,-1 1 0,1 0 0,-1 0-1,1 0 1,0 0 0,-1 0 0,1 0 0,0 0-1,0 0 1,0 0 0,0 1 0,-1 0 0,-3 6-202,0 0 1,1 0-1,0 0 1,-4 11-1,-3 6 430,-18 34-159,-3-2-1,-52 69 1,82-124-248,11-10 16,62-96-21,-37 51-27,-31 49 18,-1 0 1,1-1-1,-1 1 1,0-1-1,0 1 1,0-1 0,-1 1-1,2-11 1,-3 13 2,0 0 1,0 0-1,0 0 1,0 0-1,0 0 1,0-1-1,-1 1 1,1 0-1,-1 0 1,0 0-1,0 0 1,0 0-1,1 0 1,-2 0-1,1 0 1,0 1-1,0-1 1,-1 0-1,1 1 1,-1-1-1,1 1 1,-4-3-1,2 2-2,0 0-1,0 0 1,0 0 0,0 1-1,0-1 1,0 1 0,-1 0-1,1 0 1,0 0-1,-1 0 1,1 0 0,-1 1-1,1 0 1,-1 0 0,1 0-1,-6 0 1,-1 2-207,0 1 1,1 0 0,-1 0-1,-12 7 1,3-3-315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39.0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36 128 16444,'-1'0'66,"1"0"0,-1-1 1,0 1-1,0 0 0,1 0 1,-1 0-1,0 0 1,0 0-1,1 0 0,-1 1 1,0-1-1,1 0 1,-1 0-1,0 1 0,0-1 1,1 0-1,-1 0 1,0 1-1,1-1 0,-1 1 1,1-1-1,-1 1 1,1-1-1,-1 1 0,0-1 1,1 1-1,0-1 1,-1 1-1,1 0 0,-1-1 1,1 1-1,0 0 0,-1-1 1,1 1-1,0 0 1,0 0-1,0-1 0,0 1 1,-1 1-1,-6 38 36,6-32 136,-2 14 78,1 1 1,1-1-1,4 43 0,-2-56-286,0 0 1,1-1-1,0 1 0,0-1 0,1 0 0,0 0 1,0 0-1,1 0 0,0 0 0,1 0 1,-1-1-1,2 0 0,5 6 0,-9-10-29,0-1-1,0 0 1,1 0-1,-1 0 1,1-1 0,0 1-1,-1 0 1,1-1-1,0 0 1,0 0-1,0 0 1,0 0 0,0 0-1,0 0 1,0-1-1,1 0 1,-1 1 0,0-1-1,0 0 1,0-1-1,0 1 1,0 0-1,0-1 1,0 0 0,0 0-1,0 0 1,0 0-1,0 0 1,0-1-1,0 1 1,0-1 0,-1 1-1,4-4 1,4-3-1,-1 0 0,0 0 1,-1-1-1,0 0 1,0 0-1,-1-1 0,8-14 1,2-6 20,-1 0 1,18-52-1,-28 63-1,-1 0 1,0 0-1,-2 0 0,0 0 1,-1-1-1,0-20 1,-2 36-18,-1 1 1,1-1 0,0 1-1,-1-1 1,0 1 0,0 0 0,0-1-1,0 1 1,0 0 0,-1 0 0,1 0-1,-4-5 1,3 6-3,1 1 0,-1-1 0,1 1 0,-1-1 0,0 1 0,1 0 0,-1 0 0,0 0 0,0 0 0,0 0 0,0 0 0,0 1 0,0-1 0,0 1 0,0-1 0,0 1 0,0 0 0,0-1 0,0 1 1,0 0-1,0 1 0,-4-1 0,1 1 9,1 1 1,-1-1-1,0 1 1,1-1 0,0 1-1,-1 1 1,1-1 0,0 1-1,0-1 1,0 1 0,1 0-1,-1 0 1,1 1-1,-4 4 1,-16 25-1607,8 3-4477,10-13 3556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39.4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141 121 16876,'-3'-4'275,"1"1"-44,-1 1-1,1-1 0,-1 0 0,1 1 1,-1 0-1,0-1 0,-5-1 1,7 3-207,0 1 1,0 0-1,0 0 1,0 0-1,0-1 1,0 1-1,0 0 1,0 0 0,0 0-1,0 1 1,0-1-1,0 0 1,1 0-1,-1 0 1,0 1-1,0-1 1,0 1-1,0-1 1,0 0 0,0 1-1,0 0 1,1-1-1,-1 1 1,0-1-1,0 1 1,1 0-1,-1 0 1,0-1 0,1 1-1,-1 0 1,1 0-1,-1 0 1,0 1-1,-8 15 25,1 1-1,0 0 0,1 0 1,-6 30-1,1-8-6,3-15-5,6-20-18,0 1 0,1-1-1,0 1 1,0 0 0,1 0 0,0 0 0,0 0 0,0 0 0,1 0-1,0 9 1,0-15-14,0 1 1,0-1-1,0 0 0,0 0 0,0 1 0,0-1 0,0 0 0,1 0 0,-1 1 1,0-1-1,0 0 0,0 0 0,0 0 0,1 1 0,-1-1 0,0 0 1,0 0-1,1 0 0,-1 0 0,0 1 0,0-1 0,0 0 0,1 0 0,-1 0 1,0 0-1,1 0 0,-1 0 0,0 0 0,0 0 0,1 0 0,-1 0 0,0 0 1,0 0-1,1 0 0,-1 0 0,0 0 0,1 0 0,-1 0 0,0 0 0,0 0 1,1 0-1,-1 0 0,0-1 0,0 1 0,1 0 0,-1 0 0,0 0 0,0 0 1,0-1-1,1 1 0,11-10 193,4-8 3,0-2 0,-2 0-1,19-34 1,-10 15-102,3 1-61,-17 27-32,0-1 0,-1 0-1,-1-1 1,0 0 0,-1 0 0,9-27 0,-15 39-7,1-1 1,-1 0 0,0 1-1,1-1 1,-1 0 0,0 1-1,0-1 1,-1 0 0,1 0 0,0 1-1,0-1 1,-1 0 0,1 1-1,-1-1 1,0 0 0,1 1-1,-1-1 1,0 1 0,0-1-1,0 1 1,-2-2 0,1 1-2,0 0 1,0 1-1,0-1 1,-1 1 0,1-1-1,0 1 1,-1 0-1,0 0 1,1 0 0,-1 1-1,1-1 1,-5 0-1,-1 0-4,0 1 0,1-1-1,-1 1 1,0 1-1,0 0 1,0 0 0,0 0-1,-10 4 1,14-3-63,0-1-1,1 0 1,-1 1-1,1 0 1,-1 0-1,1 0 1,-1 0 0,1 1-1,0-1 1,0 1-1,0 0 1,1-1 0,-1 1-1,1 1 1,-1-1-1,1 0 1,0 1-1,0-1 1,-2 6 0,5 14-517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39.9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83 217 20180,'-3'0'62,"1"1"-1,0-1 0,0 1 0,0 0 0,0 0 1,0 0-1,0 0 0,0 0 0,0 0 0,0 0 1,0 1-1,1-1 0,-1 1 0,1-1 0,-1 1 1,1 0-1,-1-1 0,-1 4 0,2-2-55,0 0 0,1 1 0,-1-1 0,1 0-1,-1 0 1,1 0 0,0 1 0,0-1 0,0 0 0,1 0 0,-1 1-1,2 4 1,0-1-5,0 0-1,0 0 0,0 0 1,1 0-1,0 0 0,1-1 1,-1 1-1,1-1 0,0 0 1,1 0-1,6 7 0,-8-11 1,0 1 0,-1-1 0,1 0 0,0 0-1,1 0 1,-1 0 0,0-1 0,0 1 0,1-1 0,-1 0 0,1 0-1,-1 0 1,1 0 0,0 0 0,-1-1 0,1 0 0,0 0 0,-1 0-1,1 0 1,0-1 0,-1 1 0,1-1 0,-1 0 0,7-2 0,-1-1-1,0-1 1,0 0 0,-1 0 0,0-1 0,0 0 0,-1 0 0,1-1 0,-1 0 0,-1 0 0,7-9 0,5-8 2,30-53 0,-43 67-2,0-1-1,0 1 1,-1-1 0,-1 0 0,0 0 0,0 0 0,-1 0 0,1-21 0,-3 28-1,0 0 0,0 0 1,0 0-1,0 1 0,-1-1 0,0 0 0,0 0 1,0 1-1,0-1 0,0 0 0,-1 1 0,0-1 1,1 1-1,-1 0 0,0-1 0,-1 1 1,1 0-1,-1 0 0,1 0 0,-1 1 0,0-1 1,0 1-1,0 0 0,0-1 0,-1 1 0,1 1 1,0-1-1,-1 0 0,-6-1 0,2 1-3,0 0 1,-1 1-1,1 0 0,0 1 0,-1 0 0,1 0 0,0 1 0,-1 0 0,1 0 0,0 1 1,0 0-1,0 0 0,0 1 0,1 0 0,-10 5 0,-11 7-780,1 2 0,-40 30 0,58-39 276,-28 18-926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40.3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252 61 19188,'-2'0'141,"0"0"0,-1 0 0,1 0 0,0 0 0,-1 1-1,1-1 1,0 1 0,0-1 0,-1 1 0,1 0 0,-3 1 0,5-1-119,-1-1-1,0 1 1,1 0 0,-1 0-1,1 0 1,-1 0 0,1-1 0,-1 1-1,1 0 1,0 0 0,-1 0 0,1 0-1,0 0 1,0 0 0,-1 0-1,1 0 1,0 0 0,0 0 0,0 0-1,0 0 1,1 0 0,-1 0 0,0 0-1,0 0 1,1 0 0,-1 0 0,1 2-1,50 141-1757,-51-143 1607,0 0 0,0 0 0,1 0 0,-1 0 0,0 0 0,1 0 0,-1 0 0,1 0 0,-1-1 1,1 1-1,-1 0 0,1 0 0,-1 0 0,1 0 0,0-1 0,0 1 0,1 1 0,-2-2 93,1 0-1,-1-1 1,0 1 0,1 0 0,-1 0-1,1 0 1,-1 0 0,0-1 0,1 1-1,-1 0 1,0 0 0,1-1-1,-1 1 1,0 0 0,1-1 0,-1 1-1,0 0 1,1-1 0,-1 1-1,0 0 1,0-1 0,0 1 0,1 0-1,-1-1 1,0 1 0,0-1-1,0 0 1,12-40 454,-11 35-152,1-3 91,3-10-26,-1 0 1,-1 0-1,0 0 0,-2 0 0,0-32 1,-2 49-331,1-1 0,-1 1 0,0 0 0,1 0 0,-1 0 1,0 0-1,0 0 0,0 0 0,-1 0 0,1 0 0,0 0 0,-1 0 0,1 1 0,-1-1 1,0 1-1,1-1 0,-1 1 0,0 0 0,0-1 0,0 1 0,0 0 0,0 0 0,0 0 1,0 1-1,0-1 0,-1 0 0,1 1 0,0-1 0,0 1 0,0 0 0,-5 0 1,-2 0-1,-1 0 1,0 1 0,1 0 0,-1 1 0,1-1 0,-11 5 0,8-2-57,1 0 0,0 1 0,1 0 0,-1 1 0,1 0 0,0 0 0,1 1 0,-1 0 0,1 1 0,1 0 0,-1 1 0,2-1 0,-1 2 1,1-1-1,0 1 0,1 0 0,-9 20 0,-1 23-476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41.0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83 122 11306,'-57'-54'9393,"55"52"-8951,3 11-395,0 0 1,0-1 0,1 1 0,0 0 0,1-1 0,5 11 0,23 47-105,-29-63 65,-2-2-10,1 1 0,-1-1 0,1 0 0,0 0-1,-1 0 1,1 0 0,0 0 0,0 0 0,0 0 0,0 0-1,0 0 1,0-1 0,0 1 0,0 0 0,0 0 0,2 0-1,-2-1 2,0 0 0,0 0 0,-1 0 0,1 0 0,0 0 0,0 0 0,0 0 0,-1 0 0,1 0 0,0 0 0,0-1 0,0 1 0,-1 0 0,1-1 0,0 1 0,-1 0 0,1-1 0,0 1 0,-1-1 0,2 0 0,3-4-1,-1 0 1,1-1 0,-1 1-1,0-1 1,3-7 0,2-2 7,16-21 65,32-64 0,-47 77-38,-11 21-36,-1 2 5,1 0-2,-1-1 0,1 1 0,0 0 0,-1 0 0,1-1 0,0 1 0,-1 0 0,1 0 1,0 0-1,0 0 0,-1 1 0,1-1 0,0 0 0,-1 0 0,1 1 0,0-1 0,0 1 1,-1-1-1,1 1 0,0 0 0,-1 0 0,-30 21 12,19-13-5,-10 5-115,1 1 0,1 1 0,0 2 0,1-1 0,-23 29 0,33-27-1738,10-19 1804,0 1-1,0-1 1,0 0-1,0 0 1,0 1-1,0-1 1,0 0-1,0 0 1,0 1-1,1-1 0,-1 0 1,0 0-1,0 1 1,0-1-1,0 0 1,1 0-1,-1 1 1,0-1-1,0 0 1,0 0-1,1 0 1,-1 0-1,0 1 1,0-1-1,0 0 1,1 0-1,-1 0 1,0 0-1,1 0 1,-1 0-1,0 0 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41.4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120 118 21197,'-15'14'233,"0"1"1,2 0 0,-1 1 0,-17 28 0,26-36-226,1 0 0,0 0 0,0 0 1,1 0-1,0 1 0,1-1 0,0 1 0,0 0 1,1 0-1,0 0 0,0 0 0,1 0 1,1 10-1,-1-16-38,1 1 0,0-1 1,-1 1-1,1-1 0,1 1 0,-1-1 1,0 0-1,1 1 0,0-1 0,3 5 1,-4-7-3,0 1 1,1-1-1,-1 1 1,1-1 0,-1 0-1,1 0 1,-1 0-1,1 0 1,0 0 0,0 0-1,-1 0 1,1-1-1,0 1 1,0-1-1,0 1 1,0-1 0,0 0-1,-1 1 1,1-1-1,0 0 1,0 0 0,4-1-1,3-1-42,-1 0 0,1-1 0,0 0-1,-1-1 1,1 0 0,-1 0 0,0-1-1,-1 0 1,1 0 0,-1 0 0,0-1-1,10-10 1,0-3 158,-1 0-1,0 0 1,18-33-1,-20 30 215,17-40-1,-28 54-241,1-1-1,-2 0 1,1 1-1,-1-1 1,-1 0 0,1 0-1,-1 0 1,-1-14-1,0 20-52,0 1 0,-1 0 0,1-1 0,-1 1-1,1 0 1,-1-1 0,0 1 0,0 0 0,0 0 0,0 0-1,0 0 1,-1 0 0,1 0 0,-1 0 0,1 0-1,-1 0 1,0 1 0,-1-3 0,-1 2-10,1 0 1,-1 0-1,1 0 1,-1 1-1,0-1 0,0 1 1,0 0-1,0 0 1,-7-1-1,-1 1-33,-1 1 0,1 0 0,0 1 0,0 0 0,0 1 0,-14 3 0,10 0-22,0 0 1,1 1-1,0 1 0,0 0 0,1 1 0,0 1 0,-22 16 1,28-14-527,8-11 458,0 0 0,0 1 1,0-1-1,0 0 0,0 0 0,0 0 0,0 0 1,0 1-1,0-1 0,0 0 0,0 0 0,0 0 1,0 1-1,0-1 0,0 0 0,0 0 0,0 0 1,0 0-1,1 1 0,-1-1 0,0 0 0,0 0 1,0 0-1,0 0 0,0 0 0,1 0 1,-1 1-1,0-1 0,0 0 0,0 0 0,0 0 1,1 0-1,-1 0 0,0 0 0,0 0 0,0 0 1,0 0-1,1 0 0,-1 0 0,0 0 0,0 0 1,0 0-1,1 0 0,-1 0 0,0 0 1,0 0-1,0 0 0,0 0 0,1 0 0,-1 0 1,0 0-1,0 0 0,0-1 0,0 1 0,1 0 1,-1 0-1,13-3-2287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41.8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68 390 21661,'-11'-2'269,"6"1"-83,0 0-1,-1 1 1,1-1-1,-1 1 0,-5 1 1,10-1-171,0 0 0,0 0 1,0 0-1,1 1 0,-1-1 1,0 0-1,0 0 0,0 1 1,1-1-1,-1 1 0,0-1 1,1 1-1,-1-1 0,0 1 1,1-1-1,-1 1 0,0-1 1,1 1-1,-1 0 0,1-1 1,-1 1-1,1 0 0,0 0 1,-1-1-1,1 1 0,0 0 1,-1 0-1,1 0 0,0-1 0,0 1 1,0 0-1,0 0 0,0 0 1,0 0-1,0-1 0,0 1 1,0 0-1,0 0 0,0 1 1,2 5-118,0 0 0,0 0 1,0-1-1,1 1 0,0 0 1,0-1-1,1 0 0,0 0 1,0 0-1,10 11 0,-12-15 5,1 1-1,-1-1 0,1 1 1,0-1-1,0 0 0,0 0 0,0-1 1,0 1-1,1 0 0,5 1 1,-7-3 55,0 1 1,0-1-1,0 0 1,0 0-1,0 0 1,0 0-1,0 0 1,0 0-1,0-1 1,0 1-1,0-1 0,0 1 1,0-1-1,0 0 1,0 0-1,0 1 1,0-1-1,0-1 1,2-1-1,2-2 101,1-1 0,-1-1 0,-1 1 0,1-1 0,-1 0 0,0 0 0,-1-1 0,0 0 0,0 1 0,4-13 0,3-13 546,9-44-1,-13 48-385,1-1-21,-3 12-145,0 0 1,3-34-1,-7 48-61,-1-1-1,0 0 1,0 0 0,0 1-1,-1-1 1,0 0 0,0 1-1,0-1 1,0 1-1,-1-1 1,0 1 0,0-1-1,0 1 1,0 0 0,-1 0-1,-2-4 1,-2 1-7,1 1 0,-1 1 0,0-1 0,-1 1 0,1 0 0,-1 1 0,0-1 0,0 2 0,-16-6 0,0 1 4,0 2 0,-33-4 0,38 8 1,19 3-14,0 0 0,0 0 0,1 0 0,-1 0 0,0 0 1,0 0-1,1 0 0,-1 0 0,1 0 0,-1 0 0,1-1 1,-1 1-1,1 0 0,1 2 0,0-2-168,0 1-1,1-1 1,-1 1 0,0-1-1,1 0 1,-1 1 0,1-1-1,0-1 1,-1 1-1,1 0 1,0-1 0,-1 1-1,1-1 1,4 0 0,-3 1-180,29 2-1581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42.1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198 42 15507,'-8'3'214,"-1"1"0,1 0 0,0 1 0,0 0-1,1 0 1,-1 0 0,1 1 0,0 0 0,1 1 0,0-1-1,0 1 1,0 0 0,1 1 0,0 0 0,-8 15 0,-2 9 691,2 1 1,-16 62 0,22-71-835,2-7-78,2-11-1,1 1 1,0-1-1,1 1 0,0-1 0,-1 10 0,19-35-68,115-166-12,-74 114 135,16-20 154,-73 90-197,0 0-1,0-1 0,0 1 1,-1 0-1,1 0 1,-1 0-1,1 0 0,-1-1 1,1 1-1,-1 0 1,1 0-1,-1-1 0,0 1 1,0 0-1,0-3 1,0 3-3,0 1 0,0-1 0,-1 1-1,1-1 1,0 1 0,0-1 0,-1 1 0,1-1 0,-1 1 0,1-1 0,0 1 0,-1 0 0,1-1 0,-1 1 0,1-1 0,-1 1 0,1 0 0,-1-1 0,1 1 0,-1 0 0,1 0 0,-1 0 0,1-1 0,-2 1 0,-2 0-1,0-1 0,0 1 0,-1 0 0,1 0 0,0 0 0,0 0 0,-1 1 0,-4 1 0,-6 2-182,0 1 0,0 0 0,1 1-1,0 0 1,0 1 0,0 1 0,1 0 0,0 1 0,1 0 0,0 1 0,0 1-1,1 0 1,-18 22 0,26-28-565,0-1 0,1 1 0,-1 0 0,1-1 0,-2 7 0,1 24-1996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42.6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34 23157,'-2'1'19,"0"1"-1,1-1 1,-1 1 0,0-1-1,1 1 1,0-1 0,-1 1-1,1 0 1,0 0 0,0 0-1,0 0 1,0-1 0,0 2-1,1-1 1,-1 0 0,0 0-1,1 0 1,0 0 0,-1 0-1,1 0 1,0 0 0,0 1-1,0-1 1,0 0 0,1 0-1,-1 0 1,1 0 0,-1 0-1,1 0 1,1 4 0,2 4-187,0-1 0,1 0 0,0 0 0,0 0 1,8 9-1,-4-6 54,0-1 1,1 0-1,1-1 1,0 0 0,15 11-1,-20-17 115,-1-1-1,0 1 1,1-1 0,0-1-1,0 1 1,0-1 0,0 0-1,0 0 1,0-1 0,0 1-1,1-1 1,-1-1 0,0 1-1,11-2 1,-13 1 13,0-1 0,0-1 1,0 1-1,0 0 0,-1-1 0,1 0 0,-1 0 1,1 0-1,-1 0 0,0-1 0,1 1 0,-1-1 1,0 0-1,-1 0 0,1 0 0,-1 0 0,1 0 1,-1-1-1,0 1 0,0-1 0,2-6 0,1 0 7,-1-1-1,-1 0 1,0-1 0,0 1-1,-1 0 1,0-18-1,-2 25-19,0-1-1,0 1 1,-1-1-1,1 1 1,-1 0-1,0-1 1,-1 1-1,1 0 0,-1 0 1,0 0-1,0 0 1,0 0-1,0 0 1,-1 1-1,1-1 1,-1 1-1,0 0 1,0 0-1,-1 0 1,1 0-1,0 0 1,-1 0-1,0 1 1,-4-3-1,2 3-1,1-1-1,0 1 1,0 0-1,-1 0 1,1 1-1,-1-1 1,0 1-1,1 1 1,-1-1-1,0 1 1,0 0-1,1 0 1,-1 0 0,0 1-1,0 0 1,1 0-1,-1 1 1,-9 3-1,5 1-35,0-1 0,1 2 1,0-1-1,0 1 0,0 1 0,1-1 0,0 2 0,1-1 0,0 1 0,0 0 0,-6 11 1,8-11-194,-1 0 0,1 0 0,1 1 0,0 0 0,0 0 1,1 0-1,0 1 0,1-1 0,0 1 0,1-1 0,0 20 0,1-26-240,0 0 0,1 0 0,0-1 0,0 1 0,0 0 0,2 5 0,12 15-1726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42.9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135 163 21149,'-8'0'266,"0"0"0,0 1 0,0-1 1,0 1-1,-13 4 0,18-4-246,1 0 0,0 0-1,-1 0 1,1 1 0,0-1-1,0 1 1,0-1 0,0 1-1,0 0 1,0-1 0,0 1-1,1 0 1,-1 0-1,1 0 1,-1 1 0,1-1-1,0 0 1,0 1 0,0-1-1,0 0 1,0 1 0,0 2-1,0 5-121,0 0 1,0 0-1,2 0 0,-1 0 0,1 0 0,0 0 0,1-1 1,0 1-1,1 0 0,0-1 0,0 0 0,1 1 0,0-1 0,1-1 1,0 1-1,0-1 0,1 1 0,9 9 0,-14-16 80,1-1 1,-1 0-1,0 1 0,1-1 0,0 0 0,-1 0 0,1 0 1,-1 0-1,1 0 0,0 0 0,0 0 0,0-1 0,-1 1 0,1-1 1,0 1-1,0-1 0,0 0 0,0 1 0,0-1 0,0 0 1,0 0-1,0-1 0,2 1 0,0-1 34,-1-1-1,1 1 1,-1-1-1,1 0 1,-1 0-1,0 0 1,1 0-1,-1-1 1,0 1-1,-1-1 1,4-3-1,5-8 167,0 0 1,-1-1-1,16-30 0,-16 27-95,-2 0-1,0 0 1,-1-1-1,-1 0 1,6-34 0,-11 48-96,0 0 0,0-1 0,-1 1 0,0-1 0,0 1 0,0-1 0,-1 1 0,0 0 0,0-1 1,0 1-1,-1 0 0,1 0 0,-1 0 0,-1 0 0,1 0 0,-1 0 0,1 0 0,-1 1 0,-1-1 0,1 1 1,-1 0-1,1 0 0,-1 0 0,-1 1 0,-7-7 0,6 7-20,1 0 0,-1-1 0,0 2 0,-1-1 1,1 1-1,0 0 0,-1 0 0,1 1 0,-1-1 0,0 2 0,1-1 0,-1 1 0,0 0 1,1 0-1,-1 1 0,0 0 0,1 0 0,-1 0 0,1 1 0,-1 0 0,1 0 1,0 1-1,0 0 0,0 0 0,0 0 0,1 1 0,-1 0 0,1 0 0,0 0 0,0 0 1,0 1-1,0 0 0,1 0 0,-7 11 0,-5 24-146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43.4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388 115 14699,'-2'-1'186,"-1"0"-1,0 0 0,1 1 1,-1-1-1,1 1 1,-1-1-1,0 1 1,0 0-1,1 0 1,-1 0-1,-3 1 0,4 0-153,1-1 0,-1 1-1,0 0 1,1 0 0,-1 0-1,0 0 1,1 0 0,-1 0-1,1 1 1,0-1 0,-1 0-1,1 1 1,0-1-1,0 1 1,0 0 0,-1 1-1,-3 6 234,0-1 0,1 1 0,0 0 0,1 0 0,0 0 0,0 0-1,1 0 1,1 1 0,-2 14 0,3-22-244,0-1 0,-1 0 0,1 0 0,0 0 0,0 1 0,1-1 0,-1 0 0,0 0 0,0 0 0,0 1 0,1-1 0,-1 0 0,1 0 0,-1 0 0,1 0 0,-1 0 0,1 0 0,0 0 0,-1 0 0,1 0 0,0 0 0,0 0 0,0 0 0,0 0 0,0-1 0,1 2 0,0-1-5,1 0 1,-1 0 0,1-1-1,-1 1 1,1-1-1,-1 0 1,1 1 0,-1-1-1,1 0 1,0 0-1,4-1 1,5-2-10,-1 1 1,1-2-1,-1 1 0,20-10 1,-11 2-21,0 0 0,-1-2 1,-1 0-1,0 0 0,0-2 0,30-33 0,-46 46 12,0 0-1,-1 0 0,1 0 0,-1 0 0,1 0 0,-1 0 0,0 0 1,0-1-1,0 1 0,0-1 0,0 1 0,0 0 0,-1-1 1,1 1-1,-1-1 0,0 1 0,0-1 0,1 0 0,-2 1 0,1-1 1,0 1-1,0-1 0,-1 1 0,0-1 0,1 1 0,-1-1 0,0 1 1,0 0-1,0-1 0,-1 1 0,1 0 0,0 0 0,-3-3 0,-1 1 3,1 0 0,-1 1 0,0-1 0,0 1 0,0 0 0,0 0 0,0 0-1,-1 1 1,1 0 0,-1 0 0,0 0 0,0 1 0,-8-1 0,-1 0 8,-1 2 0,1 0 0,0 0 0,-1 2 0,1 0 0,0 0 0,0 2 1,0 0-1,1 0 0,-1 1 0,1 1 0,0 1 0,-22 13 0,0 5-299,1 0 0,1 3-1,-48 49 1,36-34-2202,6-14 751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43.8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114 14 20428,'-4'5'99,"0"1"0,1 0-1,0 0 1,0 0 0,1 0-1,-1 0 1,1 1 0,1-1-1,-1 1 1,1-1 0,0 1-1,1 0 1,-1 8-1,2 8-184,1-1-1,7 37 0,-8-52 62,1 0 1,0 0-1,0 0 1,0 0-1,5 8 1,-7-14 22,1 0 1,0 0-1,-1 0 1,1 0 0,0 0-1,-1-1 1,1 1-1,0 0 1,0 0 0,0-1-1,-1 1 1,1-1-1,0 1 1,0 0 0,0-1-1,0 0 1,0 1-1,1-1 1,0 0 6,-1 0 0,0 0-1,1 0 1,-1 0 0,0 0 0,1-1-1,-1 1 1,0-1 0,1 1 0,-1-1 0,0 1-1,0-1 1,0 0 0,0 1 0,0-1 0,1 0-1,-1 0 1,1-2 0,5-4 73,0-1 0,0-1 0,-1 1 0,-1-1 0,9-16 0,19-51 80,-30 68-164,1 0-17,-2 1 1,1-1-1,-1 0 0,0 0 0,-1 0 0,1-15 1,-2 21 14,0 1 1,0-1-1,0 0 1,0 0-1,-1 0 0,1 0 1,0 1-1,-1-1 1,0 0-1,1 0 1,-1 1-1,0-1 1,0 0-1,0 1 1,0-1-1,0 1 1,0-1-1,-1 1 0,1 0 1,0-1-1,-1 1 1,1 0-1,-1 0 1,1 0-1,-1 0 1,0 0-1,1 1 1,-1-1-1,0 0 1,0 1-1,1-1 0,-1 1 1,0-1-1,0 1 1,-3 0-1,-3 0 9,1 0 1,-1 0-1,0 1 0,1 0 0,-1 0 0,1 1 0,-1 0 0,1 1 1,0-1-1,0 1 0,0 0 0,0 1 0,1 0 0,-1 0 0,1 1 1,0-1-1,-9 10 0,8-7-20,0 0 1,1 1-1,-1 0 0,1 1 1,1-1-1,0 1 1,0 0-1,1 0 0,0 1 1,0-1-1,1 1 1,-3 17-1,5-24-30,1 1 0,-1 0-1,1-1 1,0 1 0,0-1 0,0 1 0,1 0-1,0 5 1,1-6 0,0 1-1,0 0 0,0-1 1,0 0-1,0 1 1,6 4-1,-6-6 34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44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151 169 23293,'-5'7'106,"0"1"0,1 0 0,0 0 0,0 1 0,1-1 1,0 1-1,0 0 0,1 0 0,-1 9 0,2-12-215,1-1 1,0 1-1,0 0 0,1-1 1,0 1-1,-1-1 0,2 1 1,-1-1-1,1 1 0,0-1 1,0 0-1,0 0 0,1 0 1,0 0-1,6 9 1,-9-14 101,1 1 1,-1 0 0,0 0 0,1-1 0,-1 1 0,1-1 0,-1 1 0,1 0 0,-1-1 0,1 1 0,-1-1 0,1 1 0,0-1 0,-1 1 0,1-1-1,0 0 1,-1 1 0,1-1 0,0 0 0,-1 1 0,1-1 0,0 0 0,0 0 0,0 0 0,-1 0 0,1 0 0,0 0 0,0 0 0,-1 0 0,1 0 0,0 0-1,0 0 1,0 0 0,-1-1 0,1 1 0,0 0 0,1-1 0,0-2 51,1 1 0,-1-1 0,1 0 1,-1 0-1,0 0 0,0 0 0,2-4 0,2-4 106,33-54 494,44-99 0,-80 157-673,1-2-51,0-1 0,-1 1 0,3-15 0,-5 23 60,-1 0 0,0 0-1,1 0 1,-1-1 0,0 1 0,0 0-1,0 0 1,0 0 0,0-1 0,0 1 0,0 0-1,0 0 1,-1-1 0,1 1 0,0 0-1,-1 0 1,1 0 0,-1 0 0,1-1-1,-1 1 1,1 0 0,-1 0 0,0 0 0,0 0-1,1 0 1,-1 1 0,0-1 0,0 0-1,0 0 1,0 0 0,0 1 0,0-1-1,0 0 1,0 1 0,0-1 0,-2 1 0,-4-1-11,0 0 0,0 1 0,0 0 1,0 0-1,0 1 0,0 0 0,0 0 0,0 0 1,0 1-1,-13 5 0,-2 2 33,-42 24-1,52-26-1,-2 1-3,0 0 1,1 0-1,0 1 0,0 1 0,1 0 0,0 1 0,-13 16 1,23-25-39,1 0 1,-1 0-1,1 1 1,0-1-1,0 0 1,0 1-1,0-1 1,0 0 0,1 1-1,-1-1 1,1 1-1,-1 4 1,1-6-129,0 1 0,0 0 0,1-1 0,-1 1 0,1 0 0,-1-1 0,1 1 0,0-1 0,-1 1 0,1-1 0,0 1 0,0-1 0,0 0 0,0 1 0,0-1 0,0 0 0,1 0 0,-1 0 0,0 1 0,1-1 0,1 0 0,31 16-2432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44.6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129 2 23733,'-4'1'85,"-1"-1"0,0 1 0,0 0 0,0 0-1,0 1 1,1-1 0,-1 1 0,0 0 0,1 1 0,0-1 0,0 1 0,-1 0 0,1 0-1,1 0 1,-1 0 0,-3 4 0,1 1-239,0 0 0,0 0 0,1 0 1,1 1-1,-1 0 0,1 0 0,-4 12 0,7-15 53,-1 1 0,1 0 1,0-1-1,0 1 0,1 0 0,0 0 0,0 0 0,0-1 0,1 1 1,0 0-1,1 0 0,-1-1 0,1 1 0,4 7 0,-5-11 92,0 1 0,1-1 1,0 0-1,0 0 0,0 1 0,0-1 0,0-1 0,1 1 0,-1 0 0,1 0 0,-1-1 0,1 0 0,0 1 0,0-1 0,1 0 1,-1 0-1,0-1 0,0 1 0,1-1 0,-1 0 0,1 1 0,0-2 0,-1 1 0,1 0 0,0-1 0,6 1 0,-1-2 52,-1 0-1,0-1 1,0 0-1,1 0 1,-1-1-1,-1 0 0,1 0 1,10-6-1,6-6 164,24-19-1,-30 21-121,-17 13-82,71-57 250,-65 50-262,-1 1-1,1-1 1,-1-1 0,-1 1-1,1-1 1,-1 0 0,6-14 0,-10 20-9,0 0-1,0 0 1,-1 0 0,1 0 0,0 1 0,-1-1 0,0 0 0,1 0-1,-1 0 1,0 0 0,0 0 0,0 0 0,-1 0 0,1 0 0,0 0-1,-1 0 1,1 0 0,-1 0 0,1 1 0,-1-1 0,-1-3 0,0 4-1,0-1 0,1 0 0,-1 0 0,0 1 0,0-1 0,0 1 1,0-1-1,0 1 0,-1 0 0,1 0 0,0 0 0,0 0 0,-1 0 0,1 1 1,-1-1-1,-4 0 0,-1 1 21,-1-1-1,0 2 1,1-1 0,-1 1 0,0 0 0,1 1-1,0 0 1,-1 0 0,1 1 0,0 0 0,0 0-1,-11 7 1,10-5-19,1 0 0,0 0 1,1 1-1,0 0 0,0 0 0,0 0 0,0 1 0,1 0 0,0 1 1,1-1-1,-7 12 0,12-19-10,-6 14-341,6-13 333,0-1 0,0 0-1,0 1 1,-1-1 0,1 0 0,0 1 0,0-1 0,0 0-1,0 1 1,0-1 0,0 0 0,0 1 0,0-1-1,0 1 1,0-1 0,0 0 0,0 1 0,1-1 0,-1 0-1,0 1 1,0-1 0,0 0 0,0 1 0,1-1 0,-1 0-1,0 0 1,0 1 0,0-1 0,1 0 0,-1 0-1,0 1 1,1-1 0,-1 0 0,1 1 0,20 0-838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45.0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137 96 21357,'-3'1'116,"0"1"0,-1 0 0,1 1 0,0-1 1,0 0-1,1 1 0,-1 0 0,0 0 1,1 0-1,0 0 0,0 0 0,0 0 0,0 0 1,0 1-1,0-1 0,1 1 0,0-1 1,0 1-1,0 0 0,0-1 0,0 8 0,0-4-177,0 0 0,1 1-1,0-1 1,0 1 0,1-1-1,0 1 1,0-1-1,1 0 1,0 0 0,4 9-1,-6-15 59,0 0 0,1 0 0,-1-1 0,1 1 0,-1 0 0,1 0 0,-1 0 0,1-1-1,-1 1 1,1 0 0,0-1 0,0 1 0,-1-1 0,1 1 0,0-1 0,0 1 0,0-1-1,-1 1 1,1-1 0,0 0 0,0 1 0,0-1 0,0 0 0,0 0 0,0 0 0,0 0 0,0 1-1,0-1 1,0-1 0,0 1 0,0 0 0,-1 0 0,1 0 0,0 0 0,0-1 0,0 1 0,0 0-1,0-1 1,0 1 0,-1-1 0,1 1 0,1-2 0,5-3 63,0 1 1,-1-2-1,12-11 1,-12 12-23,24-23 160,-6 6-154,-2 0 1,0-1-1,-1-1 0,25-38 0,-45 61-52,-1 0-1,1 0 1,0 0 0,-1 0 0,1 0-1,-1 0 1,1 0 0,-1 0 0,1 0-1,-1 0 1,1 0 0,-1 0 0,0 0-1,0 0 1,0 0 0,0-1 0,0 1 0,0 0-1,0 0 1,0 0 0,0 0 0,0-1-1,0 1 1,-1 0 0,1 0 0,-1 0-1,1 0 1,-1 0 0,1 0 0,-2-2 0,-1 2-7,1-1 0,-1 1 0,0-1 1,0 1-1,0 0 0,0 0 0,0 1 1,0-1-1,0 1 0,0-1 0,-6 1 1,-17-1 33,-1 1 1,1 1 0,-1 1 0,-26 6 0,40-5-124,-1 0 1,1 1 0,0 0 0,0 1-1,0 0 1,1 1 0,0 1 0,0 0-1,-17 13 1,28-18-298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53.1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340 0 19364,'-7'0'704,"-2"2"-120,-2 9-143,-3 3-177,-3 5-8,-7 11 48,-4 3-24,-4 10-80,-3 5-64,-2-5-248,-1-4-152,7-11-320,3-13-1201,0-11 937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53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13595,'0'0'2512,"29"11"1961,-2-1-3904,20 8-521,7 3-8,12 15-8,8 8-16,-4 9 0,-2-10-16,-9-8-168,-5-10-561,-3-18 385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53.6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1 21229,'-16'57'496,"11"10"-208,5 3-328,17 10-640,10-12-6802,-1-17 5369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52.0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0 284 8338,'16'-53'1146,"-9"33"-16,-1-1 1,-1 0-1,0 0 0,-2 0 1,1-28-1,-6-22 2383,2 70-3473,-1-5 865,-7 10-743,6-2-154,0 0 1,0 0-1,0 0 1,0 0-1,0 1 1,0-1-1,1 0 1,-1 1 0,1-1-1,-1 1 1,1-1-1,0 1 1,0 0-1,0 0 1,1 0-1,-1-1 1,1 1-1,-1 0 1,1 5-1,0 7 31,1 0-1,5 28 0,-3-24 5,71 782 1044,-65-4-894,-26-279-328,-4 283-256,59 1-39,48-230-1715,-54-453 1332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52.6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65 19572,'518'5'1331,"-2"-35"-1137,-350 19-90,1371-17-52,-1292 31-59,681 15 13,-2 28 17,-311 11-22,422 23-18,-765-87-320,-174-7 139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54.3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381 1 17828,'-21'12'1088,"0"12"-368,-1 27-416,-12 14-144,0 24-128,-10 9-16,-7 5-32,7-11-104,-3-16-296,14-19-608,3-25 304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54.7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16996,'0'0'973,"5"4"-14,18 23-1025,-20-22 66,1-1 0,-1 1-1,1-1 1,0 0 0,0 0-1,10 6 1,-7-5 4,0 0 0,1-1 0,0 1 0,0-2 0,0 1 0,1-1 0,15 4 0,6-1 18,31 1-1,-31-4-67,42 10 0,-62-10 2,-1 0 0,0 0-1,0 1 1,-1 0-1,1 0 1,-1 1 0,1 0-1,12 11 1,-10-5-1403,1 0-1,10 15 1,4 8-324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3:55.2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48 19612,'-4'10'260,"3"-6"-209,0 0-1,0 0 0,0 0 1,0 0-1,1 0 1,0 0-1,0 0 0,0 5 1,15-21 2,-1-5-9,-7 7-1,1 1 0,1-1 0,17-14 0,-24 22-38,1 0-1,-1 1 1,1-1-1,0 0 1,-1 1-1,1 0 0,0 0 1,0 0-1,0 0 1,0 0-1,0 0 1,1 1-1,-1 0 0,0-1 1,0 1-1,0 0 1,0 1-1,0-1 1,0 0-1,5 2 0,-7-1-3,1 0-1,0 0 0,0 0 1,0 0-1,-1 0 0,1 0 1,-1 1-1,1-1 0,-1 1 0,1-1 1,-1 1-1,0-1 0,0 1 1,0 0-1,0 0 0,0 0 0,0-1 1,0 1-1,0 0 0,-1 0 1,1 0-1,-1 0 0,1 0 1,-1 3-1,1 2-4,-1 0 0,1 0 0,-1 0 0,-1 1 0,0-1 0,-1 8 0,0-6 3,-1 0 0,0 0 0,-1 0 0,0 0 0,0-1-1,-1 0 1,0 0 0,0 0 0,-9 10 0,-6 3 46,-38 33 0,28-29 30,30-25-76,-10 11 114,13-10 5,9-3-24,323-99-1366,-260 71 850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01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82 135 14171,'1'-2'167,"-1"0"0,-1 0 0,1 0-1,0 0 1,0 0 0,-1 0 0,1 0 0,-1 0 0,0 0-1,1 0 1,-1 0 0,-2-2 0,3 4-186,0-1 0,0 1 0,0-1 1,-1 1-1,1 0 0,0-1 0,0 1 0,-1-1 0,1 1 0,0 0 1,-1-1-1,1 1 0,0 0 0,-1-1 0,1 1 0,0 0 1,-1-1-1,1 1 0,-1 0 0,1 0 0,-1 0 0,1-1 0,-1 1 1,1 0-1,-1 0 0,1 0 0,0 0 0,-1 0 0,1 0 0,-1 0 1,1 0-1,-1 0 0,1 0 0,-1 0 0,1 0 0,-1 0 0,1 1 1,-1-1-1,1 0 0,-1 0 0,1 0 0,0 1 0,-1-1 0,1 0 1,-1 0-1,1 1 0,0-1 0,-1 0 0,1 1 0,0-1 1,-1 1-1,1-1 0,0 1 0,-8 9-429,-1 1 523,1 0 0,1 1 0,-7 14-1,12-25 20,1 1 0,1 0 0,-1-1-1,0 1 1,0 0 0,1 0-1,-1 0 1,1 0 0,-1 0 0,1 0-1,0 0 1,0 0 0,0 0 0,0 0-1,0 0 1,0 0 0,1 0-1,-1 0 1,0-1 0,1 1 0,0 0-1,-1 0 1,1 0 0,0 0 0,0-1-1,0 1 1,0 0 0,1-1-1,1 3 1,-2-3-49,1 0 1,-1 0-1,1-1 0,-1 1 1,1-1-1,-1 1 0,1-1 0,0 1 1,-1-1-1,1 0 0,-1 0 0,1 0 1,0 0-1,-1 0 0,1 0 1,-1 0-1,1 0 0,2-2 0,31-10 100,-28 9-72,11-4-41,0-2 0,-1 0 0,0-1 1,28-22-1,-35 24-54,-1 0-1,-1-1 1,1 1 0,-1-2-1,-1 1 1,0-1-1,0 0 1,10-23 0,-17 32 21,1 0 0,0-1 0,-1 1 0,1-1 0,-1 1 0,1-1 0,-1 0 0,0 1 0,0-1 0,1 0 0,-1 1 0,0-1 0,-1 1 0,1-1 0,0 0 0,0 1 0,-1-1 0,0-2 0,0 3 5,0 0 0,1 0-1,-1 0 1,0 0 0,0 0-1,0 0 1,0 0 0,0 0-1,-1 1 1,1-1 0,0 0 0,0 1-1,0-1 1,-1 0 0,1 1-1,0 0 1,-2-1 0,-5 0 29,0 0 0,0 0 1,0 1-1,0 0 0,-13 3 1,15-3-107,-1 1 1,0 0-1,0 1 1,1 0-1,-1 0 1,1 0-1,0 1 1,-1 0-1,1 0 1,-6 5-1,11-8 4,1 0-1,0 0 1,0 0 0,0 0-1,0 0 1,0 0-1,0 0 1,-1 0 0,1 1-1,0-1 1,0 0-1,0 0 1,0 0-1,0 0 1,0 0 0,0 0-1,0 0 1,0 0-1,0 1 1,-1-1 0,1 0-1,0 0 1,0 0-1,0 0 1,0 0-1,0 1 1,0-1 0,0 0-1,0 0 1,0 0-1,0 0 1,0 0-1,0 0 1,0 1 0,0-1-1,0 0 1,0 0-1,0 0 1,0 0 0,0 0-1,1 1 1,-1-1-1,0 0 1,0 0-1,0 0 1,0 0 0,0 0-1,0 0 1,0 0-1,0 1 1,0-1 0,1 0-1,-1 0 1,0 0-1,0 0 1,0 0-1,0 0 1,15 1-2151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01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68 19612,'-8'9'134,"1"-1"0,1 1 0,0 1 0,0-1 0,0 1 0,-4 14 0,8-20-136,1 0-1,0 1 1,0-1-1,0 0 1,0 1-1,1-1 1,0 1-1,0-1 1,0 0-1,1 1 1,-1-1-1,1 1 1,0-1-1,0 0 1,0 1-1,1-1 1,0 0 0,4 8-1,-6-11-9,1 0 0,0 0 0,0 1 0,-1-1 1,1 0-1,0 0 0,0 0 0,0 0 0,0 0 0,1 0 0,-1 0 0,0-1 0,0 1 0,0 0 0,1-1 0,-1 1 1,0-1-1,1 1 0,-1-1 0,0 1 0,1-1 0,2 0 0,-2 0-1,1 0-1,-1-1 0,1 1 1,-1-1-1,1 0 1,-1 0-1,1 0 0,-1 0 1,1 0-1,-1 0 0,4-4 1,6-5 9,0 0-1,-1-1 1,15-19-1,-15 17 71,66-84 509,-48 59-357,-17 18-154,-12 20-64,0-1-1,1 1 1,-1-1-1,-1 1 1,1-1-1,0 1 1,0-1-1,0 1 1,0-1-1,0 1 1,0 0-1,0-1 1,-1 1-1,1-1 1,0 1-1,0 0 1,0-1-1,-1 1 1,1-1-1,0 1 1,-1 0-1,1-1 1,0 1-1,-1 0 1,1 0-1,0-1 1,-1 1-1,1 0 1,-1 0-1,1 0 1,-1-1-1,1 1 1,0 0-1,-1 0 1,1 0-1,-1 0 1,1 0-1,-1 0 1,1 0-1,-1 0 1,1 0-1,-1 0 1,1 0-1,0 0 1,-1 0-1,-24 5-40,6 1-161,0 1 0,1 1 0,0 0 0,0 1 0,0 1 0,1 1 0,1 1 0,0 0 0,-20 20 0,19-8-569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01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177 222 21044,'-13'0'119,"0"1"0,0 1 0,0 0 0,1 1 0,-1 0 0,-13 6-1,22-8-184,0 1 0,-1 0 0,1 1 0,0-1-1,0 1 1,1 0 0,-1 0 0,0 0 0,1 0-1,0 1 1,0-1 0,0 1 0,0 0 0,0 0-1,1 0 1,0 0 0,-1 0 0,2 0 0,-4 9-1,5-12 53,0-1-1,0 1 0,-1-1 1,1 0-1,0 1 0,0-1 1,0 1-1,0-1 0,0 1 1,0-1-1,0 0 0,0 1 1,0-1-1,0 1 0,0-1 1,0 1-1,0-1 0,0 0 1,0 1-1,1-1 0,-1 1 1,0-1-1,0 0 0,0 1 1,1-1-1,-1 1 0,0-1 1,0 0-1,1 1 0,-1-1 1,0 0-1,1 0 0,-1 1 1,0-1-1,2 0 0,-1 1-1,0-1 0,1 0 0,-1 0 0,1 0 0,-1 0-1,0 0 1,1 0 0,-1-1 0,1 1 0,-1 0 0,2-1 0,35-18-37,-2-5 234,-1-2 0,-1-2 0,-1-1 0,-1-2 0,46-58 0,-73 83-173,-1 1-1,1-1 0,-1-1 0,0 1 0,-1 0 0,0-1 1,4-11-1,-7 18-8,1-1 0,-1 0 1,-1 0-1,1 0 0,0 1 0,0-1 0,0 0 1,0 0-1,0 0 0,-1 1 0,1-1 1,0 0-1,-1 0 0,1 1 0,-1-1 1,1 0-1,-1 1 0,1-1 0,-1 1 1,1-1-1,-1 0 0,1 1 0,-1-1 1,0 1-1,1-1 0,-1 1 0,0 0 1,0-1-1,1 1 0,-1 0 0,0 0 0,0-1 1,1 1-1,-1 0 0,0 0 0,0 0 1,0 0-1,1 0 0,-1 0 0,0 0 1,0 0-1,-1 0 0,-36 5-60,36-5 59,-19 6-63,-1 0 0,1 2 0,0 0 0,0 1 0,1 1 0,0 1 0,1 1 0,0 1 0,1 0 0,-31 31 0,12-7-178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02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52 21941,'0'4'-110,"-3"8"-224,-7 14-91,-15 28 0,23-52 262,6-7 111,12-13 123,84-104 321,-99 120-439,-10 1-110,1 0 151,1 1 0,-1-1 0,0 2 0,0-1 0,0 1 0,0 0 0,1 1 0,-1 0 0,1 0 0,-1 0 0,1 1-1,-11 6 1,3-1-97,0 0-1,0 2 0,1-1 1,0 2-1,1 0 1,-18 19-1,19-15-1612,12 0 493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02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52 113 21893,'-3'0'67,"-1"0"1,1 1 0,-1-1-1,1 1 1,-1-1 0,1 1-1,-4 2 1,6-3-77,1 0 1,-1 0-1,1 0 0,-1 1 1,1-1-1,0 0 0,-1 1 1,1-1-1,-1 0 0,1 1 1,0-1-1,0 0 0,-1 1 1,1-1-1,0 1 0,-1-1 1,1 0-1,0 1 0,0-1 1,0 1-1,-1 0 0,1 0-18,1 0 0,-1 0-1,0 0 1,0 0 0,0-1 0,1 1-1,-1 0 1,0 0 0,1 0 0,-1-1-1,1 1 1,-1 0 0,1 0 0,-1-1-1,1 1 1,0-1 0,0 2 0,0-1-116,1 0-33,12-6 203,125-83-8,-106 67-41,-5-1-191,-27 21 31,-4-1 162,-1 1-1,0 0 1,1 0-1,-1 1 1,1-1-1,-1 1 1,0 0-1,1 0 1,-1 0-1,0 0 1,-6 2-1,-45 12 324,37-8-232,-40 13 134,52-17-205,0 1 1,0 0 0,1 0-1,-1 0 1,1 1-1,0-1 1,-8 9 0,12-12-31,1 0-35,0 1 0,-1-1 0,1 0 0,0 0 0,0 0 0,-1 0 0,1 0 0,0 1 0,-1-1-1,1 0 1,0 0 0,0 1 0,0-1 0,-1 0 0,1 0 0,0 1 0,0-1 0,0 0 0,0 0 0,-1 1 0,1-1 0,0 0 0,0 1 0,0-1 0,0 0 0,0 1 0,0-1 0,0 0 0,0 1 0,0-1 0,0 0 0,0 0 0,0 1 0,0-1 0,0 0 0,0 1 0,1-1 0,-1 0 0,0 1 0,0-1 0,0 0 0,0 0 0,0 1 0,1-1 0,-1 0 0,0 0 0,0 1 0,1-1 0,-1 0 0,0 0 0,0 0 0,1 1-1,-1-1 1,1 0 0,11 5-1982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03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 18580,'4'3'160,"0"-1"1,1 0-1,0 0 1,-1 0-1,1 0 1,0-1-1,0 0 1,7 1-1,-9-2-157,1-1 0,0 1 0,-1-1 0,1 1 0,-1-1 0,1 0 0,-1 0-1,1 0 1,-1-1 0,0 1 0,0-1 0,1 0 0,-1 0 0,3-3 0,5-2-3,11-4 7,16-10-22,-35 20 24,-1-1 1,0 1 0,0-1 0,0 1 0,0-1-1,0 0 1,-1 0 0,1 0 0,0 0 0,-1 0-1,0 0 1,2-3 0,-3 4 14,1 0 0,-1-1 0,0 1 0,1-1 0,-1 1 0,0 0 0,0-1 0,0 1 0,0-1 0,0 1 0,-1 0 0,1-1 0,0 1 0,-1 0-1,1-1 1,-1 1 0,1 0 0,-1 0 0,0-1 0,1 1 0,-1 0 0,0 0 0,0 0 0,0 0 0,0 0 0,0 0 0,0 0 0,0 0 0,0 0 0,0 0 0,0 1 0,-1-1 0,1 0 0,0 1 0,-1-1 0,1 1 0,0 0 0,-1-1 0,-1 1 0,-2-2 6,0 1 1,0 0 0,0 0 0,0 1 0,0-1 0,0 1-1,0 0 1,0 1 0,-7 0 0,7 1-50,0-1 0,0 1 0,1 0 1,-1 0-1,0 1 0,1 0 0,-1-1 0,1 2 1,0-1-1,0 0 0,0 1 0,1-1 0,-1 1 0,1 0 1,0 1-1,0-1 0,-4 8 0,6-11-42,1 1 0,-1-1 0,1 0 0,0 0 0,-1 0 0,1 1 0,0-1 0,0 0 0,0 1 0,0-1 0,0 3 0,6 10-422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03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11 19044,'-6'-2'105,"1"0"0,-1 0 0,1 1 1,-1 0-1,1 0 0,-7-1 0,10 3-100,-1-1 0,1 0 0,0 1 0,-1-1 1,1 1-1,0 0 0,0-1 0,0 1 0,0 0 0,-1 1 0,2-1 0,-1 0 1,0 0-1,0 1 0,0-1 0,0 1 0,-2 3 0,-19 22-8,0 2 0,2 0 0,-26 50 0,44-74 9,1 0-1,0 1 1,0-1-1,1 1 1,-1-1-1,1 1 1,0 7-1,0-9 194,7-5 482,-2-1-647,0 1 0,-1-1 0,1 0-1,0 0 1,-1 0 0,0-1 0,1 1-1,-1-1 1,3-3 0,29-33 217,-20 22-214,-7 8-40,-1 2-7,-1 1-1,0-1 1,-1 0-1,1 0 1,-1-1 0,-1 1-1,1-1 1,-2 0-1,1-1 1,3-9 0,-7 17 9,0 1 0,0-1 1,0 0-1,0 0 1,0 1-1,0-1 1,0 0-1,0 1 0,0-1 1,-1 0-1,1 1 1,0-1-1,0 0 1,0 1-1,-1-1 0,1 0 1,0 1-1,-1-1 1,1 1-1,-1-1 1,1 1-1,-1-1 1,1 1-1,-1-1 0,1 1 1,-1-1-1,1 1 1,-1-1-1,0 1 1,1 0-1,-1 0 0,0-1 1,1 1-1,-1 0 1,0 0-1,1 0 1,-1-1-1,0 1 0,1 0 1,-1 0-1,0 0 1,1 0-1,-1 0 1,0 1-1,0-1 0,1 0 1,-1 0-1,-1 1 1,-6 0 18,1 1 0,-1 0 1,-11 4-1,-5 4 29,-39 23 0,8-4-1460,22-14 686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04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70 17636,'-2'-2'93,"0"0"0,1 0 0,-1 0 1,0 0-1,1-1 0,-1 1 0,1 0 0,0-1 1,-1 1-1,1-1 0,0 1 0,1-1 0,-1 0 1,0 1-1,1-1 0,-1-3 0,-25 57-86,20-29 74,1 1 0,0 0 0,-1 34 0,5-56-73,1-1 0,0 1 0,0 0 0,0 0 0,0 0 0,0 0 0,0 0 0,0-1 0,0 1 0,1 0 0,-1 0 0,0 0 0,0 0 0,1-1 0,-1 1 0,0 0 0,2 1 0,-2-2 0,0 0 1,1 0-1,-1 0 0,1 0 1,-1 0-1,0 0 0,1 0 1,-1 0-1,0 0 0,1 0 1,-1 0-1,0 0 0,1 0 1,-1-1-1,0 1 0,1 0 1,-1 0-1,0 0 0,1-1 0,-1 1 1,0 0-1,1 0 0,-1-1 1,0 1-1,0 0 0,1-1 1,16-25 289,-10 10-264,0-1 0,6-25 1,-11 35-64,0 0 1,-1 0-1,0 0 1,0 1-1,-1-1 1,0 0 0,0 0-1,-1 0 1,-1-9-1,1 14 30,1 0 1,-1 0-1,0 0 0,0 0 0,0 0 0,-1 1 0,1-1 1,0 0-1,-1 0 0,1 1 0,0-1 0,-1 1 0,0 0 0,1-1 1,-1 1-1,0 0 0,0 0 0,0 0 0,0 0 0,0 0 1,0 1-1,0-1 0,0 1 0,0-1 0,0 1 0,0 0 1,0-1-1,0 1 0,-1 0 0,1 1 0,0-1 0,-2 0 0,-4 1 44,0 1 0,1-1 0,-1 1 0,1 1 0,-1-1 0,1 1 0,-10 5 0,6-1-48,1 0 0,-1 0 0,1 1 0,1 1 1,-1 0-1,1 0 0,-11 15 0,5 6-76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04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36 13243,'-13'5'1398,"2"-2"-484,1 1 1,0 0-1,0 1 1,1 0-1,-11 7 0,18-10-890,-1 0 0,1 0 0,0 0 0,0 0 0,0 1 0,0-1 0,0 1-1,0 0 1,1-1 0,-1 1 0,1 0 0,0 0 0,0 0 0,0 0-1,0 0 1,0 0 0,1 0 0,-1 1 0,1-1 0,0 0 0,0 6-1,5 7 75,-5-16-84,1 0 0,-1 0 0,0 1 0,0-1 0,1 0 0,-1 0 0,0 0 0,1 1 0,-1-1 0,0 0 0,1 0 0,-1 0 0,0 0 0,1 0 0,-1 0 0,1 0 0,-1 0 0,0 0 0,1 0 0,-1 0 0,0 0 0,1 0 0,-1 0 0,1 0 0,21-15 308,-21 14-358,3-3 49,0 1 0,0-1 0,-1-1 0,1 1 0,-1 0 0,0-1 0,0 0 0,-1 0 0,1 1 0,-1-2 0,0 1 0,2-9 0,-4 11-16,1 1 1,-1 0 0,0 0 0,1 0 0,-1 0-1,0-1 1,-1 1 0,1 0 0,0 0 0,-1 0-1,1 0 1,-1 0 0,0 0 0,1 0 0,-1 0-1,0 0 1,0 0 0,0 0 0,-1 0 0,1 0-1,0 1 1,-1-1 0,1 1 0,-1-1 0,0 1-1,1-1 1,-1 1 0,0 0 0,0 0 0,0 0-1,0 0 1,-3-1 0,-3-1 1,-1 0 0,1 1 0,-1 0 0,1 0 0,-1 1-1,0 1 1,0-1 0,0 1 0,1 1 0,-1-1 0,0 2 0,0-1 0,1 1 0,-1 0 0,1 1 0,0 0 0,0 1-1,0-1 1,0 1 0,-10 7 0,17-9-21,0-1 0,-1 0-1,1 0 1,0 1 0,0-1-1,0 1 1,0-1 0,0 1-1,0 0 1,0-1 0,1 1-1,-1 0 1,0 1-1,3 10-1863,8-4-3511,6-5 3104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05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280 136 20868,'-4'5'244,"1"-2"-217,1-1 0,0 0 0,0 1 0,1-1 0,-1 1 0,0-1 0,1 1 0,0 0 0,0 0 0,0 0 0,0 0 1,0-1-1,0 1 0,1 1 0,-1-1 0,1 0 0,0 0 0,0 0 0,0 0 0,0 0 0,1 4 0,2 2-34,-1 0 0,2 0 0,-1 0 0,1 0 0,9 14-1,-11-20 8,0-1 0,0 1 0,0-1 0,0 1 0,0-1 0,1 0 0,-1 0 0,1 0 0,3 3 0,-4-5 4,-1 1-1,0-1 1,1 1-1,-1-1 1,1 1-1,-1-1 1,1 0-1,-1 0 1,1 0-1,-1 0 0,0 0 1,1 0-1,-1 0 1,1 0-1,-1 0 1,1-1-1,-1 1 1,1-1-1,-1 1 1,0-1-1,2 0 1,0-1 2,0 0 0,-1 0 0,1-1 1,-1 1-1,0 0 0,0-1 0,0 0 0,0 1 1,0-1-1,0 0 0,-1 0 0,1 0 0,1-6 1,11-45-57,-12 42 10,0 4-6,0 0-1,-1 0 1,0 0-1,-1 0 1,0 0-1,0 0 1,-1 0 0,0 0-1,0 0 1,-1 0-1,-3-10 1,3 13 18,-1 0 1,1 0-1,-1 1 0,0-1 1,0 1-1,0-1 0,-1 1 1,0 0-1,0 0 0,0 1 1,0-1-1,0 1 0,-1 0 1,0 0-1,1 0 0,-1 1 1,-8-4-1,4 3 43,-1 0-1,0 1 1,0 0 0,0 0 0,0 1-1,0 0 1,0 1 0,0 0-1,-1 1 1,1 0 0,0 1 0,0-1-1,0 2 1,-16 5 0,15-3-257,-1 0 1,1 1-1,0 0 1,0 0-1,0 2 1,-10 8-1,13-9-817,0 1 0,1 0-1,0 0 1,-7 10-1,1 8-1206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05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254 241 19388,'-2'4'53,"0"1"-1,0-1 0,1 1 1,-1-1-1,1 1 1,0 0-1,0 0 1,0 0-1,1-1 1,0 11-1,0-12-53,1-1 0,-1 1 0,1 0 0,-1 0 0,1 0 0,0-1 0,0 1 0,0 0 0,1-1 0,-1 1 0,0-1 0,1 1 0,0-1-1,0 0 1,0 0 0,0 0 0,0 0 0,0 0 0,4 3 0,-5-5 21,0 1 0,0-1 0,1 1-1,-1-1 1,0 1 0,0-1 0,0 0 0,1 0-1,-1 0 1,0 1 0,0-1 0,1 0 0,-1-1-1,0 1 1,0 0 0,1 0 0,-1 0 0,0-1-1,0 1 1,0-1 0,1 1 0,-1-1 0,0 1-1,0-1 1,0 0 0,0 1 0,0-1 0,1-1-1,25-28 172,-24 26-200,4-7-147,0 0 0,0 0 0,-1-1-1,0 0 1,-1 0 0,-1 0-1,0-1 1,0 0 0,-1 0 0,-1 0-1,1-14 1,-3 20 36,0 0 0,0 0 0,-1 0 0,0 1 0,0-1 0,0 0 0,-1 0 0,0 1 0,-1-1 0,-2-6 0,2 9 82,0-1 0,0 1 0,0 0 0,0 0 0,-1 0 0,1 0 0,-1 1 0,0-1 0,0 1 1,0 0-1,-1 0 0,1 0 0,-1 1 0,-7-4 0,0 2 37,0 1 0,0 0 1,0 0-1,-1 1 1,1 1-1,0 0 0,-1 0 1,1 2-1,-18 1 1,13 1-190,0 0 0,0 1 1,1 1-1,-1 0 0,1 1 1,-17 9-1,-7 11-329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06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 19428,'-2'2'135,"0"0"0,0 0 0,1 1 0,-1-1 0,0 1 0,1-1 0,0 1 0,0-1 0,-1 1 0,1 0 0,1 0 0,-1-1 0,0 7 0,-3 41-207,3-41 69,1 5-63,0 68-666,0-75 598,1 0-1,0 0 0,0 0 0,1 0 0,0 0 1,0 0-1,1 0 0,6 12 0,-8-18 127,0 1-1,0-1 1,0 0-1,-1 0 1,1 1-1,1-1 1,-1 0-1,0 0 1,0 0-1,0 0 1,0 0 0,1 0-1,-1 0 1,1-1-1,-1 1 1,0 0-1,1-1 1,-1 1-1,1-1 1,-1 1-1,1-1 1,0 0-1,-1 0 1,1 0 0,-1 0-1,1 0 1,-1 0-1,1 0 1,0 0-1,-1-1 1,1 1-1,-1 0 1,1-1-1,-1 0 1,1 1-1,-1-1 1,0 0 0,1 0-1,-1 1 1,0-1-1,0 0 1,2-2-1,3-2 203,1-1 0,-2 0-1,1 0 1,0-1 0,-1 0 0,7-12-1,69-122 1230,-67 112-1470,-13 27 26,-1 1 0,1-1 0,0 0 0,-1 1 0,0-1 0,1 0 0,-1 0 0,0 1 0,0-1 0,0 0 0,0 0 0,0 1 0,-1-1 0,1 0 0,-1-2 1,0 3-4,1 1 1,-1-1 0,1 1 0,-1 0 0,1-1 0,-1 1 0,1 0-1,-1-1 1,1 1 0,-1 0 0,1-1 0,-1 1 0,0 0 0,1 0-1,-1 0 1,1 0 0,-1 0 0,0 0 0,1-1 0,-1 1 0,0 1-1,1-1 1,-1 0 0,1 0 0,-1 0 0,0 0 0,1 0 0,-1 0-1,1 1 1,-1-1 0,1 0 0,-1 1 0,0-1 0,1 0 0,-1 1-1,-23 15-1654,23-16 1484,-27 24-4607,-3 5 2613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08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220 4 14003,'-11'-2'750,"0"1"0,0 1 0,0 0 1,0 0-1,0 1 0,-12 2 0,18-1-845,0-1 0,1 1 1,-1 0-1,1 0 0,-1 0 0,1 1 0,0 0 1,0 0-1,0 0 0,0 0 0,0 0 0,1 1 1,0 0-1,-1-1 0,-4 9 0,-1 4 174,0 0 0,1 1 0,-10 26 1,14-32 114,1-1 1,0 1-1,1 0 1,0 0-1,1 0 1,0 0-1,1 13 1,0-24-182,0 1 0,0 0 0,0 0 0,0 0 0,0-1 0,0 1 0,0 0 0,0 0 0,0 0 0,1-1 0,-1 1 0,0 0 0,1 0 0,-1-1 0,0 1 0,1 0 0,-1-1 0,1 1 0,-1 0 0,1-1 0,-1 1 0,1-1 0,0 1 0,-1-1 0,1 1 0,-1-1 0,1 1 0,0-1 0,0 0 0,-1 1 0,1-1 0,0 0 0,0 0 0,-1 1 0,1-1 0,0 0 1,0 0-1,0 0 0,-1 0 0,1 0 0,0 0 0,0 0 0,0 0 0,-1-1 0,3 1 0,2-2 37,0 0 0,0 0 0,0 0 0,-1-1-1,10-6 1,152-132 418,-117 96-458,-38 36-14,21-25-28,-32 35 32,0-1-1,0 0 1,0 0 0,0 0 0,0 0-1,0 0 1,0 0 0,0 0-1,-1 0 1,1 0 0,0 0 0,0 0-1,0-1 1,0 1 0,0 0 0,0 0-1,0 0 1,0 0 0,0 0 0,0 0-1,-1 0 1,1 0 0,0 0 0,0 0-1,0 0 1,0 0 0,0 0-1,0 0 1,0 0 0,0-1 0,0 1-1,0 0 1,0 0 0,0 0 0,0 0-1,0 0 1,0 0 0,0 0 0,0 0-1,0 0 1,0-1 0,0 1 0,0 0-1,0 0 1,0 0 0,0 0 0,0 0-1,0 0 1,0 0 0,0 0-1,0-1 1,0 1 0,0 0 0,0 0-1,0 0 1,0 0 0,0 0 0,0 0-1,0 0 1,0 0 0,0 0 0,0 0-1,0 0 1,1 0 0,-1-1-1,-4 1-30,1-1-1,-1 1 0,1 0 1,-1 0-1,0 0 1,1 0-1,-1 0 0,1 1 1,-1 0-1,1-1 0,-1 2 1,1-1-1,0 0 0,-1 0 1,1 1-1,0 0 0,0 0 1,0 0-1,0 0 0,0 0 1,1 0-1,-1 1 0,1 0 1,-1-1-1,1 1 0,-3 4 1,4 2-2990,5 0 1119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08.7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268 144 18308,'0'0'1363,"-4"1"757,-46 30-2109,28-21-578,22-9 563,-1-1 1,1 0 0,0 0-1,0 0 1,0 0-1,-1 0 1,1 0 0,0-1-1,0 1 1,0 0-1,0 0 1,-1 0-1,1 0 1,0 0 0,0 0-1,0 0 1,-1 0-1,1 0 1,0 0-1,0-1 1,0 1 0,0 0-1,0 0 1,-1 0-1,1 0 1,0 0-1,0-1 1,0 1 0,0 0-1,0 0 1,0 0-1,0 0 1,0-1-1,0 1 1,0 0 0,0 0-1,-1 0 1,1-1-1,0 1 1,0 0-1,0 0 1,0 0 0,1-1-1,-1 1 1,0 0-1,0 0 1,0-1 0,1-3 25,1-1 1,0 0-1,0 0 1,5-7-1,-2 3-56,5-9 70,-4 9-16,0-1-1,-1 0 1,0 0 0,5-17 0,-10 26-20,1-1 1,-1 1 0,0-1-1,1 0 1,-1 1 0,0-1-1,0 1 1,0-1 0,0 0-1,0 1 1,0-1 0,-1 0-1,1 1 1,0-1 0,-1 1-1,1-1 1,-1 1 0,0-1-1,1 1 1,-1-1 0,0 1-1,0 0 1,0-1-1,0 1 1,0 0 0,0 0-1,0 0 1,-1-1 0,1 1-1,0 1 1,-1-1 0,1 0-1,-1 0 1,1 0 0,-1 1-1,1-1 1,-3 0 0,-4-1 4,1 1 0,-1 0 0,0 0 0,1 1 0,-1-1 0,0 2 0,0-1 0,1 1 0,-1 0 0,0 1 0,1 0 0,-1 0 0,-9 5 0,9-4-33,1 0 1,0 1 0,0 0-1,0 0 1,0 0 0,0 1-1,1 0 1,0 1 0,0-1-1,1 1 1,-1 0 0,-7 13-1,4 8-1213,7-2 559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09.1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14 111 21061,'-1'1'17,"0"-1"0,1 0 0,-1 0 0,0 1 0,1-1 0,-1 0 0,0 1 0,1-1 0,-1 1 0,1-1 0,-1 1 0,1-1 0,-1 1 0,1-1 0,-1 1 0,1 0 0,-1-1 1,1 1-1,0 0 0,-1-1 0,1 1 0,0 0 0,-1-1 0,1 1 0,0 0 0,0-1 0,0 1 0,0 0 0,0 1 0,0-1-17,1 0 0,0-1 0,-1 1 0,1 0 0,0 0 0,0 0 0,0 0 0,0-1 0,0 1 0,-1 0 0,1-1-1,1 1 1,-1-1 0,0 1 0,0-1 0,1 1 0,5 1-32,-1 0-1,0-1 0,0 0 1,0 0-1,1 0 1,9-1-1,-12-1 36,-1 0 0,1 0-1,-1-1 1,1 1 0,-1-1 0,0 0-1,0 0 1,0 0 0,0 0 0,0-1-1,0 1 1,-1-1 0,1 0-1,-1 0 1,0 0 0,4-6 0,12-13 80,36-35 6,-43 45-88,-9 10-14,-6-2-55,2 2 64,1 1 1,-1 0-1,0 0 1,0 1-1,0-1 1,1 0-1,-1 1 0,0-1 1,0 1-1,0-1 1,0 1-1,0 0 1,0 0-1,-4 0 0,0 1 0,-1-1 0,1 2 1,0-1-1,-11 4 0,6-1 3,0 1 1,0 0-1,1 1 1,-1 0-1,-9 9 1,13-10 2,0 1 1,0 1-1,-7 8 1,13-13-24,-1 0 1,1 0-1,-1 0 1,1 0-1,0 0 1,0 1-1,0-1 1,0 0-1,0 0 1,1 1 0,-1-1-1,1 0 1,-1 1-1,1-1 1,0 1-1,0-1 1,0 3-1,8 13-206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09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 98 20628,'-1'0'31,"-3"2"50,0 0 0,0 0 0,0 0 0,0 0 0,1 0 0,-1 1 0,1 0 0,-1 0 0,1 0 0,0 0 0,0 0 0,1 1 0,-1-1 0,-3 7 0,2-3-56,-2 1-3,1 1-1,0 0 0,1 0 1,0 0-1,-5 20 0,8-29-22,1 0 1,0 1-1,0-1 0,0 0 0,0 1 0,0-1 0,0 0 0,0 1 0,0-1 0,1 1 0,-1-1 0,0 0 0,0 1 0,0-1 0,0 0 1,0 0-1,1 1 0,-1-1 0,0 0 0,0 1 0,0-1 0,1 0 0,-1 0 0,0 1 0,0-1 0,1 0 0,-1 0 0,0 0 0,1 1 0,-1-1 1,0 0-1,1 0 0,-1 0 0,0 0 0,1 0 0,-1 0 0,0 1 0,1-1 0,-1 0 0,0 0 0,1 0 0,-1 0 0,0 0 0,1-1 1,-1 1-1,0 0 0,1 0 0,-1 0 0,0 0 0,1 0 0,-1 0 0,0 0 0,1-1 0,25-9-80,-24 8 75,30-14-38,-1-2-1,-1-1 1,-1-1-1,-1-2 1,46-45-1,-71 64 54,-1 1-1,0-1 1,0 0-1,1 0 1,-2-1 0,1 1-1,2-4 1,-4 6-7,0 1 1,0-1 0,0 0-1,1 0 1,-1 1 0,0-1-1,0 0 1,0 0 0,0 1-1,0-1 1,0 0 0,0 0-1,-1 1 1,1-1 0,0 0-1,0 1 1,-1-1-1,1 0 1,0 0 0,-1 1-1,1-1 1,0 1 0,-1-1-1,1 0 1,-1 1 0,1-1-1,-1 1 1,1-1 0,-1 1-1,0-1 1,1 1 0,-1 0-1,0-1 1,1 1 0,-1 0-1,0-1 1,1 1 0,-1 0-1,-1-1 1,-3 0 0,-1-1 1,0 1-1,0 0 1,0 0-1,0 1 1,0 0-1,0 0 0,0 0 1,0 0-1,0 1 1,1 0-1,-1 1 1,0-1-1,0 1 1,1 0-1,-1 0 0,1 1 1,-6 3-1,4-2-656,1 1-1,0-1 1,-1 1-1,-8 10 1,4-2-1235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09.9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205 221 22381,'-6'23'-165,"1"0"1,1 0-1,2 1 0,0-1 1,1 1-1,3 29 1,-3-52 153,1 0 1,0-1-1,0 1 1,0 0 0,0-1-1,0 1 1,0 0-1,0-1 1,0 1 0,0 0-1,1-1 1,-1 1-1,0 0 1,0-1 0,1 1-1,-1 0 1,0-1-1,0 1 1,1-1 0,-1 1-1,1-1 1,-1 1-1,1-1 1,-1 1 0,1-1-1,0 1 1,0-1 14,0 0 0,-1 0 0,1-1 0,0 1 0,0 0 0,0-1 1,-1 1-1,1 0 0,0-1 0,-1 1 0,1-1 0,0 1 0,-1-1 0,1 0 0,-1 1 0,1-1 1,0-1-1,28-43 457,-25 38-417,19-33 371,28-63 0,-46 91-426,0-1 0,-1 0 0,-1 0 0,1 0 1,-2 0-1,0-1 0,-1 1 0,0-1 1,-2-23-1,1 34-12,-1-1 0,1 1 0,-1-1 0,0 1 0,0 0 0,0-1 0,-1 1 0,1 0 1,-1 0-1,1 0 0,-1 0 0,0 0 0,0 0 0,-1 1 0,1-1 0,0 1 0,-1-1 0,-4-2 1,3 3 4,1 0 0,-1 0 0,0 1 0,0 0 0,0 0 0,0 0 0,0 0 1,0 1-1,0-1 0,0 1 0,0 0 0,0 0 0,-7 1 0,-2 2-42,0 0-1,0 1 1,0 0-1,0 1 1,1 1 0,0 0-1,0 0 1,-15 12-1,4-1-674,-37 39-1,29-24 216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10.3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287 0 21317,'-7'12'84,"1"0"0,1 0 0,0 1 0,0 0 0,2 0 0,-1 0 0,-2 26 0,5-15-212,0 0-1,2 0 1,5 37-1,-6-60 118,0 1-1,0-1 1,1 1 0,-1-1-1,0 1 1,1-1-1,-1 1 1,1-1 0,-1 1-1,1-1 1,0 0-1,-1 1 1,3 1 0,-3-3 9,1 0 1,-1 1-1,1-1 1,-1 0 0,0 0-1,1 0 1,-1 0-1,0 0 1,1 0 0,-1 0-1,1 0 1,-1 0-1,0 0 1,1 0 0,-1-1-1,0 1 1,1 0-1,-1 0 1,0 0 0,1 0-1,-1-1 1,0 1-1,1 0 1,-1 0 0,0 0-1,1-1 1,-1 1-1,0 0 1,0-1 0,1 1-1,-1 0 1,0-1-1,5-6 23,-1 0 0,1 0 0,4-13 0,-7 15-3,6-14 75,-1 1-1,7-25 1,-12 36-76,-1-1 0,1 1-1,-1-1 1,-1 0 0,1 1 0,-1-1 0,-1 0 0,1 1 0,-3-9 0,2 14-18,1-1 0,-1 1 0,0 0 0,0-1 0,0 1 0,-1 0 0,1 0 0,0 0 0,-1 0 0,1 0 0,-1 0 0,0 0 0,0 1 0,1-1 0,-1 1 0,-5-3 0,3 2-9,0 0 0,0 0 0,-1 0 0,1 1 0,-1 0 0,0 0 0,1 0 0,-8 0 0,0 1-24,-1 1-1,1 0 1,-1 1-1,1 0 1,-22 6 0,23-4-7,0 0 1,1 1 0,-1 0 0,1 0 0,0 1-1,1 1 1,-1-1 0,1 2 0,0-1 0,1 1 0,0 1-1,0-1 1,1 1 0,-12 19 0,13-10-1079,10-4 380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10.8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4 123 19460,'0'-51'876,"0"51"-871,0 0-1,0 1 1,0-1-1,0 0 0,0 0 1,0 0-1,0 0 0,0 0 1,0 0-1,0 0 1,1 0-1,-1 0 0,0 0 1,0 0-1,0 0 1,0 0-1,0 0 0,0 0 1,0 0-1,0 0 0,1 1 1,-1-1-1,0 0 1,0 0-1,0 0 0,0 0 1,0-1-1,0 1 1,0 0-1,0 0 0,1 0 1,-1 0-1,0 0 0,0 0 1,0 0-1,0 0 1,0 0-1,0 0 0,0 0 1,0 0-1,0 0 1,1 0-1,-1 0 0,0 0 1,0 13 47,1 1 1,-2 0-1,-2 18 1,-2 28 253,5-59-300,1 10 121,-1 0-1,1 0 1,5 20 0,-5-29-92,-1 0 0,1 0 0,0-1 0,-1 1 1,1 0-1,0-1 0,0 1 0,0-1 0,0 1 0,0-1 0,0 1 1,1-1-1,-1 0 0,2 2 0,-2-3-1,0 1 1,0-1-1,0 0 0,0 1 1,1-1-1,-1 0 0,0 0 1,0 0-1,0 0 1,0 0-1,1 0 0,-1 0 1,0 0-1,0 0 0,0-1 1,0 1-1,1 0 0,-1-1 1,0 1-1,0-1 0,0 1 1,0-1-1,0 1 1,1-2-1,3-2 40,1 0 0,-2-1 0,1 1 0,0-1 0,-1 0 0,0 0 0,0-1 0,-1 1 0,5-10 0,25-59 72,-25 55-124,1-3-24,12-31-32,-19 48 13,-1 0 0,0 0 0,0 0 0,0 0 0,-1 0 0,0 0 0,0 0 0,0-8 0,-1 13 12,1-1-1,0 1 1,0-1 0,0 0 0,0 1 0,0-1-1,-1 1 1,1-1 0,0 1 0,-1-1 0,1 1-1,0-1 1,-1 1 0,1-1 0,0 1 0,-1-1 0,1 1-1,-1-1 1,1 1 0,-1 0 0,1-1 0,-1 1-1,1 0 1,-1-1 0,0 1 0,1 0 0,-1 0 0,0-1-1,-1 1-15,0 0 0,0 0-1,0 0 1,0 1 0,1-1-1,-1 0 1,0 1 0,0-1-1,-3 2 1,-34 20-366,-13 19 301,29-16-1150,7 1-4469,14-18 2454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11.2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48 17564,'0'15'841,"0"43"7,2 0-1,10 60 0,-12-115-844,0 1 1,1-1-1,0-1 0,0 1 0,0 0 0,0 0 1,0 0-1,0 0 0,1-1 0,0 1 0,-1-1 0,1 1 1,4 3-1,-6-5 2,1-1 0,0 1 0,0-1 0,0 1 0,-1-1 0,1 0 0,0 1 0,0-1-1,0 0 1,0 0 0,0 1 0,0-1 0,0 0 0,0 0 0,0 0 0,0 0 0,0 0 0,0-1 0,2 1 7,-1-1 1,0 0-1,0 0 1,0 0-1,0 0 1,-1 0-1,1 0 1,0 0-1,0-1 1,2-1-1,5-8 49,1 1-1,-1-1 0,-1 0 1,0-1-1,-1 0 0,0 0 1,8-23-1,-2 0 8,15-60 0,-27 91-68,0-1 0,0 1 0,-1 0 1,1 0-1,-1 0 0,0-1 0,-1 1 0,1 0 0,0 0 1,-1-1-1,0 1 0,-3-8 0,3 11 1,0-1-1,0 0 0,0 1 1,0-1-1,0 1 1,0 0-1,-1-1 1,1 1-1,-1 0 1,1 0-1,-1 0 1,1 0-1,-1 0 0,1 0 1,-1 0-1,0 0 1,0 1-1,1-1 1,-1 1-1,0-1 1,0 1-1,0 0 0,0 0 1,1 0-1,-1 0 1,0 0-1,0 0 1,0 0-1,0 0 1,-2 1-1,-4 2-96,-1 0 0,1 0 0,0 1 0,0-1-1,1 2 1,-1-1 0,1 1 0,0 0 0,0 1 0,0 0 0,1 0 0,0 0 0,0 1-1,-6 8 1,-11 17-540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13.9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1033 49 6281,'1'1'1373,"-15"-5"-1845,-89-25-2515,73 23 3698,0 1 1,-1 2 0,-42 0 0,52 4 53,0 0 0,-1 2 0,1 0 0,0 2 0,-36 12 0,40-10-743,1 0 1,-1 1-1,2 1 0,-21 15 1,6 1 92,2 0 1,0 2 0,2 1-1,1 1 1,1 1-1,2 1 1,1 1-1,-31 64 1,14-11 134,4 1 1,-34 136-1,37-101-185,-16 143 1,39-190-71,3 0 0,3 0 1,11 96-1,-4-130-7,2 0 0,2 0 0,1-1 0,3-1 0,1 0 0,1-1 0,2 0 0,2-1 0,28 40 0,-30-52-24,1-1 1,1-1-1,2 0 1,0-2-1,40 31 1,-43-39 8,1 1 0,1-2 0,0-1 0,0 0 0,1-2 0,1 0 0,-1-1 0,23 3 0,-10-5 19,-1-2 1,0-2 0,1-1-1,-1-1 1,1-2-1,-1-1 1,0-2 0,0-1-1,33-13 1,45-19 30,127-64 1,-223 96-13,41-19 26,378-188 901,-351 167-808,-2-3 0,-2-4 1,74-67-1,-125 97-303,-1-2-1,-1 0 1,-2-2-1,-1-1 1,-1-1-1,-1 0 0,-2-2 1,22-47-1,-25 38 97,-3-1 0,-1 0-1,-2-1 1,-1 0-1,-3 0 1,-2-1 0,-1 0-1,-4-48 1,-2 52 70,-1 0 1,-2 0-1,-2 0 0,-1 0 1,-2 2-1,-2-1 1,-2 1-1,-37-68 0,39 85-15,-1 0 0,-1 0 0,-1 1 0,-1 1 0,-1 1 0,0 0 0,-1 2-1,-1 0 1,-1 1 0,0 1 0,-1 1 0,0 1 0,-27-11 0,9 9 271,0 1 1,-1 3 0,-1 1-1,1 1 1,-56-1 0,12 6 1650,-136 14 0,-46 29 119,215-28-2094,1 2 1,1 3-1,-52 24 1,10 9-220,87-47 281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49.2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20012,'14'133'-386,"5"144"374,22 821 124,4 599-50,39 476-64,-64-1300 154,5 394 586,-24-1242-725,18 648 392,8-415-358,-22-230-436,1-1 0,2-1 0,0 1 0,2-1 0,1-1 0,1 0 0,18 29 0,22 12-1172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49.9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1108 19180,'579'-62'1401,"-6"-29"-1316,-81 12-49,719-95 77,151-23 42,1055-143-798,-1984 287-450,157-19-5236,-278 32 4498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50.9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5931 17236,'-13'0'1253,"10"0"-262,6-3-319,3-3-473,0 1 0,1-1-1,10-5 1,-3 2-67,349-250 812,-57 40-818,1403-1014 1611,-852 556-1593,-21-28-206,-638 536 52,183-165-10,365-416-1,-306 239-285,-32-26-1054,-248 289 411,-27-1 227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52.0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324 10 16203,'0'0'1534,"1"-4"1638,-1 4-3159,0 0 0,1 0 1,-1 0-1,0 0 0,0 0 0,0-1 0,0 1 1,0 0-1,0 0 0,0 0 0,0 0 1,0-1-1,0 1 0,0 0 0,0 0 0,0 0 1,0-1-1,0 1 0,0 0 0,0 0 0,0 0 1,0 0-1,0-1 0,0 1 0,0 0 1,-1 0-1,1 0 0,0 0 0,0 0 0,0-1 1,0 1-1,0 0 0,0 0 0,0 0 0,-1 0 1,1 0-1,0 0 0,0 0 0,0-1 1,0 1-1,-1 0 0,1 0 0,0 0 0,0 0 1,0 0-1,0 0 0,-1 0 0,0 0-10,0 0 0,-1 0 0,1 1 0,0-1 0,-1 0 0,1 1 0,0-1 0,0 1-1,0-1 1,-1 1 0,1 0 0,0-1 0,0 1 0,0 0 0,0 0 0,0 0 0,0 0 0,-1 1 0,-15 24 5,14-20-5,-103 218-1,8-15-908,75-169-738,-6-3-4689,7-17 3846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52.3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17068,'0'0'2400,"0"2"-1720,16 33-360,9-18-40,4 13-112,4 7-80,11 8-48,-2 6-40,14-4 0,3-5-24,-1-9-816,-4-8-5673,-12-6 4745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52.5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21469,'2'64'480,"5"6"-192,12 2-328,9 3-296,0-9-248,5-13 279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53.7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390 0 19028,'-70'84'712,"5"11"-384,1 3-184,11 1-136,8-6 8,13-20-104,8-13-144,6-27-936,10-12-2401,-3-23 2009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53.9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61 9354,'5'-19'672,"9"4"504,-3 1-111,3 7 1151,1 1-15,6 8-553,4 9-664,15 11-128,9 15-96,14 12-327,7 7-177,8 7-216,4-4-192,-6-8-2441,-3-2 1361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54.3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29 13955,'-2'2'181,"1"1"0,-1-1 0,1 0 1,0 1-1,0-1 0,0 1 0,0-1 0,0 1 0,0 0 0,0 3 1,1-6-161,0 1 1,0-1 0,0 0 0,0 1 0,0-1-1,0 1 1,0-1 0,0 1 0,0-1 0,0 1-1,0-1 1,0 0 0,0 1 0,1-1 0,-1 1 0,0-1-1,0 0 1,1 1 0,-1-1 0,0 1 0,0-1-1,1 0 1,-1 1 0,1-1 0,0 1 36,0-1 0,0 0 1,0 0-1,0 0 0,0 0 0,0 0 0,0 0 1,0 0-1,-1 0 0,1 0 0,0 0 1,0 0-1,0-1 0,0 1 0,0 0 1,0-1-1,1 0 0,6-3 587,0-1 0,0 0-1,11-10 1,-10 8-307,0 0 1,18-9-1,-24 14-318,-1 1 0,1 0 1,0 0-1,-1 0 1,1 0-1,0 1 0,0-1 1,0 1-1,0 0 0,0 0 1,-1 0-1,1 0 1,0 0-1,0 0 0,4 2 1,-5-1-20,1 0 0,-1 0 0,0 0 1,0 0-1,0 0 0,-1 1 1,1-1-1,0 1 0,0-1 0,-1 1 1,1 0-1,-1 0 0,0 0 1,1 0-1,-1 0 0,0 0 1,0 0-1,0 0 0,0 0 0,-1 0 1,1 0-1,0 4 0,1 2 0,-1 1-1,0-1 0,-1 1 1,0 0-1,0 8 1,-2-2-2,0-1 1,-1 1 0,-1-1 0,0 0-1,-1 0 1,-7 14 0,-45 78 23,7-16 201,48-87-205,1 0-1,-1 0 1,1 0-1,0 0 1,0 0 0,0 0-1,0 1 1,1-1-1,-1 0 1,1 0 0,0 1-1,0-1 1,0 0 0,0 1-1,0-1 1,2 4-1,-2-6-12,1 0 0,-1 0 0,1 0 0,0 0 0,-1 0 0,1 0 0,0 0 0,0-1 0,0 1 0,0 0 0,0 0 0,-1-1 0,1 1 0,1 0 0,-1-1 0,0 1 0,2 0 0,0 0-13,0-1 1,0 1-1,0-1 0,0 1 1,1-1-1,-1 0 0,0 0 1,6-2-1,5 0-191,-1-1 0,0-1 0,24-10 0,39-23-4279,-53 25 2192,50-23-677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55.0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616 0 20612,'-23'7'561,"-5"13"-457,-4 11-136,-15 21-24,-2 15-32,-12 17 80,-5 0-57,1-4-215,-3-8-192,5-20-1056,4-10-2353,4-23 2065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55.2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 15555,'40'-7'1321,"5"7"455,6 6-960,10 20 8,2 5-47,10 18-441,4 2-104,7-1-224,4-4-200,-10-16-3529,-3-9 2048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55.7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207 43 20260,'11'-7'152,"0"0"0,1 2 0,0-1 0,0 1 0,21-5 0,-29 9-163,0 0 0,1 1 0,-1-1 0,0 1 1,1 0-1,-1 0 0,0 1 0,1-1 0,-1 1 0,0 0 1,0 0-1,1 0 0,-1 1 0,0-1 0,0 1 1,-1 0-1,1 0 0,0 1 0,-1-1 0,7 6 0,-9-7-24,0 0 0,-1 0 0,1 0 0,0 0 0,0 0 0,-1 0 0,1 0 0,0 0 0,-1 1 0,1-1 0,-1 0 0,0 0 0,1 0 0,-1 1 0,0-1 0,0 0 0,0 1 0,0-1 0,0 0 0,0 0 0,0 1 0,0-1 0,-1 0 0,1 0 0,0 1 0,-1-1 0,1 0 0,-1 0 0,1 0 0,-1 1 0,1-1 0,-1 0 0,-1 1 0,-3 5-152,-1 0 0,0 0 0,-13 11 0,9-8 108,-14 13 329,1 1 0,2 1 0,0 1 0,-20 35 1,40-60-236,0 0 0,0 0 1,1 1-1,-1-1 0,0 0 1,1 0-1,-1 0 0,1 1 1,0-1-1,-1 0 0,1 1 1,0-1-1,0 0 0,0 1 1,0-1-1,0 0 0,0 1 0,0-1 1,0 0-1,0 1 0,1-1 1,-1 0-1,1 1 0,-1-1 1,1 0-1,-1 0 0,1 1 1,1 1-1,1-1-8,-1 0-1,1 0 1,0-1 0,0 1-1,0 0 1,0-1 0,0 0-1,0 1 1,0-1-1,0-1 1,5 2 0,15 3 0,-8-3-7,0 1 1,0 1 0,23 9 0,-36-12 5,1 0 0,0 0 0,-1 1 0,1-1 1,-1 1-1,0-1 0,0 1 0,1 0 0,-1 0 1,0 0-1,0 0 0,-1 0 0,1 0 0,0 1 0,-1-1 1,1 0-1,-1 1 0,0-1 0,0 1 0,0 0 1,0-1-1,0 1 0,-1 0 0,1 0 0,0 4 0,-2-4 11,1 1 0,-1 0 0,0-1 0,0 1 0,0-1 0,0 1-1,-1-1 1,1 0 0,-1 1 0,0-1 0,0 0 0,0 0 0,0 0 0,-1 0-1,1-1 1,-1 1 0,0-1 0,-3 3 0,-8 6 61,-1-1-1,-23 12 1,26-15-37,-16 9 90,-50 19 0,67-31-160,1 0 1,-1-1 0,0-1 0,0 1 0,0-2 0,0 0 0,0 0-1,-18-2 1,25 1-36,0-1-1,0 1 1,0-1-1,0 0 1,0 0 0,1-1-1,-1 1 1,-6-5-1,6 4-5,1-2 0,0 1 0,-1 0 0,2-1 0,-1 1-1,-5-8 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57.2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710 0 12859,'-53'59'808,"-13"20"-184,-14 19-408,-23 24-168,-14 13-192,-23 27-2288,-11 13 2103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57.6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855 1 12331,'-71'87'552,"-20"28"-360,-17 23-192,-27 34-240,-10 15-384,-9 12-1273,4-2 1265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4:57.9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668 1 18708,'-22'33'584,"-10"40"-280,-15 27-232,-25 45-160,-15 19-128,-41 23-2056,-8 4-4146,-7-6 4994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03.5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163 137 10954,'-1'0'-356,"-2"2"2479,13-1-393,0-2-1677,0 0 1,0-1-1,0 0 0,0-1 1,11-4-1,-18 6 55,0 0 1,0 0-1,0-1 0,0 1 0,0-1 1,0 0-1,0 0 0,0 0 1,-1 0-1,1 0 0,-1 0 1,0-1-1,1 1 0,-1-1 1,0 1-1,0-1 0,-1 0 1,1 0-1,-1 0 0,1 0 1,-1 0-1,1-6 0,-2 7-51,0-1-1,0 1 0,0 0 0,-1-1 0,1 1 1,-1 0-1,0 0 0,1 0 0,-1 0 1,0 0-1,0 0 0,-1 0 0,1 0 0,0 0 1,0 0-1,-1 0 0,0 1 0,1-1 1,-1 1-1,0-1 0,1 1 0,-1-1 0,0 1 1,0 0-1,0 0 0,0 0 0,-1 0 1,-3-1-1,-4-1 7,0 0 0,1 0 0,-2 1 0,1 1 0,-11-1 0,6 1-9,0 1 1,0 1-1,-27 4 1,35-3-67,-1-1 1,1 2-1,-1-1 1,1 1 0,0 0-1,0 0 1,0 1 0,1 0-1,-9 6 1,14-9-87,-1 0-1,1 1 1,-1-1 0,1 1 0,0-1 0,0 1-1,0 0 1,-1 0 0,2-1 0,-1 1-1,0 0 1,-1 3 0,2-5-73,0 1-1,0 0 1,0 0-1,0 0 1,0 0-1,0 0 1,0-1-1,0 1 1,0 0-1,1 0 1,-1 0-1,0 0 1,0-1-1,1 1 1,-1 0-1,1 0 1,-1-1-1,1 1 1,-1 0-1,1-1 1,-1 1 0,1 0-1,-1-1 1,1 1-1,0-1 1,-1 1-1,1-1 1,0 1-1,0-1 1,-1 1-1,2-1 1,25 10-1454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03.9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276 69 17756,'-22'-2'575,"0"1"1,0 0-1,0 2 0,-24 3 1,34-1-534,-1-1 0,1 2 0,0-1 1,0 2-1,0-1 0,0 2 0,1 0 0,-14 9 0,23-14-41,1 0 0,-1 0-1,1 0 1,-1 0-1,1 0 1,0 0-1,0 0 1,-1 1-1,1-1 1,0 0 0,0 1-1,0-1 1,1 1-1,-1-1 1,0 1-1,0 0 1,0 2-1,1-3 0,0-1 0,0 1 0,0-1 0,0 1 0,1-1 0,-1 1 0,0-1 0,0 1 0,0-1 0,0 0 0,1 1 0,-1-1 0,0 1 0,0-1 0,1 0 0,-1 1 0,0-1 0,1 1 0,-1-1 0,1 0 0,-1 1 0,1-1-1,18 5 0,-6-5 6,-1 0 0,1-2 0,-1 1 0,1-2 0,-1 1 0,0-2 0,0 1 0,0-2 0,-1 0-1,1 0 1,-1-1 0,-1 0 0,1-1 0,-1 0 0,0-1 0,0 0 0,11-13 0,-20 20-3,1 0 1,-1 0-1,0-1 1,0 1 0,0 0-1,0 0 1,0-1 0,-1 1-1,1-1 1,0 1 0,-1-1-1,1 1 1,-1-1 0,1 1-1,-1-1 1,0 0-1,1 1 1,-1-1 0,0 0-1,0 1 1,0-1 0,0 1-1,-1-1 1,1 0 0,0 1-1,-1-1 1,1 1 0,-1-1-1,1 1 1,-1-1-1,-1-1 1,0 1 5,0 0 0,1 1 0,-1 0 0,0-1 0,0 1 0,0 0 0,0 0 0,0 0 0,0 0 0,0 0 0,0 1 1,0-1-1,0 1 0,-1-1 0,1 1 0,0 0 0,0 0 0,-1 0 0,1 0 0,0 0 0,0 0 0,-3 1 0,-3 1-8,1 0 0,-1 0 0,1 1-1,-11 4 1,16-6-34,0 1-1,-1-1 1,1 0-1,0 1 1,0-1-1,-1 1 0,1 0 1,1-1-1,-1 1 1,0 0-1,0 0 1,1 0-1,-1 1 0,1-1 1,-1 0-1,-1 5 1,3-7-20,0 1 1,0 0-1,0-1 1,0 1-1,0-1 0,0 1 1,0 0-1,0-1 1,0 1-1,1-1 1,-1 1-1,0 0 1,0-1-1,0 1 1,1-1-1,-1 1 0,0-1 1,1 1-1,-1-1 1,0 1-1,1-1 1,-1 1-1,1-1 1,-1 0-1,0 1 0,1-1 1,-1 0-1,1 1 1,0-1-1,0 1 1,18 4-1733,10-3 165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04.3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238 96 20820,'-8'-2'109,"-12"-4"121,0 2 0,-36-5 0,51 8-234,1 1 1,0-1-1,0 1 1,-1 1-1,1-1 0,0 0 1,-1 1-1,1 0 1,0 0-1,0 0 0,0 1 1,0-1-1,0 1 0,0 0 1,0 0-1,1 0 1,-1 1-1,1 0 0,0-1 1,-4 5-1,6-6-16,0 0-1,0 1 1,0-1 0,0 1-1,1-1 1,-1 1-1,1 0 1,-1-1 0,1 1-1,-1 0 1,1-1-1,0 4 1,0-3-101,7-2 19,0-1 133,0-1-1,0 1 1,-1-1-1,1-1 1,0 0 0,-1 0-1,0 0 1,1 0-1,6-6 1,57-45 188,-63 49-214,14-17 20,-21 21-24,0 1-1,0 0 0,1-1 0,-1 1 1,0-1-1,0 1 0,0-1 0,0 1 1,0-1-1,0 1 0,0-1 0,1 1 0,-1-1 1,0 1-1,-1-1 0,1 1 0,0 0 1,0-1-1,0 1 0,0-1 0,0 1 1,0-1-1,-1 1 0,1-1 0,0 1 1,0 0-1,-1-1 0,1 1 0,0-1 0,0 1 1,-1 0-1,1-1 0,0 1 0,-1 0 1,1-1-1,-1 1 0,1 0 0,0 0 1,-1 0-1,1-1 0,-1 1 0,1 0 0,-1 0 1,1 0-1,-1 0 0,1 0 0,-1 0 1,1 0-1,-1 0 0,1 0 0,0 0 1,-1 0-1,1 0 0,-2 0 0,-5 0 3,0 0-1,-1 0 1,1 0 0,0 1-1,-1 1 1,1-1-1,0 1 1,0 0 0,0 1-1,-7 3 1,-10 5 1,-32 21 1,55-32-24,-24 19 71,24-19-87,0 1 1,0-1-1,1 1 1,-1-1-1,0 1 0,1-1 1,-1 1-1,0 0 1,1-1-1,-1 1 1,1 0-1,-1-1 1,1 1-1,-1 0 1,1 0-1,0-1 1,-1 1-1,1 0 0,0 0 1,-1 0-1,1 0 1,0 0-1,0-1 1,0 1-1,0 0 1,0 0-1,0 0 1,0 0-1,0 0 1,1 1-1,10 1-2657,9-5 652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04.6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279 112 19132,'-1'0'792,"-51"1"-284,0 2 0,0 3 1,-56 12-1,95-14-496,22-2-14,22-4-7,2-3 2,51-14 0,-71 15 6,0-1-1,0 0 0,-1-1 1,0 0-1,0-1 0,21-15 1,-31 21 4,-1-1 0,1 0 0,0 0 0,0 0 0,-1 0-1,1 0 1,-1 0 0,0 0 0,0 0 0,0-1 0,0 1 0,0 0 0,0-1 0,0 1 0,-1-1 0,1 1 0,-1-4 0,0 5-1,0 0 0,0 0 0,0 0-1,0 0 1,0 0 0,-1 0 0,1 0 0,0 0 0,-1 1-1,1-1 1,0 0 0,-1 0 0,1 0 0,-1 1 0,1-1-1,-1 0 1,0 0 0,1 1 0,-2-2 0,0 1-1,1 1 0,-1-1 0,1 0 0,0 1 0,-1-1 0,0 1 0,1 0 0,-1-1 0,1 1 0,-1 0 0,1 0 0,-1 0 0,0 0 0,1 0 0,-3 1 0,-2 0-113,0 1 0,0 0 0,1 0 0,-1 1 0,0-1 0,-6 5 0,-3 1-373,18-6-614,15 7 400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05.0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358 92 15155,'-13'-5'1845,"0"0"-1,-21-3 1,20 6-1484,0 0 0,-24 1 0,30 1-388,-1 0-1,0 1 1,1 0 0,-1 1 0,1 0 0,0 0 0,0 0 0,0 1 0,0 1 0,0-1-1,0 1 1,-11 8 0,8-1 23,11-11 4,0 0 0,0 0 1,1 0-1,-1 0 0,0 0 0,0 0 0,0 0 0,0 0 0,0 0 0,0 0 1,0 0-1,0 0 0,0 0 0,0 0 0,1 0 0,-1 0 0,0 0 0,0 0 1,0 0-1,0 0 0,0 0 0,0 0 0,0 0 0,0 0 0,0 0 0,0 0 1,0 0-1,0 0 0,1 0 0,-1 0 0,0 0 0,0 0 0,0 1 0,0-1 1,0 0-1,0 0 0,0 0 0,0 0 0,0 0 0,0 0 0,0 0 0,0 0 1,0 0-1,0 0 0,0 0 0,0 1 0,0-1 0,0 0 0,0 0 0,0 0 1,0 0-1,0 0 0,0 0 0,0 0 0,0 0 0,0 0 0,0 0 0,0 0 1,0 1-1,0-1 0,0 0 0,0 0 0,-1 0 0,1 0 0,6 1 9,-1 0 0,0-1 0,1 0 0,-1 0-1,0 0 1,1-1 0,-1 1 0,0-1 0,0 0-1,0-1 1,10-3 0,2-2 14,0-1-1,21-13 1,-36 21-22,-1-1 0,1 0 1,-1 0-1,1 0 1,-1 0-1,0 0 1,1 0-1,-1-1 0,0 1 1,0 0-1,0-1 1,0 1-1,0 0 0,0-1 1,0 0-1,0 1 1,-1-1-1,1 1 1,-1-1-1,1 0 0,-1 1 1,0-1-1,1 0 1,-1 1-1,0-1 0,0 0 1,0 0-1,-1-2 1,0 2-1,1 0 1,-1 0 0,0 1 0,0-1-1,0 0 1,0 1 0,-1-1-1,1 1 1,0-1 0,-1 1 0,1-1-1,-1 1 1,1 0 0,-1 0-1,0 0 1,1 0 0,-1 0 0,0 0-1,0 1 1,0-1 0,0 0-1,0 1 1,0 0 0,-3-1 0,-5 0-19,0 1 0,0 0 0,-1 1 1,1 0-1,0 0 0,0 1 0,0 1 1,1-1-1,-1 2 0,1-1 0,-1 1 0,-10 7 1,13-7-401,-1 1 0,0 0 0,1 0-1,0 1 1,0 0 0,1 0 0,0 1 0,-9 10 0,-8 30-1569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05.4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260 61 20956,'-3'-3'8,"1"-1"0,-1 1 0,0 0 0,-1 0-1,1 0 1,0 0 0,-1 0 0,0 1 0,1 0 0,-1-1-1,0 1 1,0 1 0,0-1 0,-1 1 0,1-1-1,0 1 1,-1 1 0,1-1 0,0 0 0,-1 1-1,1 0 1,-1 0 0,1 0 0,0 1 0,-1 0-1,1-1 1,0 2 0,-1-1 0,1 0 0,0 1-1,0 0 1,0 0 0,0 0 0,0 0 0,1 1-1,-1-1 1,1 1 0,-1 0 0,-4 5 0,7-7 297,13-2-117,22-7-172,-34 8-16,1 0 1,0 0-1,0 0 1,-1 0-1,1-1 1,0 1-1,0 0 1,-1 0-1,1-1 1,0 1-1,-1-1 1,1 1-1,-1 0 0,1-1 1,0 1-1,-1-1 1,1 1-1,-1-1 1,1 0-1,-1 1 1,0-1-1,1 1 1,-1-1-1,1 0 1,-1 1-1,0-1 0,0 0 1,1 0-1,-1 1 1,0-1-1,0 0 1,0 0-1,0 1 1,0-1-1,0 0 1,0 0-1,0 1 1,0-1-1,0-1 0,-1 1 1,0 0 0,1 0 0,-1-1 0,0 1 0,0 0 0,0 0 0,0 0 0,0 0 0,0 0 0,0 0 0,0 1 0,0-1 0,0 0 0,0 0 0,-1 1 0,1-1 0,-2 0 0,-2 0 2,-1-1 0,0 1 0,0 0-1,-1 1 1,1 0 0,0 0 0,0 0 0,0 1 0,0-1 0,0 1-1,0 1 1,0-1 0,0 1 0,1 0 0,-1 1 0,1-1 0,-1 1-1,1 0 1,0 0 0,-9 8 0,13-10-5,0-1 0,0 1 0,1 0 1,-1 0-1,0 0 0,0 0 0,1 0 0,-1 0 0,1 0 0,-1 0 1,1 0-1,-1 0 0,1 0 0,0 0 0,-1 1 0,1-1 0,0 0 1,0 0-1,0 0 0,0 0 0,0 2 0,0-2-19,1 0-1,-1 0 1,1 0 0,-1 0-1,1 0 1,0-1 0,-1 1-1,1 0 1,0 0-1,-1 0 1,1-1 0,0 1-1,0 0 1,0-1 0,0 1-1,0-1 1,2 2-1,3 0-341,1 0-1,-1 0 0,1 0 0,-1-1 0,14 1 0,8-1-569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05.8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48 21549,'1'2'14,"0"1"0,0 0 1,1 0-1,-1 0 1,1-1-1,-1 1 1,1-1-1,0 0 1,0 1-1,0-1 0,1 0 1,-1 0-1,0 0 1,1 0-1,-1-1 1,1 1-1,0-1 0,0 1 1,-1-1-1,6 2 1,6 1-171,0 0 0,26 5 1,-30-6 123,-9-3 41,0 1 1,1-1 0,-1 1 0,0-1-1,1 0 1,-1 1 0,0-1 0,1 0-1,-1 0 1,0 0 0,1 0 0,-1 0-1,1-1 1,-1 1 0,0 0 0,1-1 0,-1 1-1,0 0 1,0-1 0,1 0 0,-1 1-1,0-1 1,0 0 0,2-1 0,34-19-22,-27 14-83,-10 2 63,-2-4 21,-3-29 5,5 37 9,-2-10 96,-4 8 30,-3 1-55,-27-7 51,35 9-122,1-1 0,0 1-1,-1 0 1,1 0-1,0 0 1,-1-1 0,1 1-1,-1 0 1,1 0 0,0 0-1,-1 0 1,1 0 0,-1 0-1,1 0 1,-1 0-1,1 0 1,0 0 0,-1 0-1,1 0 1,-1 0 0,1 0-1,-1 1 1,1-1-1,0 0 1,-1 0 0,1 0-1,0 0 1,-1 1 0,1-1-1,0 0 1,-1 1-1,1-1 1,-1 1 0,-3 2 4,1-1-21,0 1-1,0-1 1,1 1-1,-1 0 1,0 0-1,1 0 1,0 0-1,0 0 0,0 0 1,0 1-1,0-1 1,-2 6-1,4-8-2,1 0 0,-1-1 1,0 1-1,0-1 0,0 1 0,0 0 0,1-1 0,-1 1 0,0-1 0,1 1 0,-1-1 0,0 1 0,1 0 0,-1-1 0,1 0 0,-1 1 0,0-1 1,1 1-1,0-1 0,-1 1 0,1-1 0,-1 0 0,1 0 0,-1 1 0,1-1 0,0 0 0,-1 0 0,1 1 0,-1-1 0,1 0 0,0 0 1,-1 0-1,1 0 0,0 0 0,-1 0 0,1 0 0,0 0 0,-1 0 0,2-1 0,30-2-670,5-8 244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06.3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103 235 2841,'0'0'858,"-6"-4"3342,-9-10-413,1 0 1,-20-28-1,33 41-3294,10-1-584,1 0 39,10-3-54,-1 0 0,34-13 1,-49 16 119,0 0 0,0 0 0,0 0 0,0 0 0,0 0 0,-1-1 0,1 0 0,-1 1 0,0-1 0,1-1 0,-1 1 0,0 0 0,-1-1 0,1 0 0,-1 1 0,0-1 0,0 0 0,0 0 0,2-7 0,-3 9-2,-1 0 0,1 0 0,-1 0 0,0 0 0,0 0 0,0 0 0,0 0 0,0 0 0,-1 0 0,1 0 0,0 1 0,-1-1 0,0 0 0,1 0 0,-1 0 0,0 1 0,0-1 0,0 0 0,0 1 0,0-1 0,0 0 0,-1 1 0,1 0 0,0-1 0,-1 1 0,1 0 0,-1 0 0,1-1 0,-1 1 0,0 1 0,1-1 0,-1 0 0,0 0 0,0 1 0,0-1 0,-2 0 1,-3 0 13,1-1 0,0 2 0,-1-1 1,1 1-1,0 0 0,-1 0 1,1 0-1,0 1 0,-12 3 1,10-2-12,0 1-1,1 0 1,-1 1 0,1 0 0,0 0 0,-13 10 0,17-12-45,1 0 0,-1 0 0,1 0 0,-1 1 0,1-1 0,0 1 0,0 0 0,0-1 0,1 1 0,-1 0 0,1 0 1,-1 0-1,1 0 0,0 0 0,0 0 0,0 1 0,1-1 0,-1 0 0,1 6 0,0-7-77,0 0 1,0 0-1,1-1 0,-1 1 1,1 0-1,0-1 1,-1 1-1,1-1 0,0 1 1,0-1-1,0 1 1,0-1-1,0 1 0,2 1 1,26 17-1038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06.7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57 19668,'-5'-8'305,"4"6"-258,-1 0 0,1-1 0,0 1 1,0 0-1,0-1 0,0 1 0,0 0 0,1-1 0,-1 1 0,1-1 0,-1 1 0,1-1 0,0-4 0,0 6-47,0 1 0,0 0 0,0 0-1,0 0 1,0 0 0,0 0-1,0 0 1,0 0 0,0 0 0,0-1-1,0 1 1,0 0 0,0 0-1,0 0 1,0 0 0,0 0 0,0 0-1,0 0 1,0 0 0,0 0 0,0 0-1,-1 0 1,1-1 0,0 1-1,0 0 1,0 0 0,0 0 0,0 0-1,0 0 1,0 0 0,0 0-1,0 0 1,-1 0 0,1 0 0,0 0-1,0 0 1,0 0 0,0 0-1,0 0 1,0 0 0,0 0 0,0 0-1,-1 0 1,1 0 0,0 0-1,0 0 1,0 0 0,0 0 0,0 0-1,0 0 1,0 0 0,0 0 0,0 0-1,0 1 1,-1-1 0,1 0-1,-3 1 3,-1 0 0,1 0 0,-1 0 0,1 0-1,-1 1 1,1 0 0,0-1 0,0 1 0,0 1 0,0-1-1,0 0 1,0 1 0,1-1 0,-1 1 0,1 0-1,0 0 1,0 0 0,0 0 0,0 0 0,0 0-1,1 1 1,-1-1 0,1 1 0,0-1 0,0 1-1,0-1 1,0 5 0,1-7 2,0 1-1,-1-1 1,1 1 0,0-1 0,1 0-1,-1 1 1,0-1 0,0 0-1,1 1 1,-1-1 0,0 0-1,1 1 1,-1-1 0,1 0-1,0 0 1,-1 0 0,1 1-1,0-1 1,0 0 0,0 0 0,0 0-1,0 0 1,0 0 0,0-1-1,0 1 1,0 0 0,0 0-1,0-1 1,0 1 0,1 0-1,-1-1 1,0 0 0,1 1 0,-1-1-1,0 0 1,1 1 0,-1-1-1,0 0 1,1 0 0,-1 0-1,0 0 1,1 0 0,-1-1-1,1 1 1,0-1 0,5 1 11,-1-2 0,0 1 0,0-1 0,0 0-1,0 0 1,0-1 0,-1 0 0,9-5 0,-9 5-12,1-2 0,-1 1-1,0 0 1,0-1 0,-1 0-1,1 0 1,5-9 0,-10 13-3,1 0 0,-1 0 0,1 0 0,-1 0 0,1 0 0,-1-1 0,0 1 0,1 0 0,-1 0 0,0-1 0,0 1 0,0 0 0,0 0 0,0-1-1,0 1 1,0 0 0,-1 0 0,0-2 0,1 1 4,-1 0-1,-1 1 0,1-1 0,0 1 0,0-1 0,-1 1 0,1 0 1,0 0-1,-1-1 0,1 1 0,-1 0 0,0 0 0,1 0 0,-1 1 1,0-1-1,-2-1 0,1 1 23,-1 1 0,1-1 0,0 0 0,-1 1 1,1-1-1,-1 1 0,1 0 0,-1 1 0,1-1 0,0 0 1,-1 1-1,1 0 0,-1 0 0,1 0 0,0 0 0,0 0 1,0 1-1,0-1 0,0 1 0,-3 2 0,4-3-90,1 0 0,-1 0 0,1 1 0,0-1 0,0 0 0,0 1 0,0-1 0,0 0 0,0 1 0,0-1 0,0 1 0,0 0 0,1-1 0,-1 1 0,1 0 0,-1 3 0,1-3-242,0 0 1,0 0-1,0-1 1,1 1-1,-1 0 1,0 0-1,1 0 1,0 0 0,-1 0-1,1 0 1,0-1-1,0 1 1,0 0-1,0-1 1,1 1-1,-1-1 1,0 1 0,3 1-1,14 10-2330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07.4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 12 11883,'0'-1'182,"0"1"0,0-1 0,0 1 1,0-1-1,0 1 0,0 0 1,0-1-1,0 1 0,0-1 1,0 1-1,-1-1 0,1 1 0,0 0 1,0-1-1,0 1 0,-1 0 1,1-1-1,0 1 0,0 0 1,-1-1-1,1 1 0,0 0 0,-1-1 1,1 1-1,0 0 0,-1 0 1,1 0-1,-1-1 0,1 1 1,-1 0-1,-11 6 987,10-4-1173,0 1-1,0-1 0,0 0 1,1 1-1,-1 0 1,1-1-1,-1 1 1,1 0-1,-2 3 0,0 12 167,-2-1-1,0 0 0,-1 0 1,-11 20-1,16-34-31,0-1 55,0 1 0,-1 0 1,1-1-1,1 1 0,-1 0 1,0-1-1,1 1 1,-1 3-1,16-15 256,21-38-287,-15 17-153,-20 30-11,-1 0 10,0 0 0,0 0-1,0-1 1,0 1-1,0 0 1,0 0 0,0 0-1,1 0 1,-1 0 0,0 0-1,0 0 1,0 0 0,0-1-1,0 1 1,0 0 0,0 0-1,0 0 1,0 0-1,0 0 1,0 0 0,0 0-1,0-1 1,0 1 0,0 0-1,0 0 1,0 0 0,0 0-1,0 0 1,0 0 0,0-1-1,0 1 1,0 0-1,0 0 1,0 0 0,0 0-1,-1 0 1,1 0 0,0 0-1,0 0 1,0-1 0,0 1-1,0 0 1,0 0 0,0 0-1,0 0 1,0 0 0,-1 0-1,1 0 1,0 0-1,0 0 1,0 0 0,0 0-1,0 0 1,0 0 0,-1 0-1,1 0 1,0 0 0,0 0-1,0 0 1,0 0 0,0 0-1,0 0 1,0 0-1,-1 0 1,1 0 0,0 0-1,0 0 1,0 0 0,0 0-1,-2 0 3,0 0 0,0 0 0,0 0 0,0 1 0,0-1 0,0 0 0,0 1-1,0-1 1,0 1 0,0 0 0,0 0 0,1 0 0,-1 0 0,0 0 0,1 0 0,-1 0 0,1 0-1,-1 1 1,1-1 0,-1 1 0,1-1 0,0 1 0,0-1 0,0 1 0,0 0 0,0-1-1,-2 5 1,2-3-63,0-1-1,-1 1 1,1 0-1,0 0 1,0 0 0,1 1-1,-1-1 1,1 0-1,-1 0 1,1 0-1,0 0 1,0 1-1,0-1 1,1 0-1,-1 0 1,1 0-1,0 0 1,0 0 0,2 5-1,16 16-2068,13 2 321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08.0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64 104 15203,'-1'0'67,"1"-1"0,0 1 0,-1-1 0,1 1 0,0 0 0,-1-1 1,1 1-1,0-1 0,-1 1 0,1 0 0,-1 0 0,1-1 0,-1 1 0,1 0 0,0 0 0,-1-1 0,1 1 0,-1 0 0,1 0 0,-1 0 0,1 0 0,-1 0 0,1 0 0,-1 0 0,0 0 0,1 0 0,-1 0 0,1 0 0,-1 0 0,1 0 0,-2 1 0,-15 12 525,-8 24-5,23-36-430,-1 4-216,3-4 85,0-1 0,0 0 0,0 0 0,0 0-1,0 0 1,0 0 0,0 0 0,0 1 0,0-1 0,0 0 0,0 0 0,0 0 0,1 0 0,-1 0 0,0 0-1,0 0 1,0 0 0,0 1 0,0-1 0,0 0 0,0 0 0,0 0 0,0 0 0,1 0 0,-1 0 0,0 0 0,0 0-1,0 0 1,0 0 0,0 0 0,0 0 0,1 0 0,-1 0 0,0 0 0,0 0 0,0 0 0,0 0 0,0 0-1,0 0 1,1 0 0,-1 0 0,0 0 0,0 0 0,0 0 0,0 0 0,0 0 0,0 0 0,0 0 0,1 0-1,-1 0 1,0-1 0,2 1 1,1-1 1,-1 1-1,0-1 0,1 0 0,-1 0 1,0 0-1,1 0 0,-1 0 0,0-1 0,0 1 1,2-2-1,23-27 275,-25 29-295,8-12 70,3-2-36,0 0 0,14-25 0,-26 39-41,-1 1 0,0-1 0,1 0 0,-1 1 0,1-1 0,-1 1 0,0-1-1,1 0 1,-1 1 0,0-1 0,1 0 0,-1 1 0,0-1 0,0 0 0,0 1-1,0-1 1,0 0 0,0 1 0,0-1 0,0 0 0,0 0 0,0 1 0,0-1-1,0 0 1,0 1 0,-1-1 0,1 0 0,0 1 0,-1-1 0,1 0 0,0 1-1,-1-1 1,1 1 0,-1-1 0,1 1 0,0-1 0,-1 1 0,1-1-1,-1 1 1,0-1 0,1 1 0,-1 0 0,1-1 0,-1 1 0,-1-1 0,0 1 1,0-1 0,0 1 0,0 0 0,0 0 0,0 0 0,0 0 0,-1 0 0,1 0 0,0 1 1,0-1-1,0 1 0,0-1 0,0 1 0,-2 1 0,-1 0-367,1 1 0,0 1 1,0-1-1,0 1 0,0-1 0,1 1 0,-1 0 0,-4 8 0,3-6-1627,-4 7-561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13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118 274 19940,'-2'0'41,"0"-1"-1,1 0 0,-1 1 1,0 0-1,0-1 1,0 1-1,0 0 0,0 0 1,0 0-1,0 0 1,1 0-1,-1 0 0,0 1 1,0-1-1,0 1 1,0-1-1,-2 2 0,1 0-47,2 0 0,-1-1 0,0 1 0,0 0 0,0 0 0,1 0 0,-1 1 0,1-1 0,0 0 0,0 0 0,0 1 0,-2 4 0,-12 32-173,-27 78-245,41-116 428,1 0-1,0 0 1,-1-1 0,1 1 0,0 0-1,0 0 1,0 0 0,0 0 0,0-1 0,0 1-1,0 0 1,0 0 0,0 0 0,0 0-1,0-1 1,1 1 0,-1 0 0,0 0-1,0 0 1,2 1 0,-2-2 1,1 0 1,-1 0-1,1 1 0,-1-1 1,1 0-1,-1 0 0,1 1 1,0-1-1,-1 0 0,1 0 1,-1 0-1,1 0 0,0 0 1,-1 0-1,1 0 0,-1 0 1,1 0-1,0 0 0,-1-1 1,1 1-1,0 0 1,6-3 37,0 0 0,0-1 0,10-6 0,-13 7-32,39-26 37,-1-2 1,-2-2-1,53-55 0,-81 75-49,-1 0 0,0-1 0,-1 0 0,0-1 0,-1 0 0,-1 0 0,9-23-1,-15 33 5,-1 0-1,1 0 1,-1 0-1,0 0 1,-1 0-1,1 0 1,-1 0-1,0 0 1,0-1-1,-1 1 1,0 0-1,-1-8 1,0 9 2,0 0 0,0 1 0,0-1 0,0 0 0,0 1 0,-1 0 0,1-1 0,-1 1 0,0 0 0,0 0 0,0 1 0,-1-1 0,1 1 0,-1-1 0,1 1 0,-1 0 0,-6-2 0,3 1 6,1 1 1,-1 0-1,0 1 0,1-1 0,-1 1 1,0 1-1,0-1 0,0 1 0,1 0 1,-1 1-1,0 0 0,0 0 0,0 0 0,1 1 1,-9 3-1,8-3-190,0 1 0,-1 1 0,2-1 0,-1 1 0,0 0 0,1 1 0,0 0 0,0 0 0,0 0 0,0 1 0,1-1 0,0 1 0,-5 8 0,-8 21-1059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13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261 164 21405,'-8'-1'59,"1"0"0,-1 1 1,0 0-1,0 1 0,0 0 1,1 0-1,-1 1 1,0 0-1,-11 4 0,15-4-81,0 1-1,-1-1 0,1 1 0,0 0 1,0 0-1,1 0 0,-1 0 0,1 1 0,-1 0 1,1 0-1,0 0 0,1 0 0,-1 0 1,1 0-1,-1 1 0,0 4 0,-8 26-423,10-32 160,4-8-1,28-53 564,-13 28-169,-2-2 1,18-49-1,-32 78-112,-1 0-1,-1-1 1,1 1 0,0-1 0,-1 1-1,0-1 1,1 1 0,-1-1-1,-1 1 1,1-1 0,-1-4 0,0 6-3,0 1 1,1 0-1,-1-1 0,0 1 1,1-1-1,-1 1 1,0 0-1,0 0 1,0 0-1,0-1 1,-1 1-1,1 0 0,0 0 1,0 0-1,-1 1 1,1-1-1,0 0 1,-1 0-1,1 1 1,-1-1-1,1 1 0,-1-1 1,1 1-1,-1 0 1,1-1-1,-1 1 1,-1 0-1,-3 0-13,1 1-1,-1-1 1,1 1 0,-1 0-1,1 0 1,0 1 0,0-1-1,-1 1 1,1 1 0,0-1-1,1 1 1,-1-1 0,0 1-1,1 1 1,-1-1 0,1 1-1,-6 6 1,1-1-176,1 0-1,0 1 1,0 0 0,1 1-1,1 0 1,-9 18 0,0 18-387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14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49 19812,'-1'2'22,"-1"0"-1,1 0 1,0 0-1,0 0 0,0 1 1,0-1-1,0 1 1,0-1-1,0 0 1,1 1-1,0-1 1,-1 1-1,1-1 0,0 1 1,0 0-1,1 4 1,1 5-262,0-1 1,6 19 0,3 13-340,-9 41-56,-2-80 1041,9-6 619,-1-1-946,1 0 1,-1-1-1,0 0 0,-1-1 1,1 1-1,-1-1 0,1-1 0,-2 1 1,1-1-1,-1 0 0,10-13 1,-11 14-72,0-1 1,-1 0 0,1 0 0,-2-1 0,1 1-1,-1-1 1,0 0 0,0 0 0,-1 0 0,1 0-1,-2 0 1,1-1 0,-1 1 0,0-1 0,-1-10-1,0 14-7,-1 0 0,0 0 0,0 0 0,0 1-1,0-1 1,-1 0 0,1 0 0,-1 1-1,0-1 1,0 1 0,0 0 0,-1-1 0,1 1-1,-1 0 1,0 0 0,0 1 0,0-1-1,0 1 1,0-1 0,-1 1 0,1 0 0,-1 0-1,-3-1 1,1 1-2,1 0 1,0 0-1,-1 1 0,1 0 0,-1 0 0,0 0 1,1 1-1,-1-1 0,0 1 0,1 1 0,-1-1 1,0 1-1,1 0 0,-1 0 0,1 1 1,-7 2-1,5 0 2,0-1 0,-1 2 0,2-1 0,-1 1 0,0 0 0,1 0 0,0 1 0,-8 9 0,10-11-99,1 0 1,1 0-1,-1-1 1,1 2 0,-1-1-1,1 0 1,0 0-1,1 1 1,-1-1 0,1 1-1,0-1 1,0 1-1,0 0 1,1-1 0,-1 1-1,1 5 1,1-8-190,-1 0 0,0 0 1,1 0-1,0 0 1,-1 0-1,1 0 0,0 0 1,0 0-1,0-1 0,0 1 1,0 0-1,1-1 1,1 3-1,25 19-2208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14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125 102 21813,'-8'-2'115,"-8"-1"348,1 0 0,-1 1 0,-24 0 0,39 2-458,-1 0 1,1 0 0,0 0-1,0 0 1,-1 0-1,1 1 1,0-1 0,0 0-1,0 1 1,-1-1 0,1 1-1,0-1 1,0 1-1,0 0 1,0-1 0,0 1-1,0 0 1,0 0 0,0 0-1,0 0 1,0 0-1,1 0 1,-1 0 0,-1 1-1,2 0-33,-1 0 0,1 0-1,0 0 1,0 0 0,-1 0-1,1 0 1,1 0-1,-1-1 1,0 1 0,0 0-1,1 0 1,-1 0 0,1 0-1,0 2 1,3 3-175,-1 0 0,1 0-1,0 0 1,0 0 0,1-1 0,7 9 0,-10-13 119,1 1 1,0-1-1,-1 0 1,1 0-1,0 0 1,0 0-1,0 0 1,0-1-1,0 0 1,0 1-1,1-1 1,-1 0-1,0-1 1,1 1-1,-1 0 1,5-1-1,-3 0 44,0 0 0,0-1 0,0 0 0,0 0 0,0-1 0,0 1 0,0-1 0,-1 0-1,1 0 1,4-3 0,6-5 172,-1 0-1,0-2 0,-1 1 1,0-2-1,13-15 0,-20 22-42,-1-1-1,0 1 0,0-1 1,-1 0-1,8-15 0,-11 21-81,-1-1 0,1 0 0,-1 1 0,1-1 0,-1 0 0,0 1 0,1-1 0,-1 0-1,0 1 1,0-1 0,0 0 0,0 1 0,-1-1 0,1 0 0,0 1 0,-1-1 0,1 0 0,-1 1 0,0-1 0,1 1 0,-1-1-1,0 1 1,0-1 0,0 1 0,0 0 0,0-1 0,0 1 0,0 0 0,-1 0 0,1 0 0,0 0 0,-1 0 0,1 0-1,-1 0 1,-1-1 0,-1 1-12,0-1 0,0 1 1,0 0-1,1 0 0,-1 0 0,0 1 0,-1 0 0,1-1 0,0 1 0,0 1 0,0-1 0,0 1 0,0-1 1,0 1-1,0 0 0,1 1 0,-1-1 0,0 0 0,0 1 0,1 0 0,-6 3 0,-8 6-87,0 1 0,-29 27 0,34-29 34,-7 6-89,11-10-51,1 0 0,0 0 0,0 1-1,0 0 1,1 1 0,-8 10 0,14-18 126,0 1 0,-1-1 0,1 0 0,0 0 0,0 0 0,0 0 0,0 0 0,0 0 0,0 0 0,0 1 0,-1-1 0,1 0 0,0 0 0,0 0 0,0 0 0,0 1 0,0-1 0,0 0 0,0 0 0,0 0 0,0 0 0,0 0 0,0 1 0,0-1 0,0 0 0,0 0 0,0 0 0,0 0 0,0 1 0,0-1 0,0 0 0,0 0 0,0 0 0,0 0 0,1 1 0,-1-1 0,0 0 0,0 0 0,0 0 0,0 0 0,0 0 0,0 0 0,0 0 1,1 1-1,-1-1 0,0 0 0,8-1-4176,7-7 1942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14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146 107 22749,'-7'2'12,"0"0"-1,0 0 1,1 1 0,-1 0-1,1 0 1,-1 0 0,1 1-1,0 0 1,1 0 0,-1 0-1,1 1 1,0 0 0,0 0-1,0 0 1,-7 12 0,5-6-359,0 0 1,1 0 0,1 0-1,0 1 1,-7 24 0,12-35 266,-1 0 1,1-1 0,0 1-1,0 0 1,0-1-1,0 1 1,0 0 0,0 0-1,0-1 1,0 1-1,0 0 1,0-1-1,0 1 1,0 0 0,1-1-1,-1 1 1,0 0-1,0-1 1,1 1 0,-1 0-1,1 0 1,0 0 20,-1-1 0,1 0 0,-1 0 1,1 1-1,0-1 0,-1 0 0,1 0 1,-1 0-1,1 0 0,0 0 0,-1 0 0,1 0 1,-1 0-1,1 0 0,0 0 0,-1 0 1,1 0-1,-1 0 0,1-1 0,0 1 0,4-2-65,0-1 0,-1 1-1,1-1 1,7-6-1,12-11 900,-1-1 1,0-1-1,-2-1 0,31-42 0,-49 61-757,0 0 0,0-1-1,0 1 1,0-1 0,-1 0 0,0 0 0,0 1-1,0-1 1,-1-1 0,0 1 0,0 0 0,0 0 0,0 0-1,-1-1 1,0 1 0,0 0 0,0 0 0,-2-7 0,2 11-19,0 0 1,0 0-1,-1 1 1,1-1-1,0 0 1,-1 0-1,1 0 1,0 1 0,-1-1-1,1 0 1,-1 1-1,1-1 1,-1 0-1,1 1 1,-1-1-1,0 1 1,1-1 0,-1 1-1,0-1 1,1 1-1,-1-1 1,0 1-1,0 0 1,1-1-1,-3 1 1,2 0-4,0 0 0,-1 0 0,1 0 1,-1 0-1,1 0 0,0 1 0,-1-1 0,1 1 0,0-1 1,-1 1-1,1-1 0,0 1 0,-3 1 0,0 2-22,0-1-1,0 0 1,0 1-1,0 0 1,1 0-1,-1 0 1,-3 7-1,-7 23-420,13-32 273,0-1 1,1 1-1,0-1 0,-1 1 1,1 0-1,0-1 1,0 1-1,0 0 0,0-1 1,0 1-1,0 0 1,0-1-1,1 1 0,-1-1 1,0 1-1,1 0 1,0-1-1,-1 1 0,2 2 1,12 4-1568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15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354 111 21445,'-28'2'494,"-56"10"1,73-9-481,-1 0 0,1 1 1,-1 0-1,1 1 1,0 0-1,1 1 0,-11 7 1,18-11-137,0 0 0,1 1 0,-1-1 1,1 0-1,0 1 0,-1-1 0,1 1 0,0 0 0,1-1 1,-1 1-1,0 0 0,1 0 0,0 0 0,0 1 0,0-1 1,-2 6-1,3-8-967,7-5 839,142-119 2494,-147 121-2242,30-28 8,-30 28-12,0 0 0,-1 0-1,1 0 1,-1 0 0,0-1-1,1 1 1,-1 0 0,0-1-1,-1 1 1,1-1 0,0 1 0,-1-1-1,1 1 1,-1-3 0,0 3-1,0 1 1,0 0 0,-1 0 0,1 0-1,0 0 1,-1 0 0,1 0 0,-1 0 0,1 0-1,-1 0 1,0 0 0,1 0 0,-1 0-1,0 1 1,0-1 0,1 0 0,-1 0-1,0 1 1,0-1 0,0 0 0,0 1 0,0-1-1,0 1 1,0-1 0,0 1 0,0 0-1,0-1 1,-1 1 0,1 0 0,0 0-1,-2 0 1,-5-1-4,1 0-1,-1 1 1,1 0-1,-9 2 1,-5 1-54,0 1 1,0 1 0,0 1 0,1 1 0,0 1 0,0 0 0,1 2 0,-33 21-1,32-11-1307,13-6 622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15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228 104 20308,'-9'-4'170,"1"0"11,-1 0 1,0 0 0,0 1-1,-16-3 1,23 5-174,0 1 0,0 0 0,0 0 0,0 0 0,0 0 0,-1 0 0,1 0 0,0 1 0,0-1 0,0 1 0,0-1 0,0 1 0,0 0 0,0 0 0,0 0 0,0 0 0,1 0 0,-1 0 0,0 0 0,1 1 0,-1-1 0,0 1 0,1-1 0,0 1 0,-1-1 0,0 4 0,-14 22-123,2 1 0,-10 30 0,1-5 29,17-40 75,3-9 12,1 1 0,0 0 0,0 0 0,0 0 0,1 0 0,-1 1 0,0 6 1,2-11 1,0 0 1,0-1 0,0 1-1,0 0 1,0-1 0,0 1-1,0-1 1,0 1 0,1 0-1,-1-1 1,0 1 0,0 0-1,1-1 1,-1 1 0,0-1-1,1 1 1,-1-1 0,1 1-1,-1-1 1,0 1 0,1-1-1,-1 1 1,1-1 0,-1 0-1,1 1 1,-1-1 0,1 0-1,0 1 1,-1-1 0,1 0-1,-1 0 1,1 1 0,0-1-1,-1 0 1,1 0 0,0 0-1,-1 0 1,1 0 0,0 0-1,-1 0 1,1 0 0,1 0-1,2-1 20,1 0-1,0 0 0,-1 0 0,1 0 0,6-4 0,3-1-4,-1-2 1,0 1-1,0-2 0,-1 0 0,0 0 1,0-1-1,-1-1 0,0 0 0,12-16 0,-19 21-19,0 0 0,0 0-1,0-1 1,-1 1 0,0-1 0,0 0-1,-1 0 1,1 0 0,1-12-1,-4 15-1,0-1 0,0 0 0,0 1 0,0-1 0,-1 1 0,1-1 1,-1 1-1,0-1 0,-1 1 0,1-1 0,-1 1 0,0 0 0,0 0 0,0 0 0,0 0 0,-5-6 0,1 4 18,0 0 0,-1 0 0,1 0 1,-1 1-1,0 0 0,0 0 0,-1 1 0,1 0 0,-1 0 1,-9-3-1,11 5-249,0-1 0,0 2 1,0-1-1,-1 1 0,1 0 1,0 0-1,-1 1 0,1-1 1,0 1-1,-1 1 1,1 0-1,0-1 0,-1 2 1,-8 2-1,3 2-5242,7 0 3074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16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7 20684,'-4'-1'60,"-10"-1"126,1 0 1,-21 1-1,30 1-184,0 0-1,1 0 0,-1 1 1,0 0-1,0 0 1,0 0-1,1 0 1,-1 0-1,1 1 0,-1 0 1,1 0-1,-1 0 1,-4 3-1,-1 6-191,-1-1 0,1 1 0,1 1 0,0 0 0,1 0 0,-7 14 0,-22 35-754,19-41 953,-27 28 0,41-46 95,1 1 465,4-2-512,0 0 0,0 0-1,0 1 1,1-2-1,-1 1 1,1 0 0,-1 0-1,0-1 1,1 1 0,-1-1-1,1 0 1,-1 0 0,1 0-1,-1 0 1,1 0 0,-1 0-1,1-1 1,-1 1-1,1-1 1,-1 0 0,5-2-1,-4 2-4,22-6-39,-1-1 1,1-2 0,21-12-1,-33 15-68,0 0-1,-1-1 1,0-1 0,0 0-1,-1 0 1,18-20-1,-27 26 41,0 0-1,0 0 0,0 0 0,0 0 0,-1-1 0,1 1 0,-1-1 0,0 0 0,0 1 1,0-1-1,0 0 0,-1-5 0,1 7 15,-1 1 0,0-1 0,-1 0-1,1 1 1,0-1 0,0 0 0,-1 0 0,1 1 0,-1-1 0,1 0 0,-1 1-1,0-1 1,0 1 0,0-1 0,0 1 0,0-1 0,0 1 0,0 0 0,0-1 0,0 1-1,-1 0 1,1 0 0,0 0 0,-1 0 0,1 0 0,-1 0 0,1 0 0,-1 1-1,-2-2 1,-2 1 12,-1 0-1,1 0 1,-1 1-1,0 0 0,1 0 1,-1 0-1,1 1 0,-1 0 1,1 0-1,-1 1 1,1-1-1,0 2 0,-1-1 1,1 1-1,0-1 0,-10 8 1,-2 2-378,0 0 0,2 0 0,-1 2 1,-15 16-1,-1 7-4364,12-9 2370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16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276 234 12619,'-12'0'1134,"-1"1"0,0 0 0,1 1 0,-1 0-1,1 1 1,-17 6 0,17-1-1141,20-4-264,22-7-247,-25 1 534,0 1 1,0-1-1,0-1 0,-1 1 0,1-1 0,-1 1 0,0-1 0,1-1 0,-2 1 1,1-1-1,0 1 0,-1-1 0,1 0 0,-1 0 0,0-1 0,4-8 1,1-3 340,-1 0 1,-1 0 0,7-32 0,-11 42-351,-1 1-1,0-1 1,-1 0 0,1 0 0,-1 0-1,0 0 1,0 0 0,-1 0-1,-2-10 1,3 14-19,-1 0 0,0 0 0,0 0 0,0 0 0,0 1 0,0-1 0,0 0 0,0 1 0,0-1 0,-1 0 0,1 1 0,-1 0 0,1-1 0,-1 1 0,0 0 0,1 0 0,-1 0 0,0 0 0,0 0 0,1 0 0,-1 1 0,0-1 0,0 0 0,0 1 0,0 0 0,0-1 0,0 1 0,0 0 0,0 0 0,0 0 0,0 0 0,0 1 0,-3 0 0,-6 1-24,-1 0 0,1 1 0,0 1 0,0 0 1,1 1-1,-1 0 0,1 0 0,0 1 0,0 0 1,-15 14-1,12-9 34,0 1 1,1 0-1,1 0 1,0 1-1,1 1 1,-17 28-1,24-35-8,-1 0 0,2 0 0,-1 0 0,1 0 0,-1 0 0,0 11 0,3-16-27,-1 0 0,1 1 0,0-1 1,0 0-1,0 0 0,0 1 0,1-1 1,-1 0-1,1 0 0,-1 1 1,1-1-1,0 0 0,0 0 0,0 0 1,0 0-1,0 0 0,0 0 1,0 0-1,1 0 0,-1-1 0,1 1 1,-1 0-1,1-1 0,0 1 1,2 1-1,0-2-391,-1 1 0,1-1 0,0 1 0,0-1 0,0-1 0,0 1 0,0 0 0,0-1 0,1 0 0,-1 0 0,0 0 0,0-1 0,0 1 0,0-1 0,0 0 0,7-2 0,-3-1-82,0 0-1,0-1 1,9-6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17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151 187 15419,'-7'-4'218,"-1"0"-1,1-1 1,1 0-1,-1 0 0,0-1 1,-8-10-1,7 8-70,7 7 187,-1 1 731,-2 1-367,12 7-563,-6-7-131,-1 1-1,1-1 0,0 0 1,0 0-1,0 0 1,0 0-1,0 0 1,1 0-1,-1 0 0,0-1 1,0 1-1,0-1 1,1 1-1,-1-1 0,0 0 1,1 0-1,-1 0 1,0 0-1,0 0 1,1-1-1,-1 1 0,0-1 1,0 1-1,1-1 1,-1 0-1,0 0 1,0 0-1,0 0 0,3-3 1,-2 2-1,0 0 0,-1 0 1,1 0-1,-1 0 1,0-1-1,0 1 0,0-1 1,0 0-1,0 0 0,0 1 1,-1-1-1,1 0 0,-1 0 1,2-7-1,-3 8 1,0 0 0,0 0-1,0-1 1,0 1 0,0 0 0,0-1 0,-1 1-1,1 0 1,-1 0 0,0-1 0,0 1 0,0 0-1,0 0 1,0 0 0,0 0 0,0 0 0,-1 0-1,1 0 1,-1 1 0,1-1 0,-1 0 0,0 1-1,-1-2 1,-3-2 36,-1 0 0,1 0 0,-1 0 0,0 1 0,0 0 0,0 1 0,-1 0 0,1 0 0,-1 0-1,0 1 1,1 0 0,-1 1 0,0-1 0,0 2 0,-12-1 0,18 1-51,1 0 0,-1 1 0,1-1 1,0 1-1,-1-1 0,1 1 0,-1 0 0,1-1 0,0 1 0,-1 0 0,1 0 1,0 0-1,0 0 0,0 0 0,0 0 0,0 0 0,0 0 0,0 0 0,0 1 1,0-1-1,0 0 0,1 1 0,-1-1 0,0 1 0,0 2 0,0 1-891,0-1-1,0 1 1,0 0-1,1 0 1,0 0-1,1 9 1,3 11-1203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22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2134 77 8954,'0'0'479,"5"0"314,27 10-509,0-3 1,1 0-1,41 2 0,101-1 1037,-127-7-1177,675-16 304,-359 2-324,784-33-378,-481 16 3109,239 15 776,-951 16-3661,0 1-1,-52 11 0,97-13 33,-1 0 1,0 0-1,0 0 0,0 0 0,0 0 1,0 0-1,0 0 0,0 1 0,1-1 0,-1 0 1,0 0-1,0 1 0,0-1 0,0 1 1,1-1-1,-1 1 0,0-1 0,0 1 1,1-1-1,-1 1 0,1 0 0,-1-1 1,0 1-1,1 0 0,-1 0 0,1-1 0,0 1 1,-1 0-1,1 0 0,-1 0 0,1 0 1,0 0-1,0-1 0,0 1 0,-1 0 1,1 0-1,0 0 0,0 0 0,0 0 0,0 0 1,1 0-1,-1 1 0,0 0-1,-1-1-2,-8 8 7,-18 15 16,0-1 0,-34 21 0,-448 325-8,335-238-14,-355 298-15,78-75 56,-63 53-49,420-329 8,-644 494 2,581-454 3,-125 71-4,-11-22-12,177-102-2,-430 303 39,309-196-8,-411 215-6,458-282-12,-339 174-2174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23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5380 1 4017,'30'0'220,"-8"-1"-571,39 4 0,-55-3 786,-1 1-1,1 0 0,-1 1 0,0-1 1,1 1-1,-1 0 0,0 0 0,0 1 1,0-1-1,0 1 0,0 0 0,4 5 1,-7-7 0,-1 1 1,1 0-1,0 0 1,-1 0-1,1 0 1,-1 0-1,0 1 1,0-1-1,0 0 0,0 1 1,0-1-1,0 0 1,0 5-1,0-3-268,-1-1 0,0 0 0,0 1 1,0-1-1,-1 1 0,1-1 0,-1 1 0,0-1 0,-1 5 0,0-4-167,0 1 1,0-1 0,0 0 0,-1 0-1,0 0 1,1 0 0,-1 0 0,-1-1-1,1 1 1,0-1 0,-1 0 0,0 0-1,1 0 1,-1 0 0,-5 2 0,-28 10 380,29-13-359,1 1 1,0 0 0,0 0 0,0 0 0,0 1-1,0 0 1,1 0 0,0 1 0,-1 0 0,2 0-1,-1 0 1,1 1 0,-8 9 0,4-4 219,0 0 0,-1 0 0,-1-1 1,0 0-1,0-1 0,-1 0 0,-25 13 0,-21 18 157,-25 29-98,-139 152-1,-47 107 65,-571 649-467,450-593 54,291-300 78,-5-5 0,-133 78 0,-173 50 148,-16-34-87,142-60-80,25-4 41,-494 185 424,318-134-404,345-119-242,1 3 1,-135 91 0,224-135 168,-1 0-1,1 1 1,-1-1-1,1 0 1,0 0 0,-1 0-1,1 0 1,0 0 0,-1 1-1,1-1 1,0 0 0,-1 0-1,1 1 1,0-1-1,-1 0 1,1 0 0,0 1-1,0-1 1,-1 0 0,1 1-1,0-1 1,0 0 0,0 1-1,0-1 1,-1 1-1,1-1 1,0 0 0,0 1-1,0-1 1,0 1 0,0-1-1,0 0 1,0 1 0,0-1-1,0 1 1,0-1 0,0 0-1,0 1 1,0-1-1,1 0 1,-1 1 0,0-1-1,0 1 1,0-1 0,0 0-1,1 1 1,-1-1 0,0 0-1,0 1 1,1-1-1,-1 0 1,0 0 0,0 1-1,1-1 1,-1 0 0,0 0-1,1 1 1,-1-1 0,1 0-1,-1 0 1,0 0-1,1 0 1,-1 0 0,0 0-1,1 0 1,-1 1 0,1-1-1,-1 0 1,1 0 0,31 3-19,-8-6-17,-1-1 0,1 0-1,-1-2 1,43-17-1,-60 19-271,-8 3-332,0 3 121,8 4 576,2-3-60,1 0 0,-1 0 1,0-1-1,0 0 1,18 2-1,55 1-104,-26-2-153,193 25-1290,123 9 1131,-75-27 573,903 46-714,-1034-46-913,-5-6 547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29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8 4689,'0'0'404,"-1"-8"5997,-2 15-3560,-2 16-2454,1 0-1,-2 40 1,-3 25 145,-4-1-4208,3-54 2463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31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19 4473,'0'0'1151,"-2"-12"3469,1 5-4590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31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89 17852,'0'-1'828,"-12"-5"-1152,1 2 252,1 1 1,-1 0 0,0 1-1,0 1 1,0-1-1,0 2 1,0-1-1,0 2 1,0-1-1,0 2 1,-19 3-1,19-1 235,0 0-1,1 0 0,-1 1 0,1 1 0,0-1 0,-17 14 0,23-15-98,1-1 1,-1 1-1,1 0 0,-1 0 0,1 0 0,0 0 0,1 1 1,-1-1-1,1 1 0,0 0 0,0-1 0,0 1 0,0 0 1,1 0-1,0 0 0,0 0 0,0 10 0,1-6-36,0-1 0,1 1 0,0-1 0,1 1 0,-1-1 0,1 1 0,1-1 0,0 0-1,0 0 1,7 12 0,-7-15-19,0-1-1,0 0 0,0 0 1,0 0-1,1 0 0,-1 0 1,1-1-1,0 0 0,0 0 0,1 0 1,-1 0-1,1 0 0,-1-1 1,1 0-1,0 0 0,-1 0 1,1-1-1,0 0 0,6 1 1,-1-1 59,0-1 1,0 0-1,-1-1 1,1 0 0,-1-1-1,1 0 1,-1 0-1,1-1 1,-1 0 0,0 0-1,0-1 1,-1-1-1,1 0 1,11-8 0,-4 1-28,0 0 0,-1-1 0,-1 0 0,0-2 0,-1 1 0,13-21 0,-23 32-38,-1-1 1,0 0 0,0 0-1,0 1 1,0-1-1,0 0 1,-1-1-1,0 1 1,1-6-1,-2 8 2,0 1-1,0-1 1,0 0 0,0 1-1,0-1 1,0 1-1,-1-1 1,1 0 0,0 1-1,-1-1 1,0 1-1,1-1 1,-1 1 0,0-1-1,0 1 1,0 0-1,0-1 1,0 1 0,0 0-1,0 0 1,0 0-1,0 0 1,0 0 0,-1 0-1,1 0 1,-1 0-1,-2-1 1,0 0 12,0 1 1,0 0-1,0-1 0,0 1 1,0 1-1,-1-1 1,1 1-1,0 0 0,-1 0 1,1 0-1,0 0 0,0 1 1,-1-1-1,1 1 1,0 0-1,0 1 0,0-1 1,-6 4-1,8-4-4,-1 0 1,1 0-1,0 1 0,-1-1 0,1 1 1,0-1-1,0 1 0,0 0 0,0 0 1,0 0-1,1 0 0,-1 0 1,1 1-1,-1-1 0,1 0 0,0 1 1,0-1-1,0 1 0,0-1 0,0 1 1,1 0-1,-1-1 0,1 1 1,-1 0-1,1-1 0,0 1 0,0 0 1,1-1-1,-1 1 0,1 3 0,0-2-4,0 1-1,1-1 1,-1 0-1,1 0 0,0 0 1,0 0-1,0 0 1,1-1-1,-1 1 0,1-1 1,0 1-1,0-1 0,0 0 1,1 0-1,-1 0 1,1-1-1,-1 1 0,1-1 1,0 0-1,0 0 1,0 0-1,0 0 0,0-1 1,0 0-1,1 0 1,-1 0-1,9 1 0,2-1-16,0-1 0,0 0 0,1-1-1,-1-1 1,0 0 0,28-8 0,-3-3-98,0-1 1,-2-2-1,42-23 1,102-74-984,-69 35 439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32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2 8826,'-1'0'346,"0"-1"-1,0 1 1,-1 0 0,1 0-1,0-1 1,0 1 0,-1 0-1,1 0 1,0 0 0,0 0-1,-1 1 1,1-1 0,0 0-1,0 1 1,-1-1 0,1 0-1,0 1 1,0-1 0,0 1-1,-1 0 1,0 1-116,1-1 1,-1 1-1,1-1 1,0 1-1,0-1 1,0 1-1,0 0 0,0-1 1,0 1-1,0 0 1,-1 3-1,0 6-93,0 0-1,1 0 0,-1 21 1,2-22 307,-2 122 505,2-53-718,-11 90-1,8-149-182,-3 37 288,10-59-279,14-8-46,0-1 0,26-19 0,-27 17-6,0 0 1,39-18 0,-40 24-8,1 0 0,1 1 1,-1 1-1,1 0 1,0 1-1,0 2 0,0 0 1,1 0-1,19 2 1,-37 0 0,0 0 1,1 0 0,-1 0 0,1 0 0,-1 0-1,0 0 1,1 1 0,-1-1 0,1 0-1,-1 1 1,0-1 0,0 1 0,1-1 0,-1 1-1,0 0 1,0-1 0,1 1 0,-1 0-1,0 0 1,0 0 0,0 0 0,0 0 0,-1 0-1,1 0 1,0 0 0,0 1 0,0-1 0,0 2-1,-1-1 1,0 1-1,0-1 1,-1 0 0,1 0-1,-1 0 1,1 0-1,-1 0 1,0 0-1,0 0 1,1 0-1,-2-1 1,1 1 0,0 0-1,0 0 1,0-1-1,-1 1 1,1-1-1,-4 3 1,-35 33-2,-2-3 1,-2-1-1,-1-2 1,-79 41-1,105-62-10,-6 3 22,-27 10 0,45-20-31,0 0-1,0-1 1,-1 0-1,1-1 1,-1 0-1,0 0 1,1 0-1,-14-2 1,20 1 8,0 0 1,0 0-1,0 0 1,0 0-1,0 0 0,0-1 1,0 1-1,0 0 1,0-1-1,0 1 1,0-1-1,0 1 1,0-1-1,0 1 1,0-1-1,0 0 1,0 1-1,1-1 1,-1 0-1,0 0 1,0 0-1,0-1 1,0-2-16,0 1 0,0-1 0,1 0 0,0 1 0,-1-1 0,1 0-1,1-5 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36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20 20108,'19'-5'277,"0"0"0,0 2 0,36-3 0,-45 6-296,1 0 1,-1 1-1,0 1 0,0-1 0,0 1 1,0 1-1,0 0 0,-1 1 0,12 5 0,-16-6 26,0 0-1,0 1 0,0-1 1,-1 1-1,0 1 0,1-1 1,-2 0-1,1 1 0,0 0 1,-1 0-1,0 0 0,0 0 0,0 1 1,-1-1-1,0 1 0,0-1 1,1 7-1,2 5 6,-2 1-1,0-1 1,-1 0 0,-1 29 0,-2-16-63,-1 0 1,-2 0-1,-1-1 1,-1 1 0,-1-1-1,-2-1 1,-1 0 0,-1 0-1,-1 0 1,-25 38 0,25-47 30,0-2 0,-1 1 1,-1-2-1,-1 0 1,-1 0-1,0-2 1,0 0-1,-2 0 1,1-2-1,-2 0 0,0-2 1,0 0-1,-1 0 1,0-2-1,-28 8 1,31-12 91,1-1-1,-25 1 1,34-3-14,0-1-1,0 0 1,0 0 0,0-1-1,0 0 1,0 0-1,1-1 1,-9-2-1,14 4-48,1 0 0,-1-1 1,1 1-1,-1 0 0,1 0 0,-1-1 0,1 1 0,-1 0 0,1-1 0,-1 1 0,1-1 1,-1 1-1,1 0 0,0-1 0,-1 1 0,1-1 0,0 1 0,-1-1 0,1 1 0,0-1 1,0 0-1,0 1 0,-1-1 0,1 1 0,0-1 0,0 1 0,0-1 0,0 0 1,0 1-1,0-1 0,0 1 0,0-1 0,0 1 0,0-1 0,1 0 0,-1 1 0,0-1 1,0 1-1,0-1 0,1 1 0,-1-1 0,0 1 0,1-1 0,-1 1 0,0-1 0,1 1 1,-1-1-1,1 0 0,22-19 170,-23 20-177,14-10 34,0 1-1,1 1 1,0 0-1,0 1 1,1 1-1,0 0 1,0 1-1,0 1 1,1 1-1,0 0 0,-1 1 1,27 0-1,11 4 39,0 3-1,85 17 0,53 6-170,-119-28-175,-4-11 102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36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403 1 11106,'3'1'371,"0"1"0,0 0 0,0 0-1,0 0 1,0 0 0,0 0-1,-1 1 1,1-1 0,-1 1 0,0-1-1,1 1 1,-1 0 0,-1 0 0,1 0-1,0 0 1,2 7 0,-1 2-23,1 1 0,-2 0 1,2 19-1,-2-18-299,24 283 352,-23-208-392,-11 118 1,6-182 109,-2 0 1,0-1-1,-14 43 0,17-63 73,-1-4-189,1 0 0,-1-1 0,1 1 0,-1 0 0,1-1 0,-1 1 0,1-1 0,0 1 0,-1-1 0,1 0 0,0 0 0,-1 1 0,1-1 0,0 0 0,0 0 0,0 0 0,0 0 0,0 0 0,-1-3 0,-17-29-450,5 6-7,5 17 367,1 1-1,-1-1 1,0 1 0,-1 1 0,0 0 0,0 0 0,-1 1-1,0 0 1,0 1 0,-1 1 0,0-1 0,-12-3 0,12 5 176,0 1 1,0 0 0,0 1 0,0 0 0,-1 0 0,1 1-1,0 1 1,-1 0 0,1 1 0,0 1 0,0 0 0,-20 5-1,28-6-50,0 1 0,0 0 0,0-1 0,0 1 0,1 1 0,-1-1 0,1 0 0,-1 1 0,1 0 0,0 0 0,0 0 0,0 0 0,1 0 0,-1 1 0,1-1 0,-1 1 0,1-1 0,0 1 0,1 0 0,-1 0 0,1 0 0,-1 0 0,1 0 0,1 1 0,-1-1 0,0 0 0,1 0 0,0 0 0,0 1 0,1 5 0,0-4 3,0 0 0,0 1 0,0-1 1,1 0-1,0 0 0,1 0 0,-1 0 0,1-1 0,0 1 0,0-1 0,1 1 0,0-1 0,0 0 0,0-1 0,0 1 0,1-1 0,0 1 0,0-1 0,10 6 0,-5-6-26,0 0 0,0 0 0,1-1 0,-1 0 0,1-1 0,0 0 0,-1-1 0,1 0 0,0-1 0,18-1 0,6-3-78,-1-1-1,36-11 0,12-7-1010,107-45 0,-109 33 428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37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0 117 18972,'25'9'608,"15"0"-296,11-4-200,29-3 56,2-4 8,20-12 16,3-2-48,-8-3-88,3-4-56,-20 6-144,-4 1-48,-14 4 8,-2 1-176,-6-1 280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38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10 20132,'-2'-7'680,"4"5"-327,3 9-217,5 16-128,1 6-8,-2 26 0,-2 11-8,-2 23 8,-2 14 32,-3 11-16,2-1-24,-4-4-385,-3-5-1047,0-16 792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38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497 1 20324,'28'561'509,"-19"-452"-1230,0 56 116,-12-169 900,-6-12-222,1-2 1,-10-28-1,13 31-84,-1 0-1,0 0 0,-1 0 1,-1 1-1,-15-22 0,17 28 25,0 2 1,-1-1-1,0 1 0,-1 0 0,1 0 0,-1 1 0,0 0 1,0 0-1,-1 1 0,1 0 0,-1 1 0,0 0 0,0 0 1,0 1-1,0 0 0,-1 0 0,1 1 0,-1 1 0,1-1 1,0 1-1,-1 1 0,-14 2 0,9 0 69,1 0 0,-1 1-1,1 1 1,1 0 0,-1 0-1,1 2 1,-1 0 0,2 0 0,-1 1-1,1 1 1,0 0 0,1 0 0,-18 20-1,24-23-55,1-1 0,0 1-1,0-1 1,1 1 0,0 0-1,0 1 1,0-1 0,0 0-1,1 1 1,0 0 0,1-1-1,0 1 1,-1 12 0,2-14-15,0 0 0,0 0-1,1 0 1,0-1 0,0 1 0,0 0 0,1 0 0,-1-1 0,1 1 0,0-1 0,1 0 0,-1 1 0,1-1 0,0 0 0,0-1 0,0 1 0,0 0 0,0-1 0,9 6 0,-3-2-6,1 0 0,1-1 1,0-1-1,-1 0 0,1 0 0,1-1 1,-1-1-1,1 0 0,-1 0 0,16 1 0,12-1-57,72-4 0,-47-3 33,0-4-1,0-2 1,69-20-1,26-21-1249,-6-12-3890,-54 16 2233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39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1 453 18236,'191'12'739,"295"-19"1,246-82-965,-2-35-142,-18 2 336,-283 61-452,-143 25-2664,-79 11 1544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41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156 258 19060,'17'-16'190,"2"0"-1,-1 1 1,2 0-1,0 2 1,1 1-1,0 0 1,32-12-1,26-9-72,1 4 0,166-37 0,-243 66-113,7-2 4,0 0 1,0 1 0,1 0 0,17 1 0,-27 0-8,0 0 0,1 0 0,-1 0 1,0 1-1,1-1 0,-1 0 0,0 1 0,0-1 0,1 0 1,-1 1-1,0 0 0,0-1 0,0 1 0,0 0 0,0 0 1,0-1-1,0 1 0,0 0 0,0 0 0,0 0 0,0 0 1,0 0-1,-1 0 0,1 1 0,0-1 0,-1 0 0,1 0 1,-1 0-1,1 1 0,-1-1 0,0 0 0,1 1 0,-1-1 1,0 0-1,0 0 0,0 1 0,0-1 0,0 0 0,0 1 1,0-1-1,-1 0 0,1 1 0,0-1 0,-1 0 0,0 2 0,-4 7 9,1 1 0,-2-2 0,1 1 0,-2 0-1,1-1 1,-1 0 0,-1-1 0,-14 15 0,1-2 2,-147 149 20,-43 48 390,204-209-375,-1-1 15,1 1-1,0 0 0,-8 13 1,15-20-50,-1-1 0,0 0 0,0 1 1,1-1-1,-1 0 0,0 1 1,1-1-1,-1 1 0,1-1 0,0 0 1,0 1-1,-1-1 0,1 1 0,0-1 1,0 1-1,0-1 0,0 1 1,1-1-1,-1 1 0,0-1 0,1 1 1,-1-1-1,1 1 0,-1-1 1,1 0-1,0 1 0,0-1 0,-1 0 1,1 1-1,0-1 0,0 0 0,2 2 1,2 0 18,0 0 0,1 0 1,-1 0-1,1-1 0,-1 0 1,1 0-1,0 0 0,11 1 1,56 4 101,-27-4-96,-32-1-35,-2-1-9,1 0-1,-1 0 1,0 2-1,0-1 1,0 2 0,0-1-1,-1 2 1,0 0-1,13 6 1,-23-10 3,1 0 1,-1 1-1,1-1 1,-1 0-1,1 0 1,-1 1-1,0-1 1,0 1-1,0-1 0,0 1 1,0-1-1,0 1 1,0 0-1,0-1 1,-1 1-1,1 0 1,0 0-1,-1 0 1,0-1-1,1 1 1,-1 0-1,0 0 0,0 0 1,0 0-1,0 0 1,-1 0-1,1-1 1,0 1-1,-1 0 1,1 0-1,-1 0 1,0-1-1,1 1 1,-1 0-1,0-1 0,0 1 1,0-1-1,-2 3 1,-4 5-4,0-1 0,0 0 0,0-1 1,-1 0-1,-15 11 0,-12 6 49,-2-3 0,0 0 0,-1-3 0,-1-1 0,-1-2 0,0-1 0,-1-3 0,0-1 0,-43 4 0,68-11-67,1-2 0,0 0 0,-1-1-1,1 0 1,-28-5 0,40 4-70,0 0 1,0 1 0,0-1-1,-1 0 1,1-1-1,0 1 1,0 0-1,1-1 1,-1 0-1,0 1 1,0-1 0,1 0-1,-1-1 1,1 1-1,0 0 1,0-1-1,0 1 1,0-1 0,0 0-1,0 1 1,1-1-1,-1 0 1,1 0-1,0 0 1,0 0-1,0-1 1,0 1 0,0 0-1,1 0 1,-1 0-1,1-1 1,0 1-1,0 0 1,1-5-1,1-4-1325,0-1-1,7-21 0,14-36-1399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41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82 8250,'33'-18'686,"-17"8"471,1 1 0,0 0-1,0 1 1,0 1 0,1 1-1,32-7 1,-48 13-1041,0-1 1,0 1-1,0 0 1,0 0-1,0-1 0,1 1 1,-1 1-1,0-1 1,0 0-1,0 0 1,0 1-1,0 0 0,0-1 1,0 1-1,0 0 1,0 0-1,0 0 0,0 0 1,-1 0-1,1 0 1,2 3-1,-2-1 3,0 0-1,0 0 0,-1 0 1,0 0-1,1 0 1,-1 1-1,0-1 1,-1 1-1,1-1 1,-1 0-1,1 1 1,-1-1-1,-1 7 1,-1 38 588,-11 60 1,1-18-303,-1 76-16,-19 136-578,27-277 52,-13 42 0,15-60 108,0 0 0,0 0 0,0 0 0,-1 0-1,0 0 1,0-1 0,0 0 0,-1 0 0,-9 9 0,13-14 24,0 0 0,0 0 0,0 0 0,0 0 0,-1-1 0,1 1 0,0 0 0,0-1 0,-1 1 0,1 0 0,0-1 0,-1 0 0,1 1 0,0-1 0,-1 0 1,1 0-1,-2 1 0,2-2-6,0 1 1,0 0 0,1 0 0,-1-1 0,0 1-1,0-1 1,1 1 0,-1 0 0,0-1-1,1 1 1,-1-1 0,1 0 0,-1 1 0,1-1-1,-1 1 1,1-1 0,-1 0 0,1 1 0,-1-1-1,1 0 1,-1-1 0,0-3-58,-1 0 1,1 0-1,0 0 0,0-1 1,1 1-1,0 0 0,0-6 1,2-25-246,-1 17 190,0 1 0,-3-30 0,2 43 118,-1 1 1,0-1 0,0 0-1,-1 0 1,1 1 0,-1-1-1,0 0 1,0 1 0,0 0-1,-1-1 1,0 1 0,0 0-1,0 1 1,-5-6 0,7 7 8,-1 1 1,1-1-1,-1 1 0,1 0 1,-1 0-1,0 0 0,1 0 1,-1 0-1,0 0 0,0 0 1,0 0-1,0 1 0,1-1 1,-1 1-1,0-1 0,0 1 1,0 0-1,0 0 1,0 0-1,0 0 0,0 0 1,0 0-1,0 0 0,0 1 1,0-1-1,0 1 0,0 0 1,0-1-1,0 1 0,1 0 1,-1 0-1,0 0 1,0 0-1,1 1 0,-1-1 1,1 0-1,-1 1 0,1-1 1,-2 3-1,-1 1 21,0 0 0,0 1 0,1 0 0,-1 0 0,1 0-1,1 0 1,-1 0 0,1 1 0,0-1 0,-2 11 0,3-11-15,1 1 0,-1-1-1,1 0 1,0 1 0,1-1 0,-1 0 0,1 1-1,1-1 1,-1 0 0,1 0 0,0 0 0,0 0-1,7 11 1,-6-12-5,0-1 0,1 1 0,0-1-1,0 0 1,0 0 0,0 0 0,1-1 0,-1 1-1,1-1 1,0 0 0,0 0 0,0-1 0,1 0-1,-1 0 1,0 0 0,7 1 0,7 1-257,0-1 0,-1-1 0,1-1 0,0-1 0,1 0 0,-2-1 0,1-1-1,0-1 1,32-9 0,-13 0-934,0-2-1,-1-2 0,58-32 1,-18 3-1589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41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0 172 20140,'7'7'1129,"23"-2"-217,12-5-272,35-8-344,9-8-152,13-12-376,4-4-256,-7-4-440,-3 4-1089,-18 1 993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42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7 342 20100,'0'-1'53,"-1"0"-1,0 0 1,0 0-1,1 0 1,-1-1 0,1 1-1,-1 0 1,1 0-1,-1-1 1,1 1-1,0 0 1,0 0-1,-1-1 1,1 1 0,0 0-1,0-1 1,0 1-1,1 0 1,-1-1-1,0 1 1,0 0-1,2-3 1,-1 0-56,1 0 1,0 0-1,1-1 0,-1 2 0,1-1 1,4-5-1,14-15-255,2 1-1,1 1 1,43-30 0,90-48 220,-147 94 82,10-5 182,1 0 1,22-8-1,-38 17-179,0 0 0,0 1 0,0-1 0,0 1 0,0 0 0,0 1 0,0-1 0,0 1 0,1 0 0,-1 0 0,0 1 0,0 0 0,0-1 0,0 2 0,6 1 0,-9-2-42,1 1 1,-1-1-1,1 1 0,-1 0 1,1 0-1,-1 0 0,0 0 1,0 1-1,0-1 0,0 0 1,0 1-1,-1 0 0,1-1 1,-1 1-1,0 0 1,0 0-1,1-1 0,-2 1 1,1 0-1,0 0 0,-1 0 1,1 0-1,-1 5 0,0 3-51,0 1 0,-1-1 0,0 0 0,0 0 0,-5 14 0,-12 34-303,-3-2 0,-2 0 0,-2-1-1,-42 66 1,51-96 290,-2 0-1,-38 44 1,46-59 169,0-1-1,-1 0 1,0-1-1,0 0 1,-1-1 0,-1 0-1,1-1 1,-20 9-1,31-16-80,-1 1 0,1-1-1,0 1 1,-1-1 0,1 1-1,0-1 1,-1 0 0,1 1-1,-1-1 1,1 0-1,0 0 1,-1 0 0,1 0-1,-1-1 1,1 1 0,0 0-1,-1 0 1,1-1 0,0 1-1,-1-1 1,1 1-1,0-1 1,-3-1 0,4 1-7,-1 0 0,0-1-1,0 1 1,1 0 0,-1-1 0,0 1 0,1-1 0,0 1 0,-1-1 0,1 1 0,0-1-1,0 1 1,-1-1 0,1 1 0,0-1 0,1 1 0,-1-1 0,0 1 0,0 0 0,1-1 0,-1 1-1,1-3 1,1 1 0,-1-1 0,1 0 0,0 0 0,0 1 0,0-1 0,0 1 0,1-1 0,0 1-1,-1 0 1,1 0 0,0 0 0,1 1 0,-1-1 0,0 1 0,1-1 0,4-1 0,5-3 6,1 1 0,1 0-1,16-4 1,51-10-173,0 3 0,104-7 0,-68 10-581,-15-1 72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43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495 0 19540,'8'67'489,"11"72"-179,0 225-1,-21-293-273,-16 97-1,18-164 12,-2 5-23,2-9-14,0 0-1,-1 0 1,1 0-1,0 0 1,-1 0-1,1 0 0,0 0 1,0 0-1,-1 0 1,1 0-1,0 0 1,-1 0-1,1 0 0,0 0 1,0-1-1,-1 1 1,1 0-1,0 0 0,0 0 1,-1 0-1,1 0 1,0-1-1,0 1 1,0 0-1,-1 0 0,1 0 1,0-1-1,0 1 1,0 0-1,0 0 0,0-1 1,-1 1-1,1 0 1,0 0-1,0-1 1,0 1-1,0 0 0,0-1 1,-2-1-13,-5-10-48,-2 1 0,0 0 1,0 1-1,-1-1 0,0 2 0,-12-10 0,5 10 85,-1 0-1,0 1 1,-1 1-1,0 1 1,0 0-1,0 1 1,-1 2-1,1 0 1,-1 0-1,0 2 1,0 1-1,1 0 1,-1 2-1,-31 5 1,43-5 12,0 1 0,1-1 0,-1 2 0,0-1 0,1 1 0,0 0 0,0 1 0,0-1 0,0 2 0,1-1 0,-11 12 0,15-15-39,0 0 0,1 0 0,-1 0 0,1 0 0,-1 1 0,1-1 0,0 1 0,0-1 0,0 0 0,0 1 0,0 0 0,1-1 0,-1 1 0,1 0 0,0-1 0,0 1 0,0 0 0,0-1 0,0 1 0,0 0-1,1-1 1,-1 1 0,1-1 0,0 1 0,0-1 0,0 1 0,0-1 0,0 1 0,0-1 0,1 0 0,-1 1 0,1-1 0,0 0 0,0 0 0,-1 0 0,1-1 0,0 1 0,1 0 0,2 2 0,4 2 0,0-1 1,0 1-1,0-1 0,1-1 1,-1 0-1,1 0 1,0-1-1,0 0 1,1-1-1,-1 0 0,11 0 1,11 0-43,0-1 1,47-6-1,8-6-361,0-4 1,-2-4-1,123-44 0,-93 19-183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5:43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1 527 20364,'2560'-297'1089,"-930"98"-2456,-1486 184-1242,-31 0 639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01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0 12283,'-5'78'4559,"-65"883"-942,57 528-3812,78-712 173,1 41 14,-56-548-731,-12 0 0,-40 290 0,31-488-1435,-1-29 718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02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0 703 9290,'1142'-71'2673,"70"-3"-1235,-401 28 3292,93 1-3165,286-15-1003,-3-22-394,-401 12-127,987-73 6,-532 80 38,-501 27-2867,-481 24 1457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03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478 31 13171,'0'-4'581,"0"-14"3456,0 17-3972,0 1-1,-1-1 0,1 1 1,0-1-1,-1 1 1,1-1-1,0 1 0,-1-1 1,1 1-1,0 0 0,-1-1 1,1 1-1,-1-1 0,1 1 1,-1 0-1,1 0 0,-1-1 1,1 1-1,-1 0 1,1 0-1,-1 0 0,1-1 1,-1 1-1,1 0 0,-1 0 1,1 0-1,-1 0 0,0 0 1,1 0-1,-1 0 0,1 0 1,-1 0-1,1 1 1,-1-1-1,1 0 0,-1 0 1,0 1-1,-4 0-50,1-1-1,-1 1 1,1 1-1,-1-1 0,1 0 0,0 1 0,0 0 1,-1 0-1,1 0 0,1 1 0,-1-1 0,0 1 0,1 0 1,-1 0-1,-3 4 0,-51 79 189,39-56-185,0-1 0,-34 37-1,33-45-115,0-2 0,-2-1 0,-28 20 0,37-30-861,-1 0 1,1-1-1,-2 0 0,-17 6 1,-10-4-1351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03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20812,'49'14'513,"9"7"-345,6 7-144,-3 7-120,-10 6-72,-14 5-337,-11-6-199,-2-3-480,6-7-1112,-5-10-2946,3-6 4146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03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20900,'14'28'657,"4"7"-33,-3 12-696,1 7-168,-4 0-585,2 0-6600,-16 2 5456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04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0 19348,'-30'23'664,"4"15"-224,1 13-320,1 30-80,5 16-40,-1 20 16,10 6-16,15 1-16,11-9-16,14-20-200,6-12-264,10-25-2384,-1-14-3066,6-20 4554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10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0 20140,'-5'1'295,"4"-1"-239,0 0 0,0 0-1,0 0 1,0 1 0,0-1-1,0 0 1,0 1 0,0-1-1,1 1 1,-1-1 0,0 1-1,0-1 1,0 1 0,1 0-1,-1-1 1,0 1 0,1 0-1,-1 0 1,0 0 0,1-1-1,-1 1 1,1 0 0,-1 2-1,-5 4-53,2-3 1,0 1-1,1 0 1,0 0-1,0 0 1,0 1-1,0-1 1,1 1-1,0-1 1,0 1-1,0 0 1,-1 9-1,-6 97 116,1-13-32,-10 42-8,-14 144 15,32-255-84,0-31-9,0 1 1,0 0-1,0 0 0,0 0 0,0 0 0,0 0 0,0 0 0,0 0 0,0 0 0,0 0 0,0 0 1,0 0-1,1-1 0,-1 1 0,0 0 0,0 0 0,0 0 0,0 0 0,0 0 0,0 0 0,0 0 0,0 0 1,1 0-1,-1 0 0,0 0 0,0 0 0,0 0 0,0 0 0,0 0 0,0 0 0,0 0 0,0 0 0,1 0 1,-1 0-1,0 1 0,0-1 0,0 0 0,0 0 0,0 0 0,0 0 0,0 0 0,0 0 0,0 0 0,1 0 1,-1 0-1,0 0 0,0 0 0,0 0 0,0 1 0,0-1 0,0 0 0,0 0 0,0 0 0,0 0 0,0 0 1,0 0-1,0 0 0,0 0 0,0 1 0,0-1 0,0 0 0,6-9 4,3-15-2,-1 0 0,-1 0 0,-1 0 0,3-31 0,4-107 40,3-28 328,-13 176-332,0 1 0,1-1 0,0 1-1,1 0 1,0 0 0,1 0 0,13-19-1,-14 24-27,1 0 1,1 1-1,-1 0 0,1 0 0,0 0 0,0 1 0,1 0 0,0 0 0,0 1 0,0 0 0,16-7 0,-20 11-8,-1 0-1,1-1 1,-1 1-1,1 0 0,0 1 1,-1-1-1,1 0 1,0 1-1,0 0 0,0 0 1,-1 0-1,1 1 1,0-1-1,0 1 1,-1 0-1,1 0 0,4 2 1,-3-1 0,-1 1 1,0 0-1,1 0 1,-1 0 0,0 1-1,-1-1 1,1 1-1,-1 0 1,1 0-1,-1 0 1,3 6-1,4 10 9,0 1 0,-1 0 0,-2 0 0,9 36-1,-13-47-6,32 172-23,-24-114-308,22 76 0,-13-88-319,-19-54 426,1 0 0,-1 0 0,0 0 0,1 0 0,-1 0-1,1 0 1,0 0 0,3 2 0,-5-4 84,0 1 0,1-1 0,-1 0-1,0 0 1,1 1 0,-1-1-1,1 0 1,-1 0 0,0 0 0,1 0-1,-1 1 1,0-1 0,1 0 0,-1 0-1,1 0 1,-1 0 0,1 0-1,-1 0 1,0 0 0,1 0 0,-1 0-1,1 0 1,-1 0 0,0-1-1,1 1 1,-1 0 0,0 0 0,1 0-1,-1 0 1,1-1 0,-1 1 0,0 0-1,1 0 1,-1-1 0,0 1-1,0 0 1,1 0 0,-1-1 0,0 1-1,0 0 1,1-1 0,-1 1-1,0 0 1,0-1 0,0 1 0,0-1-1,1 1 1,-1-1 0,3-37-2513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10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19292,'14'16'1456,"13"-5"25,15-1-1001,22-10-312,13-5-88,16-11-168,10-7-232,-2 2-680,-6-1-3481,-5 2 1920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11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376 45 19748,'-17'-4'271,"0"0"0,1 0-1,0-2 1,0 0 0,-24-13 0,38 18-335,2 1 60,0 0 1,0 0 0,-1 0-1,1 0 1,0-1 0,0 1-1,0 0 1,0 0 0,0 0-1,-1 0 1,1 0 0,0 0-1,0 0 1,0 0 0,0 0-1,0 0 1,-1 0 0,1 0-1,0 0 1,0 0 0,0 0-1,0 0 1,0 0 0,-1 0 0,1 0-1,0 1 1,0-1 0,0 0-1,0 0 1,0 0 0,-1 0-1,1 0 1,0 0 0,0 0-1,0 0 1,0 1 0,0-1-1,0 0 1,0 0 0,0 0-1,0 0 1,-1 0 0,1 1-1,-6 4-45,0-1 33,4-2 12,0-1 0,0 1-1,-1-1 1,1 1 0,0 0 0,1 0 0,-1 0 0,0 0 0,1 0-1,-1 0 1,1 0 0,-1 0 0,1 1 0,0-1 0,0 1 0,0-1 0,0 1-1,1-1 1,-1 1 0,1-1 0,-1 5 0,1 4 22,1 0 0,0 1 0,1-1 1,1 0-1,-1 0 0,1 0 0,1-1 0,10 20 1,-13-26-8,1 0 0,1 0-1,-1-1 1,0 1 0,1-1 0,0 0 0,-1 0 0,1 0 0,1 0 0,-1 0 0,0 0 0,1-1 0,-1 0 0,1 0 0,0 0 0,-1 0 0,1 0 0,0-1 0,0 1 0,0-1 0,1 0 0,-1-1 0,0 1 0,0-1 0,0 0 0,1 0 0,4 0 0,4-3-2,0 0 0,0 0 0,-1-1 1,1-1-1,-1 0 0,16-10 0,70-48-1,-17 9-6,-76 51 61,0 25 41,0-7-72,17 210 144,-20-192-210,-2 0 1,-1-1-1,-2 1 0,-1 0 0,-12 44 1,11-57 13,-2 0 1,0 0-1,-1-1 1,-1 0-1,-1 0 1,-1-1-1,0-1 1,-2 0-1,-20 24 1,18-26 82,0 0 0,-1-1 0,-1-1 0,0-1 0,-1 0 0,0-1 0,-26 12 0,35-19-35,-1-1-1,0 0 0,1 0 1,-1 0-1,0-2 1,0 1-1,0-1 1,-1-1-1,1 1 1,0-2-1,0 0 1,0 0-1,0 0 1,0-1-1,0-1 1,0 0-1,-12-5 0,11 2-145,0 1 0,1-1 0,-1-1 0,1 0 0,1-1 0,-1 0 0,1 0 0,0-1 0,1 0 0,0 0 0,1-1 0,0 0 0,0 0 0,1-1 0,1 0 0,-1 0 0,2 0 0,-1-1 0,-4-23 0,7 17-319,0-32-1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11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153 283 21101,'5'14'405,"-4"-10"-262,1 0 0,-1 0 0,1 0 0,0 0 0,0-1 0,0 1-1,5 5 1,-6-8-127,0 0 0,0-1-1,0 1 1,0 0-1,1-1 1,-1 1 0,0-1-1,0 1 1,1-1-1,-1 0 1,0 1-1,0-1 1,1 0 0,-1 0-1,0 0 1,1 0-1,-1 0 1,0 0 0,1-1-1,-1 1 1,0 0-1,1-1 1,-1 1-1,0-1 1,0 1 0,0-1-1,1 1 1,-1-1-1,2-1 1,4-3-30,1-1-1,-1 0 1,0 0 0,0 0-1,-1-1 1,0 1-1,0-2 1,7-9 0,3-9-66,16-32 1,-28 50 76,-1-1 0,0 1-1,0 0 1,0-1 0,-1 0 0,0 0 0,-1 1 0,0-1-1,0 0 1,-1-9 0,0 14 4,-1 1 0,1 0 0,-1-1-1,0 1 1,0 0 0,0 0 0,0-1 0,0 1 0,-1 0 0,1 0-1,-1 0 1,0 0 0,0 1 0,0-1 0,0 0 0,0 1-1,-1 0 1,1-1 0,-1 1 0,0 0 0,1 0 0,-1 0 0,0 1-1,0-1 1,0 1 0,-1 0 0,1-1 0,0 1 0,-5 0 0,1-1 5,-1 2 0,0-1 0,0 1 0,0 0 0,1 0 0,-1 1 0,0 0 0,1 1 1,-1-1-1,1 2 0,-1-1 0,1 1 0,0 0 0,-12 7 0,4-1 40,0 0 0,1 2 0,1 0 0,-1 0-1,-16 20 1,23-23-1,0 0-1,1 0 1,0 1-1,0 0 1,1 0-1,0 1 1,1-1-1,0 1 1,1 0-1,-3 13 1,5-19-27,0 1 0,0-1 0,1 1 0,0-1 0,0 0 0,0 1 0,1-1 0,-1 0 0,1 1 0,0-1 0,0 0 0,0 1 0,1-1 1,0 0-1,0 0 0,0 0 0,0-1 0,0 1 0,1 0 0,0-1 0,-1 0 0,1 1 0,1-1 0,-1 0 0,0-1 0,1 1 0,4 3 0,2-1-39,-1-1 0,1 0 1,0 0-1,0-1 0,0 0 0,0 0 0,1-2 0,-1 1 0,0-1 1,1 0-1,0-1 0,-1-1 0,1 0 0,19-4 0,-2-1-371,1-2-1,-2-1 0,1-1 0,30-16 1,22-14-444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11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21301,'33'3'358,"1"0"0,-1 3 0,61 17 0,-63-14-305,-1 1 0,1 2 0,-2 1 0,0 1 0,-1 1 0,0 2 0,-1 0 1,44 39-1,-53-38-59,0 0 1,-1 1 0,0 1 0,-2 0-1,-1 1 1,0 1 0,-1 0 0,-2 1-1,0 1 1,-2-1 0,11 42 0,-13-36-94,-1 2-1,-1-1 1,-2 0 0,-1 1 0,-1 0 0,-2-1 0,-1 1 0,-2-1 0,-1 1 0,-1-1-1,-1-1 1,-2 1 0,-1-1 0,-1-1 0,-2 0 0,0 0 0,-2-2 0,-27 38 0,19-37-279,0-1 1,-2-1-1,-1-1 1,-44 31-1,-5-8-259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13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439 0 20172,'-10'14'680,"-3"6"-247,-4 18-401,0 7-32,-6 18 24,-3 9-24,-1 14 8,-4 8-8,-1 6 8,1-3-8,-9-16-8,3-15-56,-3-29-265,5-14-319,7-23-2144,-3-14 1407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13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20852,'41'-9'513,"18"7"-297,11 9-88,12 19-56,5 13-16,-3 15 16,4 5-40,-3 2-40,-1-1 0,-3-11-304,-5-7-401,-14-14 273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13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35 179 15603,'5'-13'277,"0"0"1,1 0-1,1 1 0,0 0 0,1 0 0,0 1 0,1-1 0,0 2 0,0-1 0,1 2 1,1-1-1,0 1 0,13-9 0,-21 17-232,0-1-1,0 0 1,1 1 0,-1-1-1,0 1 1,1 0 0,-1 0-1,0 0 1,7 0 0,-8 1-22,0 0-1,0 0 1,0 0 0,0 1 0,0-1 0,-1 0-1,1 1 1,0 0 0,0-1 0,0 1 0,-1 0-1,1 0 1,0 0 0,-1 0 0,1 0-1,-1 0 1,1 0 0,-1 1 0,0-1 0,3 3-1,1 4 21,0 0-1,-1 1 0,0-1 0,0 1 1,-1 0-1,0 0 0,-1 0 1,1 0-1,-2 0 0,2 18 0,-2 2-6,-1 0-1,-5 38 0,0-27-51,-1-1 0,-18 56 0,16-71 6,-1 0 0,0-1-1,-2 0 1,-1-1 0,-15 22 0,22-36 37,-1-1 1,1 0-1,-1-1 0,-1 0 1,1 1-1,-1-2 1,-12 9-1,17-13-14,-1 1 0,1-1-1,-1 0 1,1 0 0,-1 0-1,1 0 1,-1 0 0,1-1 0,-1 1-1,0-1 1,1 0 0,-1 0 0,0 0-1,0 0 1,1 0 0,-1 0 0,0-1-1,1 1 1,-1-1 0,1 0 0,-1 0-1,1 0 1,-1 0 0,1 0 0,-1 0-1,1-1 1,0 1 0,0-1 0,-3-2-1,3 2-5,0 0 0,0 0 0,0 0 0,0-1 0,0 1 0,1 0 0,-1-1 0,1 1 0,0-1 0,0 1 0,-1-1 0,2 0 0,-1 1 0,0-1 0,0 0 0,1 0 0,0 1 0,-1-5 0,2 2-2,-1 1 1,1 0-1,0-1 0,0 1 1,1 0-1,-1 0 0,1 0 1,0 0-1,0 0 0,5-7 1,-1 2-5,1 1 0,0 0 0,0 1 0,1 0 0,-1 0 0,2 0 0,-1 1 0,1 0 0,15-7 0,-14 9-155,0 0 1,1 1-1,-1 0 1,1 0-1,0 1 1,0 1-1,-1 0 1,17 0-1,12 7-509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14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9450,'7'4'1056,"0"-3"1489,5 1-897,2-2-672,2 0-616,3-2-240,-1-3-96,-1 2 24,4 1-24,0 4 96,-2 6-23,2 5-25,2 4 0,0-1-72,5 1-1577,0-1-2352,-4 2 3033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15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729 109 12083,'-35'-31'2865,"21"18"-2330,0 0 1,-29-18-1,39 28-515,-1 1 0,0-1 0,0 1-1,0 0 1,0 0 0,0 0 0,-1 1 0,1 0 0,0 0-1,-1 1 1,1-1 0,-1 1 0,1 0 0,-7 1 0,0 2 19,0 0 0,1 1 0,-1 0 0,1 0 0,0 2 0,0-1 0,0 1 0,1 1 0,0 0 0,-12 11 0,-12 13 254,-40 46-1,73-75-282,-43 47 436,2 3-1,2 1 1,-34 64 0,59-91-399,1 1 1,2 1-1,0 0 1,2 0-1,1 1 1,2 1-1,1-1 1,1 1-1,-1 32 1,5-53-45,1 0 0,1 0 0,0 0 0,0 0 0,1-1 0,0 1 1,0 0-1,1-1 0,0 0 0,1 0 0,0 0 0,0 0 0,0 0 0,8 8 1,-5-7-283,0-2 1,0 1-1,1-1 1,13 10-1,-8-8-1406,1-1 0,24 11-1,19 4-380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16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4473,'0'0'-1032,"0"-2"984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17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6 8906,'0'-5'6697,"-2"24"-6001,2 9-23,0 4-289,-4-1-104,3 4-184,-1-2-24,-2 0 0,3 2-24,-6-3-48,0-1-96,0-3-1697,1-2-2720,3-3 3601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18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95 8970,'0'0'3005,"-1"4"-2912,-33 190 2510,24-165-2629,10-28 120,0 0 1,-1 1 0,1-1 0,-1 0 0,1 0 0,-1 0 0,1 0-1,-1 0 1,0 0 0,0 0 0,1 0 0,-1 0 0,0 0 0,0 0 0,0 0-1,0-1 1,0 1 0,0 0 0,0-1 0,0 1 0,-2 0 0,0-13 650,2 7-741,0-1 0,1 0 1,0 0-1,0 1 0,0-1 0,1 0 0,0 0 1,0 1-1,0-1 0,1 0 0,-1 1 0,2-1 0,-1 1 1,6-10-1,8-10 59,1 0 0,1 1 0,1 1 0,1 1 0,2 0 0,0 2 0,26-20 0,-40 35 63,0 0-1,1 0 1,-1 1 0,1 0 0,0 0-1,10-2 1,-17 5-100,0 1 1,1-1-1,-1 1 0,1-1 1,-1 1-1,1 0 0,-1 0 0,1 1 1,0-1-1,-1 0 0,0 1 1,4 0-1,-5 0-18,0 0 0,1-1 0,-1 1 1,0 0-1,0 0 0,0 0 0,0 0 1,0 0-1,0 0 0,0 0 0,0 0 0,0 1 1,0-1-1,-1 0 0,1 1 0,0-1 1,-1 0-1,1 1 0,-1-1 0,0 0 0,1 1 1,-1 2-1,2 17-184,0 1 1,-2 0-1,-1 0 1,0 0 0,-2-1-1,0 1 1,-1-1-1,-9 25 1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19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79 16684,'0'0'1864,"-1"-1"-1119,-9 14-655,0 3-67,0 0 0,-12 29 0,20-40-23,-1 0 0,1 1 0,1-1 0,-1 1 0,1-1 1,0 1-1,0 0 0,1-1 0,-1 1 0,1 0 0,1-1 0,-1 1 0,1 0 0,0-1 0,3 10 0,-4-13 1,1-1 0,0 1 0,0-1-1,0 1 1,0-1 0,0 0-1,0 1 1,0-1 0,1 0-1,-1 0 1,0 0 0,1 0 0,-1 0-1,1 0 1,-1 0 0,1 0-1,-1-1 1,1 1 0,-1-1-1,1 1 1,0-1 0,-1 1-1,1-1 1,0 0 0,0 0 0,-1 0-1,1 0 1,0 0 0,-1 0-1,1-1 1,0 1 0,-1 0-1,1-1 1,2 0 0,5-2 3,-1-1-1,0 1 1,1-2 0,-1 1-1,7-6 1,4-3 2,-1-1-1,-1 0 0,18-19 1,-28 26-2,0-1 0,0 0 0,-1-1 0,0 0 0,-1 0 0,0 0 1,0 0-1,6-18 0,-11 25 183,-2 6-157,-2 3-19,0 0 0,1 1 0,0-1 0,0 1 0,0 0 0,1 0 0,0 0 0,1 1 0,0-1-1,0 0 1,1 1 0,0-1 0,0 0 0,1 0 0,3 13 0,-4-19-5,1 0 1,-1-1-1,1 1 0,0 0 1,0-1-1,0 1 1,0-1-1,0 1 0,0-1 1,0 0-1,0 0 1,1 1-1,-1-1 0,0 0 1,1 0-1,-1 0 1,1 0-1,-1 0 0,1-1 1,2 2-1,-1-1 2,0-1-1,0 0 0,0 1 1,0-1-1,0 0 1,0 0-1,0-1 1,0 1-1,0-1 0,0 1 1,3-2-1,5-2 11,-1-1-1,0 0 0,-1 0 0,1-1 0,13-10 1,-22 15-16,12-8 12,-2-1 0,1 0 0,-2-1 1,15-16-1,-23 24-13,-1 1-1,1-1 1,-1 1 0,1-1-1,-1 0 1,0 0 0,0 1 0,0-1-1,0 0 1,-1 0 0,1 0-1,0-6 1,-2 7-2,1 0 0,0 0 0,-1 0 0,0 0-1,1 0 1,-1 0 0,0 0 0,0 0 0,0 1 0,0-1 0,0 0 0,-1 0-1,1 1 1,0-1 0,-1 1 0,1-1 0,-1 1 0,0 0 0,1-1-1,-4-1 1,-3-1-21,0 0 0,0 0 0,0 1 0,0 0 0,-1 0 0,-17-3 1,20 5 13,0 0 0,0 1 0,0-1 0,0 1 0,0 1 0,0-1 1,0 1-1,0 0 0,-1 0 0,-7 3 0,12-3-16,20 11 12,-10-11 14,1 1 0,0-1 0,-1-1 0,1 0-1,0 0 1,-1 0 0,16-4 0,-10 2 2,0 1 1,17 0-1,-26 1-3,0 1 0,0 0 0,-1 0 0,1 0 0,0 1 0,0-1 0,-1 1 0,1 0 0,-1 1 0,1-1 0,-1 1 1,0 0-1,0 0 0,0 0 0,5 5 0,-7-5 1,0 0 1,0-1 0,0 1-1,0 0 1,0 0 0,-1 0-1,1 0 1,-1 1-1,0-1 1,0 0 0,0 1-1,0-1 1,0 0 0,-1 1-1,0-1 1,1 1 0,-1-1-1,-1 1 1,1-1 0,0 1-1,-1-1 1,0 1 0,-1 2-1,0-1-1,0 0 1,-1-1-1,0 1 0,0-1 0,0 0 0,0 0 0,-1 0 1,1-1-1,-1 1 0,-5 3 0,3-1 5,5-6-5,0 1 0,0 0-1,0 0 1,0 0 0,0-1 0,0 1 0,0 0-1,0-1 1,0 1 0,-1-1 0,1 1-1,0-1 1,0 1 0,0-1 0,-1 0 0,1 0-1,0 0 1,0 0 0,-1 0 0,1 0 0,0 0-1,0 0 1,-1 0 0,1 0 0,0-1 0,0 1-1,0-1 1,-1 1 0,1-1 0,0 1 0,0-1-1,0 1 1,0-1 0,0 0 0,0 0-1,0 0 1,0 1 0,0-1 0,1 0 0,-1 0-1,0 0 1,0 0 0,1 0 0,-1-1 0,1 1-1,-1 0 1,1 0 0,-1 0 0,1 0 0,0-1-1,0 1 1,-1 0 0,1 0 0,0-1-1,0 1 1,0 0 0,0 0 0,1-2 0,0-2 0,0 1 0,0-1 0,0 1 1,1-1-1,0 1 0,0 0 1,0 0-1,1 0 0,-1 0 0,1 0 1,0 0-1,0 1 0,0-1 0,0 1 1,7-5-1,6-4-3,0 1 1,26-13 0,-29 17 1,5-3-6,0 1 1,23-8-1,-37 15 5,1 1 0,-1-1 1,1 1-1,-1 0 0,1 0 0,0 1 0,-1-1 1,1 1-1,0 0 0,-1 0 0,1 1 1,0 0-1,-1-1 0,1 1 0,7 3 0,-10-3 2,-1 1-1,1-1 1,0 0-1,-1 1 1,0-1-1,1 1 1,-1 0-1,0-1 1,0 1-1,0 0 1,0 0-1,0 0 1,0-1-1,0 1 1,-1 0-1,1 0 1,-1 0-1,1 0 1,-1 0-1,0 0 1,0 0-1,0 1 1,0-1-1,-1 3 1,1 2 2,-1 1 1,-1 0-1,1-1 0,-6 15 1,3-12 0,0 0 0,-1-1 0,0 1 0,-1-1 0,0 0 0,0-1 0,-9 9 0,0-4 40,14-13-43,1 0-1,0 0 1,0 0 0,0 0-1,-1 0 1,1 0 0,0-1-1,0 1 1,0 0 0,-1 0-1,1 0 1,0 0 0,0-1-1,0 1 1,0 0 0,0 0-1,-1 0 1,1 0 0,0-1-1,0 1 1,0 0 0,0 0-1,0-1 1,0 1 0,0 0 0,0 0-1,0 0 1,0-1 0,0 1-1,0 0 1,0 0 0,0-1-1,-1-3 15,0 2-13,0 0-1,0 0 0,0 0 0,1-1 0,-1 1 0,1 0 0,-1 0 0,1-1 0,0 1-1,0 0 1,0-1 0,0 1 0,0 0 0,1-1 0,-1 1 0,1 0 0,-1 0 0,1-1 0,0 1 0,0 0 0,0 0 0,0 0 0,0 0-1,0 0 1,3-2 0,14-16-4,2 0 0,0 1 0,27-19-1,-32 27 3,0 1 0,2 0 0,-1 1 0,1 1 0,29-10-1,-44 17 4,0 1-1,0-1 0,0 0 0,-1 1 0,1 0 0,0-1 1,0 1-1,0 0 0,0 0 0,0 0 0,0 0 1,0 0-1,0 1 0,0-1 0,0 1 0,0-1 0,0 1 1,0 0-1,-1-1 0,1 1 0,0 0 0,-1 0 1,3 2-1,-2-1-1,-1 0 1,1 0 0,-1 1-1,1-1 1,-1 1-1,0-1 1,0 1 0,0-1-1,0 1 1,0 0-1,-1-1 1,1 1 0,-1 0-1,0 4 1,0 9 2,-1 0 0,0 0 0,-2 1-1,-4 19 1,-2 2-56,9-35-100,16-26-8811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20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0 193 7922,'4'1'791,"-1"-1"0,1 1 0,0-1 1,-1 0-1,1 0 0,-1 0 0,1 0 1,-1 0-1,6-2 0,-4 1-316,-1-1 1,0 1-1,0-1 1,0 0-1,0 0 1,6-5-1,1-2-120,-1-1 1,0 0-1,16-20 0,-26 30-352,5-7 4,0 0 1,-1-1-1,0 0 1,0 1-1,-1-1 1,0 0-1,0-1 1,-1 1-1,0 0 1,2-15-1,-9 19-43,4 3 37,-1-1 0,0 1 0,0 0 0,0 0 0,0 0 0,0 0 0,0 0 0,0 0 0,0 1 0,0-1 0,-1 1 0,1 0 0,0-1-1,0 1 1,0 0 0,-1 0 0,1 0 0,0 1 0,0-1 0,0 0 0,-1 1 0,1 0 0,0-1 0,0 1 0,0 0 0,0 0 0,0 0 0,0 0-1,-1 2 1,-5 3 19,2 0 0,-1 1 0,1-1 0,0 2 0,0-1-1,0 1 1,1-1 0,1 2 0,-1-1 0,1 0-1,1 1 1,0 0 0,0-1 0,0 1 0,1 1 0,1-1-1,-1 0 1,1 0 0,1 1 0,0-1 0,2 14 0,-2-21-21,0-1 1,0 1 0,1 0 0,-1-1 0,1 1 0,0-1 0,-1 1 0,1-1 0,0 1 0,0-1 0,0 1 0,0-1 0,0 0 0,0 1-1,0-1 1,0 0 0,1 0 0,-1 0 0,0 0 0,1 0 0,-1 0 0,1 0 0,-1-1 0,1 1 0,-1 0 0,1-1 0,0 1 0,-1-1 0,1 0-1,0 1 1,-1-1 0,1 0 0,0 0 0,-1 0 0,1 0 0,0 0 0,-1-1 0,1 1 0,0-1 0,1 0 0,6-1-103,-1-1 0,0 0 0,0 0 0,0-1 0,0 0 1,9-6-1,16-15-940,-1-2 348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20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20428,'31'-1'119,"0"1"1,0 1-1,-1 1 0,1 2 0,0 2 0,-1 0 0,50 18 0,-65-18-121,1 1 0,-1 0 0,0 1 0,-1 0 0,0 1 0,0 1 0,-1 0 0,0 1 0,-1 0 0,0 1 0,-1 1 0,0 0 0,-1 0 0,-1 1 0,14 25 0,-15-21 6,0 2 1,-2-1 0,0 1-1,-1 0 1,-1 0 0,-1 0 0,0 1-1,-2-1 1,0 1 0,-2-1-1,-3 26 1,0-21-2,-1 1 1,-2-1-1,0 0 0,-2 0 1,-1-1-1,0 0 1,-2-1-1,-22 32 0,-7 3-452,-4-1 0,-86 85 0,50-67-179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21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1 119 12147,'89'-12'400,"7"-4"-256,5-1-472,9-6-633,-3-2-903,-9-1 1048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28.0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130 134 14435,'-5'-2'254,"1"1"0,0-1 0,-1 1 0,1 0 0,-1 0 0,1 0 0,-1 0 0,1 1 0,-1 0 0,0 0 0,1 0 0,-1 0 0,-8 3 0,10-2-248,0 0 1,0 0-1,0 0 0,1 1 0,-1-1 0,0 1 1,1 0-1,-1 0 0,1 0 0,-1 0 1,1 0-1,0 1 0,0-1 0,0 1 0,0-1 1,1 1-1,-1 0 0,1 0 0,-1 0 0,1-1 1,-1 5-1,0 0 61,0 0 1,1-1 0,-1 1-1,2 0 1,-1 0 0,1 0-1,0 1 1,0-1-1,1 0 1,2 9 0,-3-14-44,1 1 1,-1-1 0,1 0 0,0 0 0,0 0 0,0 0 0,0 1-1,0-2 1,0 1 0,0 0 0,1 0 0,-1 0 0,1 0 0,0-1-1,-1 1 1,1-1 0,0 1 0,0-1 0,0 0 0,0 0 0,0 0-1,0 0 1,0 0 0,0 0 0,1-1 0,-1 1 0,0-1 0,0 1-1,1-1 1,-1 0 0,0 0 0,1 0 0,-1 0 0,4-1 0,4-1 34,0 0 1,0-1-1,-1 0 1,1 0-1,-1-1 1,13-8-1,50-34 79,-69 44-135,17-12 2,-1 0 1,18-18-1,-33 28 4,0 0 0,0-1 0,0 1 1,0-1-1,-1 0 0,0 0 0,0 0 0,0 0 0,-1 0 1,1-1-1,-1 1 0,-1-1 0,1 0 0,0-5 0,-2 8 19,0 1 0,0 0 0,0 0 0,0 0 0,-1 0-1,1 0 1,-1 0 0,1 0 0,-1 0 0,0 0 0,0 0-1,1 0 1,-2 0 0,1 0 0,0 1 0,-3-4 0,1 2 23,0-1 0,-1 1 1,0 1-1,1-1 0,-1 0 0,0 1 1,-6-3-1,-4 0 34,1 0-1,0 1 1,-1 1 0,-16-2-1,23 3-90,0 2-1,0-1 0,0 1 0,0 0 0,0 0 1,0 0-1,-9 3 0,14-3-48,0 1 0,1 0 0,-1-1 0,1 1-1,-1 0 1,1 0 0,-1 0 0,1 0 0,0 0 0,-1 0 0,1 0 0,0 1 0,0-1-1,0 0 1,0 1 0,0-1 0,0 1 0,0-1 0,0 1 0,0-1 0,1 1 0,-1 0-1,1-1 1,-1 1 0,1 0 0,0-1 0,0 1 0,-1 0 0,1-1 0,0 1 0,1 0 0,-1 0-1,0-1 1,1 4 0,6 21-573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28.4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121 131 15155,'-11'-9'260,"8"6"-617,0 1 1,0-1-1,0 1 1,0 0-1,0 0 0,0 0 1,-5-1-1,6 2 420,0 1 0,0 0-1,0 0 1,0 0 0,-1 0-1,1 0 1,0 0 0,0 0 0,0 1-1,0-1 1,0 1 0,0-1-1,0 1 1,0 0 0,0 0 0,-2 1-1,2-1 244,-1 1 0,1-1 0,0 1 0,0-1-1,0 1 1,0 0 0,0 0 0,0 0 0,0 0-1,1 0 1,-1 0 0,1 1 0,-1-1 0,0 3 0,2-4-248,-1 0 1,1-1 0,0 1 0,0 0-1,0 0 1,0-1 0,0 1 0,0 0 0,0 0-1,0-1 1,0 1 0,0 0 0,0 0-1,0-1 1,0 1 0,1 0 0,-1 0-1,0-1 1,1 1 0,0 1 0,-1-1-57,1 0 0,0 0 0,0-1 0,1 1 0,-1 0 0,0 0 0,0-1 0,0 1 0,0 0 0,1-1 0,-1 1 0,0-1 0,1 0 0,-1 1 0,3-1-1,2 1 1,1-1 0,-1 0-1,1 0 1,-1 0-1,1-1 1,-1 0-1,1 0 1,-1-1-1,10-3 1,5-4-4,26-14-1,-41 20 3,-2 1 3,0 0-1,0-1 1,-1 1-1,1-1 1,-1 1-1,0-1 1,1 0-1,-1 0 1,-1-1-1,1 1 1,0 0-1,-1-1 1,3-5-1,-4 8 1,-1-1 0,1 1 0,-1-1 0,0 1 0,0-1-1,1 1 1,-1-1 0,0 1 0,0-1 0,0 1 0,0-1 0,-1 0 0,1 1-1,0-1 1,-2-2 0,1 2 2,0-1 0,-1 1 1,1 0-1,-1 0 0,1 0 0,-1 0 0,0 0 0,0 0 1,0 1-1,0-1 0,0 0 0,-3-1 0,-4-1 50,1 1 0,-1-1 0,0 1 1,0 1-1,0 0 0,0 0 0,0 1 0,0 0 0,-1 0 0,1 1 0,0 0 0,-1 1 0,1 0 1,0 1-1,0 0 0,0 0 0,0 1 0,-15 6 0,22-8-130,0 0-1,1 0 0,-1 0 1,1 1-1,0-1 1,-1 0-1,1 1 1,0-1-1,0 1 1,0-1-1,0 1 1,0-1-1,0 1 0,0 0 1,1 0-1,-2 2 1,3 10-460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29.2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261 1 13363,'-12'2'384,"-1"0"0,1 1 0,0 1 0,0 0 0,0 0 0,1 1 0,-1 1 0,-11 7 0,10-5-220,0 1 0,0 1 1,1 0-1,0 1 0,1 0 1,-10 13-1,13-14 136,1 0-1,0 0 1,-7 17-1,12-24-230,1 1 0,-1 0-1,1 0 1,0 0-1,0 0 1,0 0-1,0 1 1,1-1-1,-1 0 1,1 0-1,0 0 1,1 1-1,0 6 1,0-9-55,0 0 0,0-1 1,0 1-1,0 0 0,0 0 1,0-1-1,0 1 0,1-1 0,-1 1 1,1-1-1,-1 0 0,1 1 0,-1-1 1,1 0-1,0 0 0,0 0 1,-1 0-1,1-1 0,0 1 0,0 0 1,0-1-1,0 1 0,0-1 0,0 0 1,0 1-1,0-1 0,0 0 0,0 0 1,2-1-1,6 1 7,0-1-1,-1 0 1,1-1-1,15-4 1,-11 1-3,0 0 0,0-1 0,-1-1 0,0 0 1,0-1-1,20-16 0,-24 17-7,-1-1 1,1 0-1,-2 0 1,1 0-1,-1-1 0,0-1 1,-1 1-1,0-1 1,6-14-1,-11 22 1,0 0-1,0 0 0,0-1 1,0 1-1,0 0 0,-1-1 1,1 1-1,-1-1 1,0 1-1,1-1 0,-1 1 1,0-1-1,-1 1 1,1 0-1,0-1 0,-1 1 1,1-1-1,-1 1 0,0-1 1,1 1-1,-1 0 1,-1 0-1,1-1 0,0 1 1,0 0-1,-1 0 1,1 0-1,-1 0 0,0 0 1,1 1-1,-1-1 1,0 1-1,0-1 0,0 1 1,-4-3-1,0 2 2,0-1 0,0 1 0,-1 1 0,1-1 0,0 1 0,0 0-1,-1 0 1,1 1 0,0 0 0,-1 0 0,1 1 0,-1-1 0,-7 3 0,1 1-262,0 0 1,1 1-1,0 0 1,0 1-1,0 1 1,1-1-1,-18 15 1,0 5-674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29.8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35 18652,'-6'3'137,"1"0"0,0 0 0,0 0 0,0 1 0,0-1 0,0 1 0,1 0 0,-1 1 0,1-1 0,-6 10 0,2 0-117,0 0 0,-10 26 0,14-30-1,2-5 3,-1 0 0,1 0-1,1 0 1,-1 1 0,1-1 0,0 0 0,-1 8 0,2-12-9,0 0 0,0 0-1,1-1 1,-1 1 0,0 0 0,0 0-1,0 0 1,1 0 0,-1 0 0,1-1-1,-1 1 1,0 0 0,1 0 0,-1 0 0,1-1-1,0 1 1,-1 0 0,1-1 0,0 1-1,0 0 1,1 0 9,0 0 1,0 0-1,0-1 0,0 1 0,0-1 1,0 1-1,0-1 0,0 0 0,0 0 1,0 0-1,0 0 0,0 0 0,2 0 0,11-4 7,-1 0 0,0 0-1,0-1 1,0-1 0,-1 0-1,0-1 1,21-15-1,-11 8-20,-13 8-8,0-1 0,0 0 0,0 0 0,-1-1 0,13-14 1,-21 20 2,1-1 1,0 1-1,0-1 0,-1 1 1,1-1-1,-1 0 1,0 1-1,0-1 1,0 0-1,0 0 1,0 0-1,0-4 1,-1 5 3,-1 0 1,1 0-1,0 0 1,0 0-1,-1 0 1,0 0-1,1 0 1,-1 0-1,0 1 1,0-1-1,0 0 1,0 0-1,0 0 1,0 1-1,0-1 1,-1 1-1,1-1 1,0 1 0,-1-1-1,-2 0 1,-1-2 14,0 1 1,-1 0-1,0 0 1,1 0 0,-1 1-1,0 0 1,0 0-1,-1 1 1,1-1 0,0 1-1,-1 1 1,-8-1-1,7 1-34,0 0-1,1 0 1,-1 1 0,1 0-1,-1 1 1,1 0 0,-1 0-1,1 0 1,0 1-1,-8 4 1,11-5-176,1 0 1,-1 1-1,1 0 0,0 0 0,-1 0 1,1 0-1,1 0 0,-1 1 1,0-1-1,1 1 0,0 0 0,-1 0 1,2 0-1,-1 0 0,-1 4 1,-7 33-1644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30.4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85 21028,'-3'2'29,"1"-1"0,-1 1 0,0-1-1,0 1 1,1 0 0,-1 0-1,1 0 1,0 0 0,-1 1 0,1-1-1,0 1 1,1-1 0,-1 1-1,0 0 1,1-1 0,-1 1 0,1 0-1,0 0 1,0 0 0,0 0-1,0 0 1,1 1 0,-1-1 0,1 0-1,0 0 1,0 4 0,-1 1-80,1 0 0,1 0 0,-1-1 0,1 1 0,0 0 0,1-1 0,0 1 0,0-1 0,1 0 0,3 8 0,-5-13 40,0-1 0,0 1 0,1-1 0,-1 1 0,0-1-1,1 1 1,-1-1 0,1 0 0,-1 0 0,1 1 0,-1-1 0,1-1-1,0 1 1,0 0 0,-1 0 0,1 0 0,0-1 0,0 1 0,0-1 0,0 0-1,0 1 1,0-1 0,0 0 0,0 0 0,-1 0 0,1-1 0,0 1 0,0 0-1,0-1 1,0 1 0,0-1 0,0 0 0,0 1 0,2-2 0,7-4 39,1 0 1,-1 0 0,21-17 0,-26 19 5,92-74 388,-87 68-390,-1 0 0,0-1-1,0-1 1,-1 0 0,-1 0 0,10-17-1,-17 28-30,0-1-1,0 1 1,-1-1-1,1 1 1,0-1-1,-1 0 1,1 1-1,-1-1 1,0 0 0,1 1-1,-1-1 1,0 0-1,0 1 1,0-1-1,0 0 1,0 1-1,-1-1 1,1 0-1,0 1 1,-1-1-1,0-2 1,0 3 0,0 1 0,0-1 0,-1 0 0,1 0 0,0 1 0,0-1 0,0 1 0,0-1 0,-1 1 0,1 0 1,0-1-1,0 1 0,-1 0 0,1 0 0,0 0 0,-1 0 0,1 0 0,0 0 0,-1 0 0,1 0 0,0 0 0,0 1 0,-1-1 0,1 1 0,0-1 1,0 1-1,-2 0 0,-8 4 12,0 0 0,0 1 0,0 1 0,1-1 1,-1 2-1,2-1 0,-1 2 0,-15 16 0,2 2-599,-35 52-1,31-34-3311,6 0 1189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33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98 10314,'-14'-6'441,"8"3"599,-1 0-1,0 1 1,0 0-1,0 0 1,-10-2-1,14 4-862,1 0 0,-1 0 0,1 1 0,-1-1 0,1 0 0,-1 1 0,1 0 0,-1-1 0,1 1 0,-1 0 0,1 0 0,0 0-1,0 1 1,-1-1 0,1 1 0,0-1 0,0 1 0,0 0 0,-2 2 0,1 0-145,0-1-1,0 1 1,1 0 0,-1 0-1,1 0 1,0 0 0,0 1-1,1-1 1,-1 1 0,1-1-1,0 1 1,0-1-1,1 1 1,-1-1 0,1 1-1,0 5 1,0-8-29,0 1-1,1 0 1,-1 0-1,1-1 1,-1 1-1,1 0 1,0-1-1,0 1 1,0-1-1,1 1 1,-1-1-1,0 0 1,1 1-1,0-1 1,-1 0-1,1 0 1,0 0-1,0 0 1,0 0-1,0-1 1,1 1-1,-1-1 1,0 1-1,1-1 1,-1 0-1,1 0 1,-1 0-1,6 1 1,2 0-2,-1-1 1,0-1 0,1 0-1,-1 0 1,1 0 0,-1-1-1,1-1 1,-1 0-1,0 0 1,0-1 0,0 0-1,0 0 1,11-7-1,-7 3 2,0 0 0,0-1-1,-1 0 1,0-1 0,-1-1-1,0 0 1,19-21 0,-27 27 0,1-1 0,-1 1 0,0-1 1,0 0-1,-1 0 0,1 0 0,-1-1 0,0 1 0,-1-1 0,2-7 1,-2 11 0,-1 0 1,0 0-1,0 0 1,0 0 0,-1 0-1,1 0 1,0 0-1,-1 0 1,0 0 0,1 1-1,-1-1 1,0 0-1,0 0 1,0 0 0,0 1-1,0-1 1,0 1 0,0-1-1,-1 1 1,1-1-1,-1 1 1,1-1 0,-1 1-1,1 0 1,-1 0-1,0 0 1,1 0 0,-1 0-1,0 1 1,0-1-1,0 0 1,-3 0 0,-4-1-36,1 0 1,-1 0 0,0 1 0,0 0 0,0 1 0,0 0 0,0 0 0,0 1-1,0 0 1,0 1 0,0-1 0,1 2 0,-1-1 0,1 1 0,-1 1 0,1 0-1,0 0 1,-14 10 0,16-9-819,0-1-1,0 2 1,0-1-1,1 1 1,0-1-1,0 2 1,1-1-1,-6 10 1,-8 22-1320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33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48 107 19780,'0'0'32,"0"0"-1,0 0 1,0 0-1,0-1 1,0 1-1,0 0 1,0 0-1,0 0 1,0 0-1,0 0 1,0 0-1,0 0 0,0 0 1,0-1-1,0 1 1,0 0-1,0 0 1,0 0-1,0 0 1,0 0-1,0 0 1,0 0-1,0 0 1,0 0-1,1-1 1,-1 1-1,0 0 1,0 0-1,0 0 1,0 0-1,0 0 1,0 0-1,0 0 1,0 0-1,0 0 1,0 0-1,1 0 1,-1 0-1,0 0 0,0 0 1,0 0-1,0 0 1,0 0-1,0 0 1,0 0-1,0 0 1,1 0-1,-1 0 1,0 0-1,0 0 1,0 0-1,0 0 1,0 0-1,8 5 377,7 11-636,-14-15 307,9 13-221,0 0 0,0 0 0,9 23 0,4 5-409,-22-41 554,-1 0-1,1 0 0,-1 0 0,1-1 1,0 1-1,-1 0 0,1 0 0,0 0 0,-1 0 1,1-1-1,0 1 0,0 0 0,0-1 1,0 1-1,0-1 0,0 1 0,0-1 1,0 1-1,0-1 0,0 0 0,1 1 0,-1-1 19,0 0 0,0-1 0,0 1 0,0 0 0,0-1 0,-1 1 0,1-1 0,0 1 0,0 0 0,0-1 0,-1 0 0,1 1 0,0-1 0,0 1 0,-1-1 0,1 0 0,-1 0 0,1 1 0,0-2 0,3-5 128,0-1 1,0 1-1,-1-1 1,3-9-1,-5 12-159,26-54 247,-19 45-242,-1-1 1,-1 0-1,6-18 1,-11 31-9,-1 0 1,1 0 0,-1-1-1,0 1 1,1 0-1,-1 0 1,0-1 0,0 1-1,-1 0 1,1-1-1,0 1 1,-1 0 0,1 0-1,-1 0 1,0 0-1,0-1 1,0 1 0,0 0-1,0 0 1,0 0-1,-3-2 1,2 2 5,1 1 0,-1 0 0,0 0 1,0 0-1,0 0 0,0 0 0,0 0 0,0 0 0,0 1 0,0-1 1,0 1-1,0-1 0,0 1 0,0 0 0,0 0 0,0 0 0,-1 0 0,1 0 1,0 0-1,0 1 0,0-1 0,0 1 0,-4 1 0,-7 3 48,0 1-1,1 0 0,0 0 1,0 2-1,0-1 0,1 2 1,0-1-1,-17 19 0,18-16-356,1 0-1,-1 0 1,-8 17-1,13-20-734,0 1 0,1 0-1,0 0 1,1 0 0,-3 12-1,3 14-1678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34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83 19108,'-4'14'32,"0"0"-1,1 0 1,0 0-1,1 1 1,1-1-1,1 0 1,0 1 0,2 23-1,-2-37-35,1 1 1,-1 0-1,0-1 0,0 1 0,1-1 1,-1 1-1,1 0 0,-1-1 0,1 1 0,0-1 1,-1 1-1,1-1 0,0 0 0,0 1 1,0-1-1,0 0 0,0 0 0,0 1 1,1-1-1,-1 0 0,0 0 0,1 0 0,-1-1 1,1 1-1,-1 0 0,0 0 0,1-1 1,0 1-1,-1-1 0,1 1 0,-1-1 1,1 0-1,0 0 0,-1 1 0,1-1 1,0 0-1,-1 0 0,1-1 0,-1 1 0,1 0 1,0-1-1,-1 1 0,3-1 0,5-3 20,-1 1 0,0-1 0,0 0 0,0 0 0,0-1 0,12-10-1,-6 2 19,1 0-1,-2 0 0,16-20 1,-24 28-34,-1-1 0,0 0 0,-1 0 0,1 0 0,-1-1 0,0 1 0,-1-1 0,1 0 0,-1 0 0,-1 0 0,1 0 0,0-7 0,-2 11-4,0 1 0,0 0 0,-1-1 0,1 1 0,0 0 1,-1 0-1,1-1 0,-1 1 0,0 0 0,0 0 0,0 0 0,0 0 0,0 0 1,0 0-1,0 0 0,-1 0 0,1 0 0,-3-2 0,1 1-7,-1 1 0,1 0-1,0 0 1,-1 0 0,1 0-1,-1 0 1,0 1 0,0 0-1,1 0 1,-6-1-1,-1 0-37,0 1-1,-1 0 0,1 1 0,-1 0 0,1 1 0,0 0 0,-17 3 0,15 0-373,1 0-1,-19 8 1,18-6-954,1 1 0,0 0-1,0 0 1,-15 14 0,-4 11-698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36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72 140 16011,'-1'-1'292,"1"1"-242,0-1 1,0 1 0,-1 0-1,1-1 1,0 1 0,0 0-1,0 0 1,-1-1-1,1 1 1,0 0 0,0 0-1,-1-1 1,1 1 0,0 0-1,0 0 1,-1 0 0,1 0-1,0-1 1,-1 1-1,1 0 1,0 0 0,-1 0-1,1 0 1,0 0 0,-1 0-1,1 0 1,0 0 0,-1 0-1,1 0 1,0 0-1,-1 0 1,1 0 0,0 0-1,-1 0 1,1 0 0,0 1-1,0-1 1,-1 0 0,1 0-1,0 0 1,-1 0-1,1 1 1,0-1 0,0 0-1,-1 0 1,1 1 0,-4 4-49,1 0 0,0 0 0,0 1 0,1-1 0,-1 1 0,1-1 0,0 1-1,1 0 1,-1 0 0,0 8 0,2-10 1,-1 1 0,1-1 0,0 1-1,0-1 1,0 1 0,0-1-1,1 0 1,0 1 0,0-1 0,0 1-1,0-1 1,1 0 0,0 0 0,0 0-1,0 0 1,2 4 0,-3-7 10,0 0 0,0 0 0,1 0 1,-1 0-1,0 0 0,0 0 0,1 0 0,-1 0 1,0-1-1,1 1 0,-1 0 0,1-1 1,-1 1-1,0-1 0,1 0 0,-1 1 0,1-1 1,0 0-1,-1 0 0,1 0 0,-1 0 1,1 0-1,-1 0 0,1 0 0,-1-1 1,1 1-1,-1-1 0,1 1 0,-1-1 0,0 1 1,3-3-1,4-1 76,-1 0 0,0-1 1,0 0-1,8-9 0,-11 10-65,2-1 20,67-66 215,-67 64-252,1-1-1,-1 0 1,-1 0 0,0 0 0,0 0 0,0-1 0,-1 0-1,3-9 1,-6 15-1,0 0-1,-1 1 0,1-1 0,-1 0 1,0 0-1,1 1 0,-2-1 1,1 0-1,0 0 0,0 1 0,-1-1 1,1 0-1,-1 1 0,0-1 1,0 0-1,0 1 0,0-1 1,-1 1-1,1 0 0,-1-1 0,1 1 1,-1 0-1,0 0 0,1 0 1,-1 0-1,-1 0 0,1 0 0,0 1 1,0-1-1,0 1 0,-1-1 1,1 1-1,-1 0 0,1 0 0,-5-1 1,-2-1 53,-1 0 1,1 1-1,0 0 1,-1 1-1,1 0 1,-1 0-1,1 1 1,-1 0-1,-9 2 1,9 0-3,0 0 1,0 1 0,1 0-1,-18 8 1,22-9-160,0 0 1,1 1 0,-1 0-1,0 0 1,1 1 0,0-1-1,0 1 1,0 0 0,0 0-1,-3 6 1,2 5-2517,6-2 728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36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78 17476,'-5'1'104,"-1"0"1,0 0-1,1 1 1,-1 0-1,1 0 0,0 1 1,0-1-1,0 1 1,0 0-1,0 0 1,0 1-1,1-1 1,0 1-1,-6 7 0,4-5-94,1 0 0,0 1-1,0 0 1,0 0 0,1 0-1,1 1 1,-1-1-1,1 1 1,-3 9 0,6-14 163,4-4 90,2 0-185,0 0 0,1-1 0,-1 0 1,0 0-1,0-1 0,0 1 0,0-1 0,5-4 1,51-36 222,-40 27-261,-7 6-15,35-28 11,-45 35-36,-1-1 1,-1 0-1,1 0 0,-1 0 1,1 0-1,-1 0 1,0-1-1,4-8 0,-7 12 3,1 0 0,-1 1 0,0-1 0,0 0-1,0 0 1,1 0 0,-1 0 0,0 0 0,0 1-1,0-1 1,0 0 0,0 0 0,0 0 0,-1 0 0,1 0-1,0 1 1,0-1 0,-1 0 0,1 0 0,0 0-1,-1 1 1,1-1 0,-1 0 0,1 1 0,-1-1-1,1 0 1,-1 1 0,0-1 0,1 0 0,-1 1-1,0-1 1,1 1 0,-1-1 0,0 1 0,0 0-1,1-1 1,-1 1 0,0 0 0,0-1 0,0 1 0,0 0-1,1 0 1,-1 0 0,0 0 0,-1 0-1,-4-1 39,0 0 0,0 1 0,0 0 0,0 0 0,-9 2 0,-3 2-39,1 1 0,-1 1 0,1 0-1,1 1 1,-1 1 0,1 0 0,1 2-1,0-1 1,0 2 0,0 0 0,-20 22 0,10-6-579,12-2 213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37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7 20580,'-8'12'39,"2"0"0,-1 1 0,2-1 0,0 1 0,0 0-1,1 0 1,1 1 0,0-1 0,1 1 0,0 0 0,1 0 0,1-1-1,0 1 1,1 0 0,3 14 0,-4-27-48,0 1 1,0-1-1,0 1 1,1-1-1,-1 1 1,1-1-1,-1 1 1,1-1-1,-1 0 0,1 1 1,0-1-1,-1 0 1,1 0-1,0 1 1,0-1-1,0 0 1,0 0-1,0 0 1,0 0-1,1 0 1,-1 0-1,0 0 0,3 1 1,-2-2-1,0 0 0,1 1 0,-1-1 0,0 0 0,1 0 0,-1 0 0,0 0 0,0 0 0,1-1 0,-1 1 0,0-1 0,0 1 0,5-3 0,4-2-8,0-1 1,0 0-1,0-1 1,15-14-1,-9 7 30,-1-1-1,27-31 1,-38 40-4,0 0 0,-1 0 1,0-1-1,0 1 0,-1-1 1,1 0-1,-1 0 0,-1 0 1,0 0-1,0-1 0,0 1 1,0-9-1,-1 14-7,-1 1 0,0-1 0,0 0 0,-1 1 0,1-1 0,0 1 0,0-1 0,-1 1 0,1-1 0,-1 1 0,1-1 0,-1 1 0,0-1 0,0 1 0,1 0 0,-1-1 0,0 1 0,0 0 0,0 0 0,0-1 0,-3 0 0,2 0 1,0 1 0,-1 0-1,1 0 1,-1 0-1,1 0 1,-1 0-1,0 1 1,1-1-1,-1 1 1,0-1-1,-4 1 1,-3 1-10,0 0-1,1 0 1,0 1 0,-1 0 0,1 0-1,-14 7 1,-4 4-494,2 1-1,-42 29 1,-6 12-5303,66-50 4790,-35 29-1177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37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191 164 20332,'-3'3'61,"1"-1"-1,0 1 1,0 0-1,1 0 1,-1 0-1,0 0 0,1 0 1,0 0-1,0 0 1,0 1-1,0-1 1,0 0-1,1 1 1,0-1-1,-1 0 0,1 5 1,1-6-64,-1 0-1,0 0 1,1 0 0,-1 0-1,1-1 1,0 1 0,0 0-1,0 0 1,0 0 0,0-1-1,0 1 1,0 0 0,0-1-1,0 1 1,1-1 0,-1 1-1,1-1 1,-1 0 0,1 0-1,0 0 1,-1 1 0,1-2-1,0 1 1,0 0 0,0 0-1,0 0 1,0-1 0,3 1-1,-2 0 6,1-1-1,-1 0 1,1 0-1,-1 0 1,1-1-1,-1 1 1,1-1-1,-1 0 1,0 1-1,1-2 1,-1 1-1,0 0 1,0-1-1,0 1 1,0-1-1,0 0 1,0 0-1,3-3 1,6-5 62,0-1 1,16-20-1,-20 22-10,8-9 81,26-38 0,-38 51-131,-1-1 1,1 0-1,-2 1 1,1-1-1,0 0 1,-1 0-1,0 0 1,-1-1-1,1 1 1,-1 0-1,-1-1 1,1-7-1,-1 13-4,0 0 0,0 0-1,0 0 1,0 0 0,-1 1 0,1-1-1,0 0 1,0 0 0,-1 0-1,1 0 1,-1 1 0,1-1-1,-1 0 1,1 0 0,-1 1 0,1-1-1,-1 0 1,0 1 0,1-1-1,-1 0 1,0 1 0,0-1 0,1 1-1,-1 0 1,0-1 0,0 1-1,0-1 1,0 1 0,0 0-1,1 0 1,-1 0 0,0-1 0,0 1-1,0 0 1,0 0 0,0 0-1,-1 1 1,-3-1-3,0 1-1,0 0 1,0 0-1,0 0 1,-5 2-1,-21 9 23,1 2 0,1 0 1,0 2-1,-40 29 0,24-10-1859,-70 68 0,101-88 57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45.11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105 65 5801,'-10'14'931,"-45"75"2187,45-72-1872,6-12-624,0 1 1,1 0 0,0 0-1,0 0 1,0 0 0,1 0-1,0 1 1,0-1 0,-1 13-1,3-18-574,0-1-1,0 1 1,0-1-1,0 1 0,0 0 1,0-1-1,1 1 1,-1-1-1,0 1 1,0-1-1,0 1 0,1-1 1,-1 1-1,0-1 1,1 1-1,-1-1 0,0 1 1,1-1-1,-1 0 1,1 1-1,-1-1 0,1 1 1,-1-1-1,1 0 1,-1 0-1,1 1 1,-1-1-1,1 0 0,20 2 625,20-12-218,-20 2-362,0-1 0,0-1 1,33-23-1,-48 29-89,0 0 1,-1-1-1,1 1 1,-1-1-1,0-1 1,0 1-1,-1 0 1,1-1-1,-1 0 1,-1 0-1,1 0 1,-1-1-1,0 1 1,0-1-1,-1 0 1,2-7-1,-4 10 7,1 1-1,-1-1 1,0 1 0,-1-1 0,1 1-1,0-1 1,-1 1 0,0 0-1,0-1 1,0 1 0,0 0 0,-1-1-1,1 1 1,-1 0 0,0 0-1,1 0 1,-2 0 0,1 1 0,0-1-1,0 0 1,-1 1 0,1 0-1,-1 0 1,0-1 0,0 1 0,0 1-1,0-1 1,0 0 0,0 1-1,-5-2 1,2 1-38,0 0 0,0 0 0,0 0 0,0 1 0,-1 0 0,1 0 0,0 1 0,-1 0 0,1 0-1,-1 0 1,1 1 0,0 0 0,0 0 0,-1 0 0,1 1 0,-6 2 0,-5 9-1794,9 3 637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47.1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206 74 10530,'-1'-1'3785,"-5"7"-2998,-4 9-565,1 1 1,1 0 0,0 1-1,1 0 1,-7 26 0,-7 18 605,11-39-420,6-14-214,0 0 1,0 0 0,1 0 0,0 0 0,1 0-1,0 1 1,0 0 0,0 16 0,2-24-177,0-1 0,0 1 0,0-1 0,0 1 0,0-1-1,0 1 1,0-1 0,0 1 0,0-1 0,1 1 0,-1-1 0,0 0 0,0 1 0,1-1 0,-1 1 0,0-1 0,1 0 0,-1 1 0,0-1 0,1 0 0,-1 1 0,0-1 0,1 0-1,-1 0 1,1 1 0,-1-1 0,1 0 0,-1 0 0,0 0 0,1 0 0,-1 1 0,1-1 0,19-5 339,21-21-8,-36 22-294,39-27 43,-2-3 0,-1-1 0,39-43-1,-75 72-95,0 0-1,-1 0 1,1 0-1,-1 0 1,0-1 0,-1 0-1,0 0 1,4-9-1,-7 13 2,1 1-1,-1-1 1,1 1-1,-1-1 1,0 0-1,0 1 0,0-1 1,0 1-1,-1-1 1,1 1-1,-1-1 1,1 1-1,-1-1 1,0 1-1,0 0 1,0-1-1,0 1 0,0 0 1,-1 0-1,1-1 1,-1 1-1,0 0 1,1 1-1,-1-1 1,0 0-1,0 0 0,-3-2 1,-5-1 8,1-1 0,-1 1 0,1 1 0,-1 0 1,0 0-1,-1 1 0,1 0 0,-1 1 0,0 0 0,1 0 0,-22 1 1,18 1-5,0 1 1,0 0 0,0 1 0,0 0 0,0 1-1,1 1 1,-1 0 0,-22 11 0,29-11-24,1-1 1,0 1-1,0 0 1,0 0-1,1 1 0,-1 0 1,1 0-1,0 0 1,1 1-1,-1-1 1,1 1-1,0 0 0,1 0 1,-1 1-1,1-1 1,0 1-1,1-1 0,0 1 1,0 0-1,0 0 1,0 8-1,2-3-40,0-1 1,1 1-1,3 14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55.8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 85 9650,'-20'0'5725,"18"0"-4480,3-3-989,1 0-186,0-1 0,0 1 1,0 0-1,1 0 0,0 0 1,0 0-1,-1 1 0,2-1 1,-1 1-1,0-1 0,0 1 1,5-2-1,47-22 572,-44 22-575,0 1 0,1 0 0,17-2 0,-25 4-50,0 0 1,1 1-1,-1 0 1,0 0 0,0 0-1,0 1 1,0-1 0,0 1-1,0 0 1,0 0 0,0 0-1,0 1 1,6 3 0,-9-4-7,0 0 0,0 0 1,0 0-1,0 0 0,0 0 1,0 0-1,0 1 0,0-1 1,0 0-1,-1 1 0,1-1 1,-1 1-1,1-1 0,-1 1 1,1-1-1,-1 1 0,0-1 1,0 1-1,0-1 0,0 1 1,0 0-1,0-1 0,0 1 1,0-1-1,-1 3 0,0 2 48,-1 1 0,0-1-1,-1 1 1,-4 9 0,-10 14 315,-34 46 1,-5 7 312,49-71-568,0 1 0,1-1 0,1 1 0,-8 27 0,12-34-102,0-1-1,0 1 1,1 0-1,-1 0 1,1 0-1,1 0 1,-1 0 0,1 0-1,2 8 1,-2-12-30,-1 0 1,1 0-1,0 0 1,0 0-1,-1-1 1,1 1-1,0 0 1,1 0-1,-1-1 1,0 1-1,0-1 1,1 1-1,-1-1 1,1 0-1,-1 1 1,1-1-1,0 0 1,0 0-1,-1 0 1,1 0-1,0-1 1,0 1-1,0 0 1,0-1 0,0 1-1,0-1 1,0 0-1,0 1 1,0-1-1,3-1 1,13-1-1214,11-5-5165,-3-3 3865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56.08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88 21541,'17'-7'504,"6"-7"-440,5-4-440,-2-6-4865,7-1 2464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57.2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21 400 7242,'-9'-65'2327,"-2"-42"188,10 96-2099,2 0 0,-1 0 1,1 0-1,1 0 0,0 0 0,1 0 1,4-14-1,-3 18-192,0 0 1,0 0-1,1 1 1,-1-1-1,1 1 1,1 0-1,-1 1 1,1-1-1,0 1 1,0 0-1,0 0 1,1 1-1,0 0 1,0 0-1,0 1 1,0 0-1,9-3 1,6-1 9,-1 1 0,1 1 0,0 1 1,40-2-1,-57 6-212,2-1 16,0 1-1,0 0 0,0 0 0,0 1 1,11 2-1,-16-3-33,-1 1 0,1-1-1,-1 1 1,0-1 0,1 1 0,-1 0-1,1 0 1,-1 0 0,0 0 0,0 0-1,0 0 1,1 0 0,-1 0 0,0 1-1,-1-1 1,1 0 0,0 1 0,0-1-1,0 0 1,-1 1 0,1-1 0,-1 1-1,1-1 1,-1 1 0,1-1 0,-1 1-1,0 0 1,0-1 0,0 1 0,0 2 0,-2 42 22,-14 76-1,9-92-11,-17 50 0,15-57-21,2 1 0,1 0 0,-5 28 1,11-51-15,0 0 1,0 0 0,0 0 0,0 0 0,0 0 0,0 0 0,0 0 0,0 0 0,0 0 0,1 0 0,-1 0 0,0 0 0,1 0 0,-1 0 0,1 0 0,-1 0 0,1 0 0,-1 0 0,1 0 0,0 0-1,-1-1 1,1 1 0,0 0 0,0 0 0,-1-1 0,1 1 0,0-1 0,0 1 0,0-1 0,0 1 0,0-1 0,0 1 0,0-1 0,0 0 0,0 1 0,0-1 0,0 0 0,0 0 0,0 0 0,0 0 0,0 0-1,0 0 1,2 0 0,2-1-719,0 1-1,0-1 1,0 0-1,0 0 1,0-1-1,-1 0 1,1 1-1,4-4 1,12-13-1314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6:57.8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56 70 16371,'3'1'1138,"11"5"-4140,-11-10 1785,-3-3 5185,0-8-3532,1 14-389,-1-1 0,1 1 1,-1 0-1,0 0 0,0 0 1,1-1-1,-1 1 0,0 0 1,0 0-1,0-1 0,0 1 1,-1 0-1,1 0 0,0 0 1,0-1-1,-1 1 0,1 0 1,-1 0-1,1 0 0,-1 0 1,1 0-1,-1 0 0,0 0 1,1 0-1,-1 0 0,0 0 1,0 0-1,0 0 0,0 0 1,0 0-1,0 1 0,0-1 1,0 0-1,0 1 0,0-1 1,0 1-1,-2-1 0,-35-9-7,37 10-4,0 0 0,1-1 0,-1 1 0,0 0 0,1 0 0,-1 0 0,0 0 0,0 0 0,1 0 0,-1 0 0,0 0 0,0 0 0,1 0 0,-1 0 0,0 0 0,1 1 0,-1-1 0,0 0 0,1 0 0,-1 1 0,0-1 0,0 1 0,-1 4-1310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47:00.11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0 318 3673,'0'0'6673,"2"-2"-5417,0 1-191,43-34 31,-20 26-304,9-7-336,1 0-72,9-4-104,0-5-40,10-8-96,7-6-120,7-16-3776,4-12 3336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1BA9C33A-21FC-C888-85F6-29236CF8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78664869-2AD0-667D-9582-0E862BCA94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2465AA74-FB29-90B6-5E8A-BBDE839B1B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0439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FAC78525-653E-5F9E-CFD9-3108BFBD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775C57F-8435-4203-F425-72658033BE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CC14C7ED-1CC3-8E2A-3669-98E30366DA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57180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82D5983F-52CB-0821-9705-0D24760C4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168BE7B-511C-BB3E-D1D5-314D7DCBB0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2F827E48-B0CD-49B3-6717-5310294083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843879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5FF34D12-1785-FC02-908E-4BFBB18E8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C045F515-B26F-4835-4A0C-2E09662B21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D3F09C42-0EE6-597A-5A6D-EFC23AF9F4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639722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9EDB7850-4238-7EFA-43C3-B697BCFA1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3ED172FA-3C0E-98AA-897C-A75273A075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1536B00C-72D0-6DA6-01BC-53477F7139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508515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B6666E7D-66EF-E304-4F96-8E5F48559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53330F72-16D5-6EDF-46A2-5926FF80F3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0AA08E93-A61C-C96E-35AF-6DB741BA5D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7675461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70B4CEA3-C12F-1DCC-A955-5D4F8BC73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035CBE7A-F603-4D86-4372-29B3E1AA9B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FDDF0F83-D346-73D9-3AD8-C0565EF946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0367203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CD3126D3-BC35-988C-C333-C9A3F8EEE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88F1C0FB-1E6D-32EE-9076-236859FFF9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F401B845-0F43-A899-6C4A-60D9E932E2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64930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6C76C037-A659-AAC8-A9A5-AA3920E71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529CE43C-3928-D3B6-A9B7-15A8E637BA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E83AA0E0-3D39-0660-4D1D-FFC1FDCF0C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699456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83BFFD3A-06B0-58C0-7BD8-6D3BF7993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069AB02A-C114-1636-368A-C0B171C6B6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FBCF578D-165D-FE2A-1E60-3CD4FFDD42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850002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C2E9FA2D-70B5-55D6-ADD7-03C93FE47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35C83208-5235-3B11-4AEF-A915BDE4C1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3D136F41-F14A-2174-6253-225B9A3431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643595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ED32FE20-E1F3-BC98-C179-945C3FED4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F6A7BC52-AE16-BE97-E6BC-6B2D171469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BA36E1F2-7F31-FEED-3A38-017D3D464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6547948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D7E1FC12-67B9-07B7-CB48-F47BD9274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29A6EC15-28A3-F409-6561-94381E9735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C6136E5E-CB1F-58CA-3D89-1152DAD928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4320861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B4093F8D-1076-1D07-E9F0-BB9B32777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666775A1-23EF-2359-63A2-0B4DB44A5F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110D0F2A-2531-5339-B106-031248BCA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1447663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5F24FF6E-FD40-453D-77A7-0C57A8C29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F09BAFD2-E3B3-721E-C732-7825E054CA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A8435EA4-14E7-07E3-B837-BA012AE116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0162756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D392D8BD-D029-0497-90F2-2204C6BD8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84F90BEA-4E64-E4D8-A5EC-66B90EE1C7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FA080801-9CCB-FFB6-8097-9BDA62F5F2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308228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87AE5A38-C168-F62B-3EF1-AA1D4D886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79F0E5F4-3321-28A2-6B4D-4F7E79D844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020499D6-3E71-8BAE-39BE-EDCEF621BB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31864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8A8727A2-5F7A-C3A3-3661-992329FAA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CC02E018-F8C2-EE20-B026-5F7E5AFAF2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30FD0CD3-5053-3A67-DB3E-DE849F05AD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5350127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120ADC73-A141-8DE2-9F60-2611B1700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CC91F8D1-1235-F3C1-76FE-1027E3CC00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11FFC6EA-4084-7D71-04A5-09EEA4911D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7926644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F8C5A5A4-F1EF-FFBD-2305-7EA89AB49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0C4AEA4B-4BDD-2281-B657-BEDAC267C6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A32BF201-C1F6-43D0-0915-9C75A08EBC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45190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ACF28070-5A6A-E7B0-7B57-D878DF9A2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E8984AA2-0A09-1B85-34AA-8666437AD3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6384AA0F-7854-0D1D-84A7-2249BC3BB8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6310987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05FB526-4BBB-BEF3-2BF6-88FC4E258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106FD638-764A-EF80-D60F-54712D5F9A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E9529DF8-D848-48B9-EEA5-63134C0663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415327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CA076ADF-CCA5-B6B9-714A-CFA1FF90A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49478C26-3369-655D-BA1B-9A1886CCBB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944BA343-AD2D-C8FD-7597-993B2E53A2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61836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F07D69C-DB2F-805A-5E5A-0F97C53B9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48CF9D13-3FE4-DCE1-2DB7-12DF7B5EE7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9D25F065-1A3A-3314-91A0-EBACA6E90D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1378239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0B9BD60-4E7A-CA08-23DE-560122E94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280034DF-291C-8904-489B-0653B48F7C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B1F3268D-9DBA-17DA-8B32-37F937777D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9359720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F4E27871-9326-47EB-BA33-B22299FF8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A9977183-3C74-9300-1156-7A9D68761D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00D17E41-E433-A104-74EB-4484E1BADC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95815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CAD2042-E5AD-D4EA-9F5F-B8F5CDB18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4A935B0C-4F1D-EA83-5ED7-9F13C73F0F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E18CCF8B-D408-2757-5FD9-D49D720749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7633410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C6E6091C-F4F1-D6D5-7F8F-B6446A634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21562A65-C9EC-10C7-9269-A949EDE397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D361FC3B-243F-2084-0C3C-14DEF55338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471991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F8AE50CB-426A-FDF5-708D-5CD9F40A5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9E3E88F8-49D7-B87F-F883-8E004A9725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9246142E-99A4-4C78-6CB0-7D95EB3A40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19119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65D84389-2AD8-426D-5A16-8CC959A98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1AE6BC31-59F7-B8F6-B532-34BAB7A246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3CB44A4C-7CA6-26F8-F9B3-BDE148A7D4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962237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4788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43259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3656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74726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88760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787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rgbClr val="FF0000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47513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53940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40116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userDrawn="1">
  <p:cSld name="Big 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98549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6624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328587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8.png"/><Relationship Id="rId26" Type="http://schemas.openxmlformats.org/officeDocument/2006/relationships/image" Target="../media/image12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16.png"/><Relationship Id="rId42" Type="http://schemas.openxmlformats.org/officeDocument/2006/relationships/image" Target="../media/image20.png"/><Relationship Id="rId47" Type="http://schemas.openxmlformats.org/officeDocument/2006/relationships/customXml" Target="../ink/ink23.xml"/><Relationship Id="rId50" Type="http://schemas.openxmlformats.org/officeDocument/2006/relationships/image" Target="../media/image24.png"/><Relationship Id="rId55" Type="http://schemas.openxmlformats.org/officeDocument/2006/relationships/image" Target="../media/image26.png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7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11.png"/><Relationship Id="rId32" Type="http://schemas.openxmlformats.org/officeDocument/2006/relationships/image" Target="../media/image15.png"/><Relationship Id="rId37" Type="http://schemas.openxmlformats.org/officeDocument/2006/relationships/customXml" Target="../ink/ink18.xml"/><Relationship Id="rId40" Type="http://schemas.openxmlformats.org/officeDocument/2006/relationships/image" Target="../media/image19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customXml" Target="../ink/ink29.xml"/><Relationship Id="rId5" Type="http://schemas.openxmlformats.org/officeDocument/2006/relationships/customXml" Target="../ink/ink2.xml"/><Relationship Id="rId61" Type="http://schemas.openxmlformats.org/officeDocument/2006/relationships/image" Target="../media/image29.png"/><Relationship Id="rId19" Type="http://schemas.openxmlformats.org/officeDocument/2006/relationships/customXml" Target="../ink/ink9.xml"/><Relationship Id="rId14" Type="http://schemas.openxmlformats.org/officeDocument/2006/relationships/image" Target="../media/image6.png"/><Relationship Id="rId22" Type="http://schemas.openxmlformats.org/officeDocument/2006/relationships/image" Target="../media/image10.png"/><Relationship Id="rId27" Type="http://schemas.openxmlformats.org/officeDocument/2006/relationships/customXml" Target="../ink/ink13.xml"/><Relationship Id="rId30" Type="http://schemas.openxmlformats.org/officeDocument/2006/relationships/image" Target="../media/image14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3.png"/><Relationship Id="rId56" Type="http://schemas.openxmlformats.org/officeDocument/2006/relationships/customXml" Target="../ink/ink28.xml"/><Relationship Id="rId8" Type="http://schemas.openxmlformats.org/officeDocument/2006/relationships/image" Target="../media/image3.png"/><Relationship Id="rId51" Type="http://schemas.openxmlformats.org/officeDocument/2006/relationships/customXml" Target="../ink/ink25.xml"/><Relationship Id="rId3" Type="http://schemas.openxmlformats.org/officeDocument/2006/relationships/customXml" Target="../ink/ink1.xml"/><Relationship Id="rId12" Type="http://schemas.openxmlformats.org/officeDocument/2006/relationships/image" Target="../media/image5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18.png"/><Relationship Id="rId46" Type="http://schemas.openxmlformats.org/officeDocument/2006/relationships/image" Target="../media/image22.png"/><Relationship Id="rId59" Type="http://schemas.openxmlformats.org/officeDocument/2006/relationships/image" Target="../media/image28.png"/><Relationship Id="rId20" Type="http://schemas.openxmlformats.org/officeDocument/2006/relationships/image" Target="../media/image9.png"/><Relationship Id="rId41" Type="http://schemas.openxmlformats.org/officeDocument/2006/relationships/customXml" Target="../ink/ink20.xml"/><Relationship Id="rId54" Type="http://schemas.openxmlformats.org/officeDocument/2006/relationships/customXml" Target="../ink/ink2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3.png"/><Relationship Id="rId36" Type="http://schemas.openxmlformats.org/officeDocument/2006/relationships/image" Target="../media/image17.png"/><Relationship Id="rId49" Type="http://schemas.openxmlformats.org/officeDocument/2006/relationships/customXml" Target="../ink/ink24.xml"/><Relationship Id="rId57" Type="http://schemas.openxmlformats.org/officeDocument/2006/relationships/image" Target="../media/image27.png"/><Relationship Id="rId10" Type="http://schemas.openxmlformats.org/officeDocument/2006/relationships/image" Target="../media/image4.png"/><Relationship Id="rId31" Type="http://schemas.openxmlformats.org/officeDocument/2006/relationships/customXml" Target="../ink/ink15.xml"/><Relationship Id="rId44" Type="http://schemas.openxmlformats.org/officeDocument/2006/relationships/image" Target="../media/image21.png"/><Relationship Id="rId52" Type="http://schemas.openxmlformats.org/officeDocument/2006/relationships/image" Target="../media/image25.png"/><Relationship Id="rId60" Type="http://schemas.openxmlformats.org/officeDocument/2006/relationships/customXml" Target="../ink/ink30.xml"/><Relationship Id="rId4" Type="http://schemas.openxmlformats.org/officeDocument/2006/relationships/image" Target="../media/image1.png"/><Relationship Id="rId9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9.xml"/><Relationship Id="rId21" Type="http://schemas.openxmlformats.org/officeDocument/2006/relationships/customXml" Target="../ink/ink40.xml"/><Relationship Id="rId42" Type="http://schemas.openxmlformats.org/officeDocument/2006/relationships/customXml" Target="../ink/ink51.xml"/><Relationship Id="rId63" Type="http://schemas.openxmlformats.org/officeDocument/2006/relationships/image" Target="../media/image58.png"/><Relationship Id="rId84" Type="http://schemas.openxmlformats.org/officeDocument/2006/relationships/image" Target="../media/image68.png"/><Relationship Id="rId138" Type="http://schemas.openxmlformats.org/officeDocument/2006/relationships/image" Target="../media/image95.png"/><Relationship Id="rId159" Type="http://schemas.openxmlformats.org/officeDocument/2006/relationships/customXml" Target="../ink/ink110.xml"/><Relationship Id="rId170" Type="http://schemas.openxmlformats.org/officeDocument/2006/relationships/image" Target="../media/image111.png"/><Relationship Id="rId191" Type="http://schemas.openxmlformats.org/officeDocument/2006/relationships/customXml" Target="../ink/ink126.xml"/><Relationship Id="rId205" Type="http://schemas.openxmlformats.org/officeDocument/2006/relationships/customXml" Target="../ink/ink133.xml"/><Relationship Id="rId107" Type="http://schemas.openxmlformats.org/officeDocument/2006/relationships/customXml" Target="../ink/ink84.xml"/><Relationship Id="rId11" Type="http://schemas.openxmlformats.org/officeDocument/2006/relationships/customXml" Target="../ink/ink35.xml"/><Relationship Id="rId32" Type="http://schemas.openxmlformats.org/officeDocument/2006/relationships/customXml" Target="../ink/ink46.xml"/><Relationship Id="rId53" Type="http://schemas.openxmlformats.org/officeDocument/2006/relationships/image" Target="../media/image53.png"/><Relationship Id="rId74" Type="http://schemas.openxmlformats.org/officeDocument/2006/relationships/image" Target="../media/image63.png"/><Relationship Id="rId128" Type="http://schemas.openxmlformats.org/officeDocument/2006/relationships/image" Target="../media/image90.png"/><Relationship Id="rId149" Type="http://schemas.openxmlformats.org/officeDocument/2006/relationships/customXml" Target="../ink/ink105.xml"/><Relationship Id="rId5" Type="http://schemas.openxmlformats.org/officeDocument/2006/relationships/customXml" Target="../ink/ink32.xml"/><Relationship Id="rId95" Type="http://schemas.openxmlformats.org/officeDocument/2006/relationships/customXml" Target="../ink/ink78.xml"/><Relationship Id="rId160" Type="http://schemas.openxmlformats.org/officeDocument/2006/relationships/image" Target="../media/image106.png"/><Relationship Id="rId181" Type="http://schemas.openxmlformats.org/officeDocument/2006/relationships/customXml" Target="../ink/ink121.xml"/><Relationship Id="rId22" Type="http://schemas.openxmlformats.org/officeDocument/2006/relationships/image" Target="../media/image39.png"/><Relationship Id="rId43" Type="http://schemas.openxmlformats.org/officeDocument/2006/relationships/image" Target="../media/image48.png"/><Relationship Id="rId64" Type="http://schemas.openxmlformats.org/officeDocument/2006/relationships/customXml" Target="../ink/ink62.xml"/><Relationship Id="rId118" Type="http://schemas.openxmlformats.org/officeDocument/2006/relationships/image" Target="../media/image85.png"/><Relationship Id="rId139" Type="http://schemas.openxmlformats.org/officeDocument/2006/relationships/customXml" Target="../ink/ink100.xml"/><Relationship Id="rId85" Type="http://schemas.openxmlformats.org/officeDocument/2006/relationships/customXml" Target="../ink/ink73.xml"/><Relationship Id="rId150" Type="http://schemas.openxmlformats.org/officeDocument/2006/relationships/image" Target="../media/image101.png"/><Relationship Id="rId171" Type="http://schemas.openxmlformats.org/officeDocument/2006/relationships/customXml" Target="../ink/ink116.xml"/><Relationship Id="rId192" Type="http://schemas.openxmlformats.org/officeDocument/2006/relationships/image" Target="../media/image122.png"/><Relationship Id="rId206" Type="http://schemas.openxmlformats.org/officeDocument/2006/relationships/image" Target="../media/image129.png"/><Relationship Id="rId12" Type="http://schemas.openxmlformats.org/officeDocument/2006/relationships/image" Target="../media/image34.png"/><Relationship Id="rId33" Type="http://schemas.openxmlformats.org/officeDocument/2006/relationships/image" Target="../media/image43.png"/><Relationship Id="rId108" Type="http://schemas.openxmlformats.org/officeDocument/2006/relationships/image" Target="../media/image80.png"/><Relationship Id="rId129" Type="http://schemas.openxmlformats.org/officeDocument/2006/relationships/customXml" Target="../ink/ink95.xml"/><Relationship Id="rId54" Type="http://schemas.openxmlformats.org/officeDocument/2006/relationships/customXml" Target="../ink/ink57.xml"/><Relationship Id="rId75" Type="http://schemas.openxmlformats.org/officeDocument/2006/relationships/customXml" Target="../ink/ink68.xml"/><Relationship Id="rId96" Type="http://schemas.openxmlformats.org/officeDocument/2006/relationships/image" Target="../media/image74.png"/><Relationship Id="rId140" Type="http://schemas.openxmlformats.org/officeDocument/2006/relationships/image" Target="../media/image96.png"/><Relationship Id="rId161" Type="http://schemas.openxmlformats.org/officeDocument/2006/relationships/customXml" Target="../ink/ink111.xml"/><Relationship Id="rId182" Type="http://schemas.openxmlformats.org/officeDocument/2006/relationships/image" Target="../media/image117.png"/><Relationship Id="rId6" Type="http://schemas.openxmlformats.org/officeDocument/2006/relationships/image" Target="../media/image31.png"/><Relationship Id="rId23" Type="http://schemas.openxmlformats.org/officeDocument/2006/relationships/customXml" Target="../ink/ink41.xml"/><Relationship Id="rId119" Type="http://schemas.openxmlformats.org/officeDocument/2006/relationships/customXml" Target="../ink/ink90.xml"/><Relationship Id="rId44" Type="http://schemas.openxmlformats.org/officeDocument/2006/relationships/customXml" Target="../ink/ink52.xml"/><Relationship Id="rId65" Type="http://schemas.openxmlformats.org/officeDocument/2006/relationships/image" Target="../media/image59.png"/><Relationship Id="rId86" Type="http://schemas.openxmlformats.org/officeDocument/2006/relationships/image" Target="../media/image69.png"/><Relationship Id="rId130" Type="http://schemas.openxmlformats.org/officeDocument/2006/relationships/image" Target="../media/image91.png"/><Relationship Id="rId151" Type="http://schemas.openxmlformats.org/officeDocument/2006/relationships/customXml" Target="../ink/ink106.xml"/><Relationship Id="rId172" Type="http://schemas.openxmlformats.org/officeDocument/2006/relationships/image" Target="../media/image112.png"/><Relationship Id="rId193" Type="http://schemas.openxmlformats.org/officeDocument/2006/relationships/customXml" Target="../ink/ink127.xml"/><Relationship Id="rId207" Type="http://schemas.openxmlformats.org/officeDocument/2006/relationships/customXml" Target="../ink/ink134.xml"/><Relationship Id="rId13" Type="http://schemas.openxmlformats.org/officeDocument/2006/relationships/customXml" Target="../ink/ink36.xml"/><Relationship Id="rId109" Type="http://schemas.openxmlformats.org/officeDocument/2006/relationships/customXml" Target="../ink/ink85.xml"/><Relationship Id="rId34" Type="http://schemas.openxmlformats.org/officeDocument/2006/relationships/customXml" Target="../ink/ink47.xml"/><Relationship Id="rId55" Type="http://schemas.openxmlformats.org/officeDocument/2006/relationships/image" Target="../media/image54.png"/><Relationship Id="rId76" Type="http://schemas.openxmlformats.org/officeDocument/2006/relationships/image" Target="../media/image64.png"/><Relationship Id="rId97" Type="http://schemas.openxmlformats.org/officeDocument/2006/relationships/customXml" Target="../ink/ink79.xml"/><Relationship Id="rId120" Type="http://schemas.openxmlformats.org/officeDocument/2006/relationships/image" Target="../media/image86.png"/><Relationship Id="rId141" Type="http://schemas.openxmlformats.org/officeDocument/2006/relationships/customXml" Target="../ink/ink101.xml"/><Relationship Id="rId7" Type="http://schemas.openxmlformats.org/officeDocument/2006/relationships/customXml" Target="../ink/ink33.xml"/><Relationship Id="rId162" Type="http://schemas.openxmlformats.org/officeDocument/2006/relationships/image" Target="../media/image107.png"/><Relationship Id="rId183" Type="http://schemas.openxmlformats.org/officeDocument/2006/relationships/customXml" Target="../ink/ink122.xml"/><Relationship Id="rId24" Type="http://schemas.openxmlformats.org/officeDocument/2006/relationships/image" Target="../media/image40.png"/><Relationship Id="rId45" Type="http://schemas.openxmlformats.org/officeDocument/2006/relationships/image" Target="../media/image49.png"/><Relationship Id="rId66" Type="http://schemas.openxmlformats.org/officeDocument/2006/relationships/customXml" Target="../ink/ink63.xml"/><Relationship Id="rId87" Type="http://schemas.openxmlformats.org/officeDocument/2006/relationships/customXml" Target="../ink/ink74.xml"/><Relationship Id="rId110" Type="http://schemas.openxmlformats.org/officeDocument/2006/relationships/image" Target="../media/image81.png"/><Relationship Id="rId131" Type="http://schemas.openxmlformats.org/officeDocument/2006/relationships/customXml" Target="../ink/ink96.xml"/><Relationship Id="rId152" Type="http://schemas.openxmlformats.org/officeDocument/2006/relationships/image" Target="../media/image102.png"/><Relationship Id="rId173" Type="http://schemas.openxmlformats.org/officeDocument/2006/relationships/customXml" Target="../ink/ink117.xml"/><Relationship Id="rId194" Type="http://schemas.openxmlformats.org/officeDocument/2006/relationships/image" Target="../media/image123.png"/><Relationship Id="rId208" Type="http://schemas.openxmlformats.org/officeDocument/2006/relationships/image" Target="../media/image130.png"/><Relationship Id="rId19" Type="http://schemas.openxmlformats.org/officeDocument/2006/relationships/customXml" Target="../ink/ink39.xml"/><Relationship Id="rId14" Type="http://schemas.openxmlformats.org/officeDocument/2006/relationships/image" Target="../media/image35.png"/><Relationship Id="rId30" Type="http://schemas.openxmlformats.org/officeDocument/2006/relationships/image" Target="../media/image7.png"/><Relationship Id="rId35" Type="http://schemas.openxmlformats.org/officeDocument/2006/relationships/image" Target="../media/image44.png"/><Relationship Id="rId56" Type="http://schemas.openxmlformats.org/officeDocument/2006/relationships/customXml" Target="../ink/ink58.xml"/><Relationship Id="rId77" Type="http://schemas.openxmlformats.org/officeDocument/2006/relationships/customXml" Target="../ink/ink69.xml"/><Relationship Id="rId100" Type="http://schemas.openxmlformats.org/officeDocument/2006/relationships/image" Target="../media/image76.png"/><Relationship Id="rId105" Type="http://schemas.openxmlformats.org/officeDocument/2006/relationships/customXml" Target="../ink/ink83.xml"/><Relationship Id="rId126" Type="http://schemas.openxmlformats.org/officeDocument/2006/relationships/image" Target="../media/image89.png"/><Relationship Id="rId147" Type="http://schemas.openxmlformats.org/officeDocument/2006/relationships/customXml" Target="../ink/ink104.xml"/><Relationship Id="rId168" Type="http://schemas.openxmlformats.org/officeDocument/2006/relationships/image" Target="../media/image110.png"/><Relationship Id="rId8" Type="http://schemas.openxmlformats.org/officeDocument/2006/relationships/image" Target="../media/image32.png"/><Relationship Id="rId51" Type="http://schemas.openxmlformats.org/officeDocument/2006/relationships/image" Target="../media/image52.png"/><Relationship Id="rId72" Type="http://schemas.openxmlformats.org/officeDocument/2006/relationships/image" Target="../media/image62.png"/><Relationship Id="rId93" Type="http://schemas.openxmlformats.org/officeDocument/2006/relationships/customXml" Target="../ink/ink77.xml"/><Relationship Id="rId98" Type="http://schemas.openxmlformats.org/officeDocument/2006/relationships/image" Target="../media/image75.png"/><Relationship Id="rId121" Type="http://schemas.openxmlformats.org/officeDocument/2006/relationships/customXml" Target="../ink/ink91.xml"/><Relationship Id="rId142" Type="http://schemas.openxmlformats.org/officeDocument/2006/relationships/image" Target="../media/image97.png"/><Relationship Id="rId163" Type="http://schemas.openxmlformats.org/officeDocument/2006/relationships/customXml" Target="../ink/ink112.xml"/><Relationship Id="rId184" Type="http://schemas.openxmlformats.org/officeDocument/2006/relationships/image" Target="../media/image118.png"/><Relationship Id="rId189" Type="http://schemas.openxmlformats.org/officeDocument/2006/relationships/customXml" Target="../ink/ink125.xml"/><Relationship Id="rId3" Type="http://schemas.openxmlformats.org/officeDocument/2006/relationships/customXml" Target="../ink/ink31.xml"/><Relationship Id="rId214" Type="http://schemas.openxmlformats.org/officeDocument/2006/relationships/image" Target="../media/image133.png"/><Relationship Id="rId25" Type="http://schemas.openxmlformats.org/officeDocument/2006/relationships/customXml" Target="../ink/ink42.xml"/><Relationship Id="rId46" Type="http://schemas.openxmlformats.org/officeDocument/2006/relationships/customXml" Target="../ink/ink53.xml"/><Relationship Id="rId67" Type="http://schemas.openxmlformats.org/officeDocument/2006/relationships/image" Target="../media/image60.png"/><Relationship Id="rId116" Type="http://schemas.openxmlformats.org/officeDocument/2006/relationships/image" Target="../media/image84.png"/><Relationship Id="rId137" Type="http://schemas.openxmlformats.org/officeDocument/2006/relationships/customXml" Target="../ink/ink99.xml"/><Relationship Id="rId158" Type="http://schemas.openxmlformats.org/officeDocument/2006/relationships/image" Target="../media/image105.png"/><Relationship Id="rId20" Type="http://schemas.openxmlformats.org/officeDocument/2006/relationships/image" Target="../media/image38.png"/><Relationship Id="rId41" Type="http://schemas.openxmlformats.org/officeDocument/2006/relationships/image" Target="../media/image47.png"/><Relationship Id="rId62" Type="http://schemas.openxmlformats.org/officeDocument/2006/relationships/customXml" Target="../ink/ink61.xml"/><Relationship Id="rId83" Type="http://schemas.openxmlformats.org/officeDocument/2006/relationships/customXml" Target="../ink/ink72.xml"/><Relationship Id="rId88" Type="http://schemas.openxmlformats.org/officeDocument/2006/relationships/image" Target="../media/image70.png"/><Relationship Id="rId111" Type="http://schemas.openxmlformats.org/officeDocument/2006/relationships/customXml" Target="../ink/ink86.xml"/><Relationship Id="rId132" Type="http://schemas.openxmlformats.org/officeDocument/2006/relationships/image" Target="../media/image92.png"/><Relationship Id="rId153" Type="http://schemas.openxmlformats.org/officeDocument/2006/relationships/customXml" Target="../ink/ink107.xml"/><Relationship Id="rId174" Type="http://schemas.openxmlformats.org/officeDocument/2006/relationships/image" Target="../media/image113.png"/><Relationship Id="rId179" Type="http://schemas.openxmlformats.org/officeDocument/2006/relationships/customXml" Target="../ink/ink120.xml"/><Relationship Id="rId195" Type="http://schemas.openxmlformats.org/officeDocument/2006/relationships/customXml" Target="../ink/ink128.xml"/><Relationship Id="rId209" Type="http://schemas.openxmlformats.org/officeDocument/2006/relationships/customXml" Target="../ink/ink135.xml"/><Relationship Id="rId190" Type="http://schemas.openxmlformats.org/officeDocument/2006/relationships/image" Target="../media/image121.png"/><Relationship Id="rId204" Type="http://schemas.openxmlformats.org/officeDocument/2006/relationships/image" Target="../media/image128.png"/><Relationship Id="rId15" Type="http://schemas.openxmlformats.org/officeDocument/2006/relationships/customXml" Target="../ink/ink37.xml"/><Relationship Id="rId36" Type="http://schemas.openxmlformats.org/officeDocument/2006/relationships/customXml" Target="../ink/ink48.xml"/><Relationship Id="rId57" Type="http://schemas.openxmlformats.org/officeDocument/2006/relationships/image" Target="../media/image55.png"/><Relationship Id="rId106" Type="http://schemas.openxmlformats.org/officeDocument/2006/relationships/image" Target="../media/image79.png"/><Relationship Id="rId127" Type="http://schemas.openxmlformats.org/officeDocument/2006/relationships/customXml" Target="../ink/ink94.xml"/><Relationship Id="rId10" Type="http://schemas.openxmlformats.org/officeDocument/2006/relationships/image" Target="../media/image33.png"/><Relationship Id="rId31" Type="http://schemas.openxmlformats.org/officeDocument/2006/relationships/customXml" Target="../ink/ink45.xml"/><Relationship Id="rId52" Type="http://schemas.openxmlformats.org/officeDocument/2006/relationships/customXml" Target="../ink/ink56.xml"/><Relationship Id="rId73" Type="http://schemas.openxmlformats.org/officeDocument/2006/relationships/customXml" Target="../ink/ink67.xml"/><Relationship Id="rId78" Type="http://schemas.openxmlformats.org/officeDocument/2006/relationships/image" Target="../media/image65.png"/><Relationship Id="rId94" Type="http://schemas.openxmlformats.org/officeDocument/2006/relationships/image" Target="../media/image73.png"/><Relationship Id="rId99" Type="http://schemas.openxmlformats.org/officeDocument/2006/relationships/customXml" Target="../ink/ink80.xml"/><Relationship Id="rId101" Type="http://schemas.openxmlformats.org/officeDocument/2006/relationships/customXml" Target="../ink/ink81.xml"/><Relationship Id="rId122" Type="http://schemas.openxmlformats.org/officeDocument/2006/relationships/image" Target="../media/image87.png"/><Relationship Id="rId143" Type="http://schemas.openxmlformats.org/officeDocument/2006/relationships/customXml" Target="../ink/ink102.xml"/><Relationship Id="rId148" Type="http://schemas.openxmlformats.org/officeDocument/2006/relationships/image" Target="../media/image100.png"/><Relationship Id="rId164" Type="http://schemas.openxmlformats.org/officeDocument/2006/relationships/image" Target="../media/image108.png"/><Relationship Id="rId169" Type="http://schemas.openxmlformats.org/officeDocument/2006/relationships/customXml" Target="../ink/ink115.xml"/><Relationship Id="rId185" Type="http://schemas.openxmlformats.org/officeDocument/2006/relationships/customXml" Target="../ink/ink123.xml"/><Relationship Id="rId4" Type="http://schemas.openxmlformats.org/officeDocument/2006/relationships/image" Target="../media/image30.png"/><Relationship Id="rId9" Type="http://schemas.openxmlformats.org/officeDocument/2006/relationships/customXml" Target="../ink/ink34.xml"/><Relationship Id="rId180" Type="http://schemas.openxmlformats.org/officeDocument/2006/relationships/image" Target="../media/image116.png"/><Relationship Id="rId210" Type="http://schemas.openxmlformats.org/officeDocument/2006/relationships/image" Target="../media/image131.png"/><Relationship Id="rId26" Type="http://schemas.openxmlformats.org/officeDocument/2006/relationships/image" Target="../media/image41.png"/><Relationship Id="rId47" Type="http://schemas.openxmlformats.org/officeDocument/2006/relationships/image" Target="../media/image50.png"/><Relationship Id="rId68" Type="http://schemas.openxmlformats.org/officeDocument/2006/relationships/customXml" Target="../ink/ink64.xml"/><Relationship Id="rId89" Type="http://schemas.openxmlformats.org/officeDocument/2006/relationships/customXml" Target="../ink/ink75.xml"/><Relationship Id="rId112" Type="http://schemas.openxmlformats.org/officeDocument/2006/relationships/image" Target="../media/image82.png"/><Relationship Id="rId133" Type="http://schemas.openxmlformats.org/officeDocument/2006/relationships/customXml" Target="../ink/ink97.xml"/><Relationship Id="rId154" Type="http://schemas.openxmlformats.org/officeDocument/2006/relationships/image" Target="../media/image103.png"/><Relationship Id="rId175" Type="http://schemas.openxmlformats.org/officeDocument/2006/relationships/customXml" Target="../ink/ink118.xml"/><Relationship Id="rId196" Type="http://schemas.openxmlformats.org/officeDocument/2006/relationships/image" Target="../media/image124.png"/><Relationship Id="rId200" Type="http://schemas.openxmlformats.org/officeDocument/2006/relationships/image" Target="../media/image126.png"/><Relationship Id="rId16" Type="http://schemas.openxmlformats.org/officeDocument/2006/relationships/image" Target="../media/image36.png"/><Relationship Id="rId37" Type="http://schemas.openxmlformats.org/officeDocument/2006/relationships/image" Target="../media/image45.png"/><Relationship Id="rId58" Type="http://schemas.openxmlformats.org/officeDocument/2006/relationships/customXml" Target="../ink/ink59.xml"/><Relationship Id="rId79" Type="http://schemas.openxmlformats.org/officeDocument/2006/relationships/customXml" Target="../ink/ink70.xml"/><Relationship Id="rId102" Type="http://schemas.openxmlformats.org/officeDocument/2006/relationships/image" Target="../media/image77.png"/><Relationship Id="rId123" Type="http://schemas.openxmlformats.org/officeDocument/2006/relationships/customXml" Target="../ink/ink92.xml"/><Relationship Id="rId144" Type="http://schemas.openxmlformats.org/officeDocument/2006/relationships/image" Target="../media/image98.png"/><Relationship Id="rId90" Type="http://schemas.openxmlformats.org/officeDocument/2006/relationships/image" Target="../media/image71.png"/><Relationship Id="rId165" Type="http://schemas.openxmlformats.org/officeDocument/2006/relationships/customXml" Target="../ink/ink113.xml"/><Relationship Id="rId186" Type="http://schemas.openxmlformats.org/officeDocument/2006/relationships/image" Target="../media/image119.png"/><Relationship Id="rId211" Type="http://schemas.openxmlformats.org/officeDocument/2006/relationships/customXml" Target="../ink/ink136.xml"/><Relationship Id="rId27" Type="http://schemas.openxmlformats.org/officeDocument/2006/relationships/customXml" Target="../ink/ink43.xml"/><Relationship Id="rId48" Type="http://schemas.openxmlformats.org/officeDocument/2006/relationships/customXml" Target="../ink/ink54.xml"/><Relationship Id="rId69" Type="http://schemas.openxmlformats.org/officeDocument/2006/relationships/customXml" Target="../ink/ink65.xml"/><Relationship Id="rId113" Type="http://schemas.openxmlformats.org/officeDocument/2006/relationships/customXml" Target="../ink/ink87.xml"/><Relationship Id="rId134" Type="http://schemas.openxmlformats.org/officeDocument/2006/relationships/image" Target="../media/image93.png"/><Relationship Id="rId80" Type="http://schemas.openxmlformats.org/officeDocument/2006/relationships/image" Target="../media/image66.png"/><Relationship Id="rId155" Type="http://schemas.openxmlformats.org/officeDocument/2006/relationships/customXml" Target="../ink/ink108.xml"/><Relationship Id="rId176" Type="http://schemas.openxmlformats.org/officeDocument/2006/relationships/image" Target="../media/image114.png"/><Relationship Id="rId197" Type="http://schemas.openxmlformats.org/officeDocument/2006/relationships/customXml" Target="../ink/ink129.xml"/><Relationship Id="rId201" Type="http://schemas.openxmlformats.org/officeDocument/2006/relationships/customXml" Target="../ink/ink131.xml"/><Relationship Id="rId17" Type="http://schemas.openxmlformats.org/officeDocument/2006/relationships/customXml" Target="../ink/ink38.xml"/><Relationship Id="rId38" Type="http://schemas.openxmlformats.org/officeDocument/2006/relationships/customXml" Target="../ink/ink49.xml"/><Relationship Id="rId59" Type="http://schemas.openxmlformats.org/officeDocument/2006/relationships/image" Target="../media/image56.png"/><Relationship Id="rId103" Type="http://schemas.openxmlformats.org/officeDocument/2006/relationships/customXml" Target="../ink/ink82.xml"/><Relationship Id="rId124" Type="http://schemas.openxmlformats.org/officeDocument/2006/relationships/image" Target="../media/image88.png"/><Relationship Id="rId70" Type="http://schemas.openxmlformats.org/officeDocument/2006/relationships/image" Target="../media/image61.png"/><Relationship Id="rId91" Type="http://schemas.openxmlformats.org/officeDocument/2006/relationships/customXml" Target="../ink/ink76.xml"/><Relationship Id="rId145" Type="http://schemas.openxmlformats.org/officeDocument/2006/relationships/customXml" Target="../ink/ink103.xml"/><Relationship Id="rId166" Type="http://schemas.openxmlformats.org/officeDocument/2006/relationships/image" Target="../media/image109.png"/><Relationship Id="rId187" Type="http://schemas.openxmlformats.org/officeDocument/2006/relationships/customXml" Target="../ink/ink124.xml"/><Relationship Id="rId1" Type="http://schemas.openxmlformats.org/officeDocument/2006/relationships/slideLayout" Target="../slideLayouts/slideLayout3.xml"/><Relationship Id="rId212" Type="http://schemas.openxmlformats.org/officeDocument/2006/relationships/image" Target="../media/image132.png"/><Relationship Id="rId28" Type="http://schemas.openxmlformats.org/officeDocument/2006/relationships/image" Target="../media/image42.png"/><Relationship Id="rId49" Type="http://schemas.openxmlformats.org/officeDocument/2006/relationships/image" Target="../media/image51.png"/><Relationship Id="rId114" Type="http://schemas.openxmlformats.org/officeDocument/2006/relationships/image" Target="../media/image83.png"/><Relationship Id="rId60" Type="http://schemas.openxmlformats.org/officeDocument/2006/relationships/customXml" Target="../ink/ink60.xml"/><Relationship Id="rId81" Type="http://schemas.openxmlformats.org/officeDocument/2006/relationships/customXml" Target="../ink/ink71.xml"/><Relationship Id="rId135" Type="http://schemas.openxmlformats.org/officeDocument/2006/relationships/customXml" Target="../ink/ink98.xml"/><Relationship Id="rId156" Type="http://schemas.openxmlformats.org/officeDocument/2006/relationships/image" Target="../media/image104.png"/><Relationship Id="rId177" Type="http://schemas.openxmlformats.org/officeDocument/2006/relationships/customXml" Target="../ink/ink119.xml"/><Relationship Id="rId198" Type="http://schemas.openxmlformats.org/officeDocument/2006/relationships/image" Target="../media/image125.png"/><Relationship Id="rId202" Type="http://schemas.openxmlformats.org/officeDocument/2006/relationships/image" Target="../media/image127.png"/><Relationship Id="rId18" Type="http://schemas.openxmlformats.org/officeDocument/2006/relationships/image" Target="../media/image37.png"/><Relationship Id="rId39" Type="http://schemas.openxmlformats.org/officeDocument/2006/relationships/image" Target="../media/image46.png"/><Relationship Id="rId50" Type="http://schemas.openxmlformats.org/officeDocument/2006/relationships/customXml" Target="../ink/ink55.xml"/><Relationship Id="rId104" Type="http://schemas.openxmlformats.org/officeDocument/2006/relationships/image" Target="../media/image78.png"/><Relationship Id="rId125" Type="http://schemas.openxmlformats.org/officeDocument/2006/relationships/customXml" Target="../ink/ink93.xml"/><Relationship Id="rId146" Type="http://schemas.openxmlformats.org/officeDocument/2006/relationships/image" Target="../media/image99.png"/><Relationship Id="rId167" Type="http://schemas.openxmlformats.org/officeDocument/2006/relationships/customXml" Target="../ink/ink114.xml"/><Relationship Id="rId188" Type="http://schemas.openxmlformats.org/officeDocument/2006/relationships/image" Target="../media/image120.png"/><Relationship Id="rId71" Type="http://schemas.openxmlformats.org/officeDocument/2006/relationships/customXml" Target="../ink/ink66.xml"/><Relationship Id="rId92" Type="http://schemas.openxmlformats.org/officeDocument/2006/relationships/image" Target="../media/image72.png"/><Relationship Id="rId213" Type="http://schemas.openxmlformats.org/officeDocument/2006/relationships/customXml" Target="../ink/ink137.xml"/><Relationship Id="rId2" Type="http://schemas.openxmlformats.org/officeDocument/2006/relationships/notesSlide" Target="../notesSlides/notesSlide4.xml"/><Relationship Id="rId29" Type="http://schemas.openxmlformats.org/officeDocument/2006/relationships/customXml" Target="../ink/ink44.xml"/><Relationship Id="rId40" Type="http://schemas.openxmlformats.org/officeDocument/2006/relationships/customXml" Target="../ink/ink50.xml"/><Relationship Id="rId115" Type="http://schemas.openxmlformats.org/officeDocument/2006/relationships/customXml" Target="../ink/ink88.xml"/><Relationship Id="rId136" Type="http://schemas.openxmlformats.org/officeDocument/2006/relationships/image" Target="../media/image94.png"/><Relationship Id="rId157" Type="http://schemas.openxmlformats.org/officeDocument/2006/relationships/customXml" Target="../ink/ink109.xml"/><Relationship Id="rId178" Type="http://schemas.openxmlformats.org/officeDocument/2006/relationships/image" Target="../media/image115.png"/><Relationship Id="rId61" Type="http://schemas.openxmlformats.org/officeDocument/2006/relationships/image" Target="../media/image57.png"/><Relationship Id="rId82" Type="http://schemas.openxmlformats.org/officeDocument/2006/relationships/image" Target="../media/image67.png"/><Relationship Id="rId199" Type="http://schemas.openxmlformats.org/officeDocument/2006/relationships/customXml" Target="../ink/ink130.xml"/><Relationship Id="rId203" Type="http://schemas.openxmlformats.org/officeDocument/2006/relationships/customXml" Target="../ink/ink132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95.xml"/><Relationship Id="rId299" Type="http://schemas.openxmlformats.org/officeDocument/2006/relationships/customXml" Target="../ink/ink286.xml"/><Relationship Id="rId21" Type="http://schemas.openxmlformats.org/officeDocument/2006/relationships/customXml" Target="../ink/ink147.xml"/><Relationship Id="rId63" Type="http://schemas.openxmlformats.org/officeDocument/2006/relationships/customXml" Target="../ink/ink168.xml"/><Relationship Id="rId159" Type="http://schemas.openxmlformats.org/officeDocument/2006/relationships/customXml" Target="../ink/ink216.xml"/><Relationship Id="rId324" Type="http://schemas.openxmlformats.org/officeDocument/2006/relationships/image" Target="../media/image294.png"/><Relationship Id="rId170" Type="http://schemas.openxmlformats.org/officeDocument/2006/relationships/image" Target="../media/image217.png"/><Relationship Id="rId226" Type="http://schemas.openxmlformats.org/officeDocument/2006/relationships/image" Target="../media/image245.png"/><Relationship Id="rId268" Type="http://schemas.openxmlformats.org/officeDocument/2006/relationships/image" Target="../media/image266.png"/><Relationship Id="rId32" Type="http://schemas.openxmlformats.org/officeDocument/2006/relationships/image" Target="../media/image148.png"/><Relationship Id="rId74" Type="http://schemas.openxmlformats.org/officeDocument/2006/relationships/image" Target="../media/image169.png"/><Relationship Id="rId128" Type="http://schemas.openxmlformats.org/officeDocument/2006/relationships/image" Target="../media/image196.png"/><Relationship Id="rId335" Type="http://schemas.openxmlformats.org/officeDocument/2006/relationships/customXml" Target="../ink/ink304.xml"/><Relationship Id="rId5" Type="http://schemas.openxmlformats.org/officeDocument/2006/relationships/customXml" Target="../ink/ink139.xml"/><Relationship Id="rId181" Type="http://schemas.openxmlformats.org/officeDocument/2006/relationships/customXml" Target="../ink/ink227.xml"/><Relationship Id="rId237" Type="http://schemas.openxmlformats.org/officeDocument/2006/relationships/customXml" Target="../ink/ink255.xml"/><Relationship Id="rId279" Type="http://schemas.openxmlformats.org/officeDocument/2006/relationships/customXml" Target="../ink/ink276.xml"/><Relationship Id="rId43" Type="http://schemas.openxmlformats.org/officeDocument/2006/relationships/customXml" Target="../ink/ink158.xml"/><Relationship Id="rId139" Type="http://schemas.openxmlformats.org/officeDocument/2006/relationships/customXml" Target="../ink/ink206.xml"/><Relationship Id="rId290" Type="http://schemas.openxmlformats.org/officeDocument/2006/relationships/image" Target="../media/image277.png"/><Relationship Id="rId304" Type="http://schemas.openxmlformats.org/officeDocument/2006/relationships/image" Target="../media/image284.png"/><Relationship Id="rId346" Type="http://schemas.openxmlformats.org/officeDocument/2006/relationships/image" Target="../media/image305.png"/><Relationship Id="rId85" Type="http://schemas.openxmlformats.org/officeDocument/2006/relationships/customXml" Target="../ink/ink179.xml"/><Relationship Id="rId150" Type="http://schemas.openxmlformats.org/officeDocument/2006/relationships/image" Target="../media/image207.png"/><Relationship Id="rId192" Type="http://schemas.openxmlformats.org/officeDocument/2006/relationships/image" Target="../media/image228.png"/><Relationship Id="rId206" Type="http://schemas.openxmlformats.org/officeDocument/2006/relationships/image" Target="../media/image235.png"/><Relationship Id="rId248" Type="http://schemas.openxmlformats.org/officeDocument/2006/relationships/image" Target="../media/image256.png"/><Relationship Id="rId12" Type="http://schemas.openxmlformats.org/officeDocument/2006/relationships/image" Target="../media/image138.png"/><Relationship Id="rId108" Type="http://schemas.openxmlformats.org/officeDocument/2006/relationships/image" Target="../media/image186.png"/><Relationship Id="rId315" Type="http://schemas.openxmlformats.org/officeDocument/2006/relationships/customXml" Target="../ink/ink294.xml"/><Relationship Id="rId357" Type="http://schemas.openxmlformats.org/officeDocument/2006/relationships/customXml" Target="../ink/ink315.xml"/><Relationship Id="rId54" Type="http://schemas.openxmlformats.org/officeDocument/2006/relationships/image" Target="../media/image159.png"/><Relationship Id="rId96" Type="http://schemas.openxmlformats.org/officeDocument/2006/relationships/image" Target="../media/image180.png"/><Relationship Id="rId161" Type="http://schemas.openxmlformats.org/officeDocument/2006/relationships/customXml" Target="../ink/ink217.xml"/><Relationship Id="rId217" Type="http://schemas.openxmlformats.org/officeDocument/2006/relationships/customXml" Target="../ink/ink245.xml"/><Relationship Id="rId259" Type="http://schemas.openxmlformats.org/officeDocument/2006/relationships/customXml" Target="../ink/ink266.xml"/><Relationship Id="rId23" Type="http://schemas.openxmlformats.org/officeDocument/2006/relationships/customXml" Target="../ink/ink148.xml"/><Relationship Id="rId119" Type="http://schemas.openxmlformats.org/officeDocument/2006/relationships/customXml" Target="../ink/ink196.xml"/><Relationship Id="rId270" Type="http://schemas.openxmlformats.org/officeDocument/2006/relationships/image" Target="../media/image267.png"/><Relationship Id="rId326" Type="http://schemas.openxmlformats.org/officeDocument/2006/relationships/image" Target="../media/image295.png"/><Relationship Id="rId65" Type="http://schemas.openxmlformats.org/officeDocument/2006/relationships/customXml" Target="../ink/ink169.xml"/><Relationship Id="rId130" Type="http://schemas.openxmlformats.org/officeDocument/2006/relationships/image" Target="../media/image197.png"/><Relationship Id="rId172" Type="http://schemas.openxmlformats.org/officeDocument/2006/relationships/image" Target="../media/image218.png"/><Relationship Id="rId228" Type="http://schemas.openxmlformats.org/officeDocument/2006/relationships/image" Target="../media/image246.png"/><Relationship Id="rId281" Type="http://schemas.openxmlformats.org/officeDocument/2006/relationships/customXml" Target="../ink/ink277.xml"/><Relationship Id="rId337" Type="http://schemas.openxmlformats.org/officeDocument/2006/relationships/customXml" Target="../ink/ink305.xml"/><Relationship Id="rId34" Type="http://schemas.openxmlformats.org/officeDocument/2006/relationships/image" Target="../media/image149.png"/><Relationship Id="rId76" Type="http://schemas.openxmlformats.org/officeDocument/2006/relationships/image" Target="../media/image170.png"/><Relationship Id="rId141" Type="http://schemas.openxmlformats.org/officeDocument/2006/relationships/customXml" Target="../ink/ink207.xml"/><Relationship Id="rId7" Type="http://schemas.openxmlformats.org/officeDocument/2006/relationships/customXml" Target="../ink/ink140.xml"/><Relationship Id="rId183" Type="http://schemas.openxmlformats.org/officeDocument/2006/relationships/customXml" Target="../ink/ink228.xml"/><Relationship Id="rId239" Type="http://schemas.openxmlformats.org/officeDocument/2006/relationships/customXml" Target="../ink/ink256.xml"/><Relationship Id="rId250" Type="http://schemas.openxmlformats.org/officeDocument/2006/relationships/image" Target="../media/image257.png"/><Relationship Id="rId292" Type="http://schemas.openxmlformats.org/officeDocument/2006/relationships/image" Target="../media/image278.png"/><Relationship Id="rId306" Type="http://schemas.openxmlformats.org/officeDocument/2006/relationships/image" Target="../media/image285.png"/><Relationship Id="rId45" Type="http://schemas.openxmlformats.org/officeDocument/2006/relationships/customXml" Target="../ink/ink159.xml"/><Relationship Id="rId87" Type="http://schemas.openxmlformats.org/officeDocument/2006/relationships/customXml" Target="../ink/ink180.xml"/><Relationship Id="rId110" Type="http://schemas.openxmlformats.org/officeDocument/2006/relationships/image" Target="../media/image187.png"/><Relationship Id="rId348" Type="http://schemas.openxmlformats.org/officeDocument/2006/relationships/image" Target="../media/image306.png"/><Relationship Id="rId152" Type="http://schemas.openxmlformats.org/officeDocument/2006/relationships/image" Target="../media/image208.png"/><Relationship Id="rId194" Type="http://schemas.openxmlformats.org/officeDocument/2006/relationships/image" Target="../media/image229.png"/><Relationship Id="rId208" Type="http://schemas.openxmlformats.org/officeDocument/2006/relationships/image" Target="../media/image236.png"/><Relationship Id="rId261" Type="http://schemas.openxmlformats.org/officeDocument/2006/relationships/customXml" Target="../ink/ink267.xml"/><Relationship Id="rId14" Type="http://schemas.openxmlformats.org/officeDocument/2006/relationships/image" Target="../media/image139.png"/><Relationship Id="rId56" Type="http://schemas.openxmlformats.org/officeDocument/2006/relationships/image" Target="../media/image160.png"/><Relationship Id="rId317" Type="http://schemas.openxmlformats.org/officeDocument/2006/relationships/customXml" Target="../ink/ink295.xml"/><Relationship Id="rId98" Type="http://schemas.openxmlformats.org/officeDocument/2006/relationships/image" Target="../media/image181.png"/><Relationship Id="rId121" Type="http://schemas.openxmlformats.org/officeDocument/2006/relationships/customXml" Target="../ink/ink197.xml"/><Relationship Id="rId163" Type="http://schemas.openxmlformats.org/officeDocument/2006/relationships/customXml" Target="../ink/ink218.xml"/><Relationship Id="rId219" Type="http://schemas.openxmlformats.org/officeDocument/2006/relationships/customXml" Target="../ink/ink246.xml"/><Relationship Id="rId230" Type="http://schemas.openxmlformats.org/officeDocument/2006/relationships/image" Target="../media/image247.png"/><Relationship Id="rId25" Type="http://schemas.openxmlformats.org/officeDocument/2006/relationships/customXml" Target="../ink/ink149.xml"/><Relationship Id="rId46" Type="http://schemas.openxmlformats.org/officeDocument/2006/relationships/image" Target="../media/image155.png"/><Relationship Id="rId67" Type="http://schemas.openxmlformats.org/officeDocument/2006/relationships/customXml" Target="../ink/ink170.xml"/><Relationship Id="rId272" Type="http://schemas.openxmlformats.org/officeDocument/2006/relationships/image" Target="../media/image268.png"/><Relationship Id="rId293" Type="http://schemas.openxmlformats.org/officeDocument/2006/relationships/customXml" Target="../ink/ink283.xml"/><Relationship Id="rId307" Type="http://schemas.openxmlformats.org/officeDocument/2006/relationships/customXml" Target="../ink/ink290.xml"/><Relationship Id="rId328" Type="http://schemas.openxmlformats.org/officeDocument/2006/relationships/image" Target="../media/image296.png"/><Relationship Id="rId349" Type="http://schemas.openxmlformats.org/officeDocument/2006/relationships/customXml" Target="../ink/ink311.xml"/><Relationship Id="rId88" Type="http://schemas.openxmlformats.org/officeDocument/2006/relationships/image" Target="../media/image176.png"/><Relationship Id="rId111" Type="http://schemas.openxmlformats.org/officeDocument/2006/relationships/customXml" Target="../ink/ink192.xml"/><Relationship Id="rId132" Type="http://schemas.openxmlformats.org/officeDocument/2006/relationships/image" Target="../media/image198.png"/><Relationship Id="rId153" Type="http://schemas.openxmlformats.org/officeDocument/2006/relationships/customXml" Target="../ink/ink213.xml"/><Relationship Id="rId174" Type="http://schemas.openxmlformats.org/officeDocument/2006/relationships/image" Target="../media/image219.png"/><Relationship Id="rId195" Type="http://schemas.openxmlformats.org/officeDocument/2006/relationships/customXml" Target="../ink/ink234.xml"/><Relationship Id="rId209" Type="http://schemas.openxmlformats.org/officeDocument/2006/relationships/customXml" Target="../ink/ink241.xml"/><Relationship Id="rId220" Type="http://schemas.openxmlformats.org/officeDocument/2006/relationships/image" Target="../media/image242.png"/><Relationship Id="rId241" Type="http://schemas.openxmlformats.org/officeDocument/2006/relationships/customXml" Target="../ink/ink257.xml"/><Relationship Id="rId15" Type="http://schemas.openxmlformats.org/officeDocument/2006/relationships/customXml" Target="../ink/ink144.xml"/><Relationship Id="rId36" Type="http://schemas.openxmlformats.org/officeDocument/2006/relationships/image" Target="../media/image150.png"/><Relationship Id="rId57" Type="http://schemas.openxmlformats.org/officeDocument/2006/relationships/customXml" Target="../ink/ink165.xml"/><Relationship Id="rId262" Type="http://schemas.openxmlformats.org/officeDocument/2006/relationships/image" Target="../media/image263.png"/><Relationship Id="rId283" Type="http://schemas.openxmlformats.org/officeDocument/2006/relationships/customXml" Target="../ink/ink278.xml"/><Relationship Id="rId318" Type="http://schemas.openxmlformats.org/officeDocument/2006/relationships/image" Target="../media/image291.png"/><Relationship Id="rId339" Type="http://schemas.openxmlformats.org/officeDocument/2006/relationships/customXml" Target="../ink/ink306.xml"/><Relationship Id="rId78" Type="http://schemas.openxmlformats.org/officeDocument/2006/relationships/image" Target="../media/image171.png"/><Relationship Id="rId99" Type="http://schemas.openxmlformats.org/officeDocument/2006/relationships/customXml" Target="../ink/ink186.xml"/><Relationship Id="rId101" Type="http://schemas.openxmlformats.org/officeDocument/2006/relationships/customXml" Target="../ink/ink187.xml"/><Relationship Id="rId122" Type="http://schemas.openxmlformats.org/officeDocument/2006/relationships/image" Target="../media/image193.png"/><Relationship Id="rId143" Type="http://schemas.openxmlformats.org/officeDocument/2006/relationships/customXml" Target="../ink/ink208.xml"/><Relationship Id="rId164" Type="http://schemas.openxmlformats.org/officeDocument/2006/relationships/image" Target="../media/image214.png"/><Relationship Id="rId185" Type="http://schemas.openxmlformats.org/officeDocument/2006/relationships/customXml" Target="../ink/ink229.xml"/><Relationship Id="rId350" Type="http://schemas.openxmlformats.org/officeDocument/2006/relationships/image" Target="../media/image307.png"/><Relationship Id="rId9" Type="http://schemas.openxmlformats.org/officeDocument/2006/relationships/customXml" Target="../ink/ink141.xml"/><Relationship Id="rId210" Type="http://schemas.openxmlformats.org/officeDocument/2006/relationships/image" Target="../media/image237.png"/><Relationship Id="rId26" Type="http://schemas.openxmlformats.org/officeDocument/2006/relationships/image" Target="../media/image145.png"/><Relationship Id="rId231" Type="http://schemas.openxmlformats.org/officeDocument/2006/relationships/customXml" Target="../ink/ink252.xml"/><Relationship Id="rId252" Type="http://schemas.openxmlformats.org/officeDocument/2006/relationships/image" Target="../media/image258.png"/><Relationship Id="rId273" Type="http://schemas.openxmlformats.org/officeDocument/2006/relationships/customXml" Target="../ink/ink273.xml"/><Relationship Id="rId294" Type="http://schemas.openxmlformats.org/officeDocument/2006/relationships/image" Target="../media/image279.png"/><Relationship Id="rId308" Type="http://schemas.openxmlformats.org/officeDocument/2006/relationships/image" Target="../media/image286.png"/><Relationship Id="rId329" Type="http://schemas.openxmlformats.org/officeDocument/2006/relationships/customXml" Target="../ink/ink301.xml"/><Relationship Id="rId47" Type="http://schemas.openxmlformats.org/officeDocument/2006/relationships/customXml" Target="../ink/ink160.xml"/><Relationship Id="rId68" Type="http://schemas.openxmlformats.org/officeDocument/2006/relationships/image" Target="../media/image166.png"/><Relationship Id="rId89" Type="http://schemas.openxmlformats.org/officeDocument/2006/relationships/customXml" Target="../ink/ink181.xml"/><Relationship Id="rId112" Type="http://schemas.openxmlformats.org/officeDocument/2006/relationships/image" Target="../media/image188.png"/><Relationship Id="rId133" Type="http://schemas.openxmlformats.org/officeDocument/2006/relationships/customXml" Target="../ink/ink203.xml"/><Relationship Id="rId154" Type="http://schemas.openxmlformats.org/officeDocument/2006/relationships/image" Target="../media/image209.png"/><Relationship Id="rId175" Type="http://schemas.openxmlformats.org/officeDocument/2006/relationships/customXml" Target="../ink/ink224.xml"/><Relationship Id="rId340" Type="http://schemas.openxmlformats.org/officeDocument/2006/relationships/image" Target="../media/image302.png"/><Relationship Id="rId196" Type="http://schemas.openxmlformats.org/officeDocument/2006/relationships/image" Target="../media/image230.png"/><Relationship Id="rId200" Type="http://schemas.openxmlformats.org/officeDocument/2006/relationships/image" Target="../media/image232.png"/><Relationship Id="rId16" Type="http://schemas.openxmlformats.org/officeDocument/2006/relationships/image" Target="../media/image140.png"/><Relationship Id="rId221" Type="http://schemas.openxmlformats.org/officeDocument/2006/relationships/customXml" Target="../ink/ink247.xml"/><Relationship Id="rId242" Type="http://schemas.openxmlformats.org/officeDocument/2006/relationships/image" Target="../media/image253.png"/><Relationship Id="rId263" Type="http://schemas.openxmlformats.org/officeDocument/2006/relationships/customXml" Target="../ink/ink268.xml"/><Relationship Id="rId284" Type="http://schemas.openxmlformats.org/officeDocument/2006/relationships/image" Target="../media/image274.png"/><Relationship Id="rId319" Type="http://schemas.openxmlformats.org/officeDocument/2006/relationships/customXml" Target="../ink/ink296.xml"/><Relationship Id="rId37" Type="http://schemas.openxmlformats.org/officeDocument/2006/relationships/customXml" Target="../ink/ink155.xml"/><Relationship Id="rId58" Type="http://schemas.openxmlformats.org/officeDocument/2006/relationships/image" Target="../media/image161.png"/><Relationship Id="rId79" Type="http://schemas.openxmlformats.org/officeDocument/2006/relationships/customXml" Target="../ink/ink176.xml"/><Relationship Id="rId102" Type="http://schemas.openxmlformats.org/officeDocument/2006/relationships/image" Target="../media/image183.png"/><Relationship Id="rId123" Type="http://schemas.openxmlformats.org/officeDocument/2006/relationships/customXml" Target="../ink/ink198.xml"/><Relationship Id="rId144" Type="http://schemas.openxmlformats.org/officeDocument/2006/relationships/image" Target="../media/image204.png"/><Relationship Id="rId330" Type="http://schemas.openxmlformats.org/officeDocument/2006/relationships/image" Target="../media/image297.png"/><Relationship Id="rId90" Type="http://schemas.openxmlformats.org/officeDocument/2006/relationships/image" Target="../media/image177.png"/><Relationship Id="rId165" Type="http://schemas.openxmlformats.org/officeDocument/2006/relationships/customXml" Target="../ink/ink219.xml"/><Relationship Id="rId186" Type="http://schemas.openxmlformats.org/officeDocument/2006/relationships/image" Target="../media/image225.png"/><Relationship Id="rId351" Type="http://schemas.openxmlformats.org/officeDocument/2006/relationships/customXml" Target="../ink/ink312.xml"/><Relationship Id="rId211" Type="http://schemas.openxmlformats.org/officeDocument/2006/relationships/customXml" Target="../ink/ink242.xml"/><Relationship Id="rId232" Type="http://schemas.openxmlformats.org/officeDocument/2006/relationships/image" Target="../media/image248.png"/><Relationship Id="rId253" Type="http://schemas.openxmlformats.org/officeDocument/2006/relationships/customXml" Target="../ink/ink263.xml"/><Relationship Id="rId274" Type="http://schemas.openxmlformats.org/officeDocument/2006/relationships/image" Target="../media/image269.png"/><Relationship Id="rId295" Type="http://schemas.openxmlformats.org/officeDocument/2006/relationships/customXml" Target="../ink/ink284.xml"/><Relationship Id="rId309" Type="http://schemas.openxmlformats.org/officeDocument/2006/relationships/customXml" Target="../ink/ink291.xml"/><Relationship Id="rId27" Type="http://schemas.openxmlformats.org/officeDocument/2006/relationships/customXml" Target="../ink/ink150.xml"/><Relationship Id="rId48" Type="http://schemas.openxmlformats.org/officeDocument/2006/relationships/image" Target="../media/image156.png"/><Relationship Id="rId69" Type="http://schemas.openxmlformats.org/officeDocument/2006/relationships/customXml" Target="../ink/ink171.xml"/><Relationship Id="rId113" Type="http://schemas.openxmlformats.org/officeDocument/2006/relationships/customXml" Target="../ink/ink193.xml"/><Relationship Id="rId134" Type="http://schemas.openxmlformats.org/officeDocument/2006/relationships/image" Target="../media/image199.png"/><Relationship Id="rId320" Type="http://schemas.openxmlformats.org/officeDocument/2006/relationships/image" Target="../media/image292.png"/><Relationship Id="rId80" Type="http://schemas.openxmlformats.org/officeDocument/2006/relationships/image" Target="../media/image172.png"/><Relationship Id="rId155" Type="http://schemas.openxmlformats.org/officeDocument/2006/relationships/customXml" Target="../ink/ink214.xml"/><Relationship Id="rId176" Type="http://schemas.openxmlformats.org/officeDocument/2006/relationships/image" Target="../media/image220.png"/><Relationship Id="rId197" Type="http://schemas.openxmlformats.org/officeDocument/2006/relationships/customXml" Target="../ink/ink235.xml"/><Relationship Id="rId341" Type="http://schemas.openxmlformats.org/officeDocument/2006/relationships/customXml" Target="../ink/ink307.xml"/><Relationship Id="rId201" Type="http://schemas.openxmlformats.org/officeDocument/2006/relationships/customXml" Target="../ink/ink237.xml"/><Relationship Id="rId222" Type="http://schemas.openxmlformats.org/officeDocument/2006/relationships/image" Target="../media/image243.png"/><Relationship Id="rId243" Type="http://schemas.openxmlformats.org/officeDocument/2006/relationships/customXml" Target="../ink/ink258.xml"/><Relationship Id="rId264" Type="http://schemas.openxmlformats.org/officeDocument/2006/relationships/image" Target="../media/image264.png"/><Relationship Id="rId285" Type="http://schemas.openxmlformats.org/officeDocument/2006/relationships/customXml" Target="../ink/ink279.xml"/><Relationship Id="rId17" Type="http://schemas.openxmlformats.org/officeDocument/2006/relationships/customXml" Target="../ink/ink145.xml"/><Relationship Id="rId38" Type="http://schemas.openxmlformats.org/officeDocument/2006/relationships/image" Target="../media/image151.png"/><Relationship Id="rId59" Type="http://schemas.openxmlformats.org/officeDocument/2006/relationships/customXml" Target="../ink/ink166.xml"/><Relationship Id="rId103" Type="http://schemas.openxmlformats.org/officeDocument/2006/relationships/customXml" Target="../ink/ink188.xml"/><Relationship Id="rId124" Type="http://schemas.openxmlformats.org/officeDocument/2006/relationships/image" Target="../media/image194.png"/><Relationship Id="rId310" Type="http://schemas.openxmlformats.org/officeDocument/2006/relationships/image" Target="../media/image287.png"/><Relationship Id="rId70" Type="http://schemas.openxmlformats.org/officeDocument/2006/relationships/image" Target="../media/image167.png"/><Relationship Id="rId91" Type="http://schemas.openxmlformats.org/officeDocument/2006/relationships/customXml" Target="../ink/ink182.xml"/><Relationship Id="rId145" Type="http://schemas.openxmlformats.org/officeDocument/2006/relationships/customXml" Target="../ink/ink209.xml"/><Relationship Id="rId166" Type="http://schemas.openxmlformats.org/officeDocument/2006/relationships/image" Target="../media/image215.png"/><Relationship Id="rId187" Type="http://schemas.openxmlformats.org/officeDocument/2006/relationships/customXml" Target="../ink/ink230.xml"/><Relationship Id="rId331" Type="http://schemas.openxmlformats.org/officeDocument/2006/relationships/customXml" Target="../ink/ink302.xml"/><Relationship Id="rId352" Type="http://schemas.openxmlformats.org/officeDocument/2006/relationships/image" Target="../media/image308.png"/><Relationship Id="rId1" Type="http://schemas.openxmlformats.org/officeDocument/2006/relationships/slideLayout" Target="../slideLayouts/slideLayout3.xml"/><Relationship Id="rId212" Type="http://schemas.openxmlformats.org/officeDocument/2006/relationships/image" Target="../media/image238.png"/><Relationship Id="rId233" Type="http://schemas.openxmlformats.org/officeDocument/2006/relationships/customXml" Target="../ink/ink253.xml"/><Relationship Id="rId254" Type="http://schemas.openxmlformats.org/officeDocument/2006/relationships/image" Target="../media/image259.png"/><Relationship Id="rId28" Type="http://schemas.openxmlformats.org/officeDocument/2006/relationships/image" Target="../media/image146.png"/><Relationship Id="rId49" Type="http://schemas.openxmlformats.org/officeDocument/2006/relationships/customXml" Target="../ink/ink161.xml"/><Relationship Id="rId114" Type="http://schemas.openxmlformats.org/officeDocument/2006/relationships/image" Target="../media/image189.png"/><Relationship Id="rId275" Type="http://schemas.openxmlformats.org/officeDocument/2006/relationships/customXml" Target="../ink/ink274.xml"/><Relationship Id="rId296" Type="http://schemas.openxmlformats.org/officeDocument/2006/relationships/image" Target="../media/image280.png"/><Relationship Id="rId300" Type="http://schemas.openxmlformats.org/officeDocument/2006/relationships/image" Target="../media/image282.png"/><Relationship Id="rId60" Type="http://schemas.openxmlformats.org/officeDocument/2006/relationships/image" Target="../media/image162.png"/><Relationship Id="rId81" Type="http://schemas.openxmlformats.org/officeDocument/2006/relationships/customXml" Target="../ink/ink177.xml"/><Relationship Id="rId135" Type="http://schemas.openxmlformats.org/officeDocument/2006/relationships/customXml" Target="../ink/ink204.xml"/><Relationship Id="rId156" Type="http://schemas.openxmlformats.org/officeDocument/2006/relationships/image" Target="../media/image210.png"/><Relationship Id="rId177" Type="http://schemas.openxmlformats.org/officeDocument/2006/relationships/customXml" Target="../ink/ink225.xml"/><Relationship Id="rId198" Type="http://schemas.openxmlformats.org/officeDocument/2006/relationships/image" Target="../media/image231.png"/><Relationship Id="rId321" Type="http://schemas.openxmlformats.org/officeDocument/2006/relationships/customXml" Target="../ink/ink297.xml"/><Relationship Id="rId342" Type="http://schemas.openxmlformats.org/officeDocument/2006/relationships/image" Target="../media/image303.png"/><Relationship Id="rId202" Type="http://schemas.openxmlformats.org/officeDocument/2006/relationships/image" Target="../media/image233.png"/><Relationship Id="rId223" Type="http://schemas.openxmlformats.org/officeDocument/2006/relationships/customXml" Target="../ink/ink248.xml"/><Relationship Id="rId244" Type="http://schemas.openxmlformats.org/officeDocument/2006/relationships/image" Target="../media/image254.png"/><Relationship Id="rId18" Type="http://schemas.openxmlformats.org/officeDocument/2006/relationships/image" Target="../media/image141.png"/><Relationship Id="rId39" Type="http://schemas.openxmlformats.org/officeDocument/2006/relationships/customXml" Target="../ink/ink156.xml"/><Relationship Id="rId265" Type="http://schemas.openxmlformats.org/officeDocument/2006/relationships/customXml" Target="../ink/ink269.xml"/><Relationship Id="rId286" Type="http://schemas.openxmlformats.org/officeDocument/2006/relationships/image" Target="../media/image275.png"/><Relationship Id="rId50" Type="http://schemas.openxmlformats.org/officeDocument/2006/relationships/image" Target="../media/image157.png"/><Relationship Id="rId104" Type="http://schemas.openxmlformats.org/officeDocument/2006/relationships/image" Target="../media/image184.png"/><Relationship Id="rId125" Type="http://schemas.openxmlformats.org/officeDocument/2006/relationships/customXml" Target="../ink/ink199.xml"/><Relationship Id="rId146" Type="http://schemas.openxmlformats.org/officeDocument/2006/relationships/image" Target="../media/image205.png"/><Relationship Id="rId167" Type="http://schemas.openxmlformats.org/officeDocument/2006/relationships/customXml" Target="../ink/ink220.xml"/><Relationship Id="rId188" Type="http://schemas.openxmlformats.org/officeDocument/2006/relationships/image" Target="../media/image226.png"/><Relationship Id="rId311" Type="http://schemas.openxmlformats.org/officeDocument/2006/relationships/customXml" Target="../ink/ink292.xml"/><Relationship Id="rId332" Type="http://schemas.openxmlformats.org/officeDocument/2006/relationships/image" Target="../media/image298.png"/><Relationship Id="rId353" Type="http://schemas.openxmlformats.org/officeDocument/2006/relationships/customXml" Target="../ink/ink313.xml"/><Relationship Id="rId71" Type="http://schemas.openxmlformats.org/officeDocument/2006/relationships/customXml" Target="../ink/ink172.xml"/><Relationship Id="rId92" Type="http://schemas.openxmlformats.org/officeDocument/2006/relationships/image" Target="../media/image178.png"/><Relationship Id="rId213" Type="http://schemas.openxmlformats.org/officeDocument/2006/relationships/customXml" Target="../ink/ink243.xml"/><Relationship Id="rId234" Type="http://schemas.openxmlformats.org/officeDocument/2006/relationships/image" Target="../media/image249.png"/><Relationship Id="rId2" Type="http://schemas.openxmlformats.org/officeDocument/2006/relationships/notesSlide" Target="../notesSlides/notesSlide5.xml"/><Relationship Id="rId29" Type="http://schemas.openxmlformats.org/officeDocument/2006/relationships/customXml" Target="../ink/ink151.xml"/><Relationship Id="rId255" Type="http://schemas.openxmlformats.org/officeDocument/2006/relationships/customXml" Target="../ink/ink264.xml"/><Relationship Id="rId276" Type="http://schemas.openxmlformats.org/officeDocument/2006/relationships/image" Target="../media/image270.png"/><Relationship Id="rId297" Type="http://schemas.openxmlformats.org/officeDocument/2006/relationships/customXml" Target="../ink/ink285.xml"/><Relationship Id="rId40" Type="http://schemas.openxmlformats.org/officeDocument/2006/relationships/image" Target="../media/image152.png"/><Relationship Id="rId115" Type="http://schemas.openxmlformats.org/officeDocument/2006/relationships/customXml" Target="../ink/ink194.xml"/><Relationship Id="rId136" Type="http://schemas.openxmlformats.org/officeDocument/2006/relationships/image" Target="../media/image200.png"/><Relationship Id="rId157" Type="http://schemas.openxmlformats.org/officeDocument/2006/relationships/customXml" Target="../ink/ink215.xml"/><Relationship Id="rId178" Type="http://schemas.openxmlformats.org/officeDocument/2006/relationships/image" Target="../media/image221.png"/><Relationship Id="rId301" Type="http://schemas.openxmlformats.org/officeDocument/2006/relationships/customXml" Target="../ink/ink287.xml"/><Relationship Id="rId322" Type="http://schemas.openxmlformats.org/officeDocument/2006/relationships/image" Target="../media/image293.png"/><Relationship Id="rId343" Type="http://schemas.openxmlformats.org/officeDocument/2006/relationships/customXml" Target="../ink/ink308.xml"/><Relationship Id="rId61" Type="http://schemas.openxmlformats.org/officeDocument/2006/relationships/customXml" Target="../ink/ink167.xml"/><Relationship Id="rId82" Type="http://schemas.openxmlformats.org/officeDocument/2006/relationships/image" Target="../media/image173.png"/><Relationship Id="rId199" Type="http://schemas.openxmlformats.org/officeDocument/2006/relationships/customXml" Target="../ink/ink236.xml"/><Relationship Id="rId203" Type="http://schemas.openxmlformats.org/officeDocument/2006/relationships/customXml" Target="../ink/ink238.xml"/><Relationship Id="rId19" Type="http://schemas.openxmlformats.org/officeDocument/2006/relationships/customXml" Target="../ink/ink146.xml"/><Relationship Id="rId224" Type="http://schemas.openxmlformats.org/officeDocument/2006/relationships/image" Target="../media/image244.png"/><Relationship Id="rId245" Type="http://schemas.openxmlformats.org/officeDocument/2006/relationships/customXml" Target="../ink/ink259.xml"/><Relationship Id="rId266" Type="http://schemas.openxmlformats.org/officeDocument/2006/relationships/image" Target="../media/image265.png"/><Relationship Id="rId287" Type="http://schemas.openxmlformats.org/officeDocument/2006/relationships/customXml" Target="../ink/ink280.xml"/><Relationship Id="rId30" Type="http://schemas.openxmlformats.org/officeDocument/2006/relationships/image" Target="../media/image147.png"/><Relationship Id="rId105" Type="http://schemas.openxmlformats.org/officeDocument/2006/relationships/customXml" Target="../ink/ink189.xml"/><Relationship Id="rId126" Type="http://schemas.openxmlformats.org/officeDocument/2006/relationships/image" Target="../media/image195.png"/><Relationship Id="rId147" Type="http://schemas.openxmlformats.org/officeDocument/2006/relationships/customXml" Target="../ink/ink210.xml"/><Relationship Id="rId168" Type="http://schemas.openxmlformats.org/officeDocument/2006/relationships/image" Target="../media/image216.png"/><Relationship Id="rId312" Type="http://schemas.openxmlformats.org/officeDocument/2006/relationships/image" Target="../media/image288.png"/><Relationship Id="rId333" Type="http://schemas.openxmlformats.org/officeDocument/2006/relationships/customXml" Target="../ink/ink303.xml"/><Relationship Id="rId354" Type="http://schemas.openxmlformats.org/officeDocument/2006/relationships/image" Target="../media/image309.png"/><Relationship Id="rId51" Type="http://schemas.openxmlformats.org/officeDocument/2006/relationships/customXml" Target="../ink/ink162.xml"/><Relationship Id="rId72" Type="http://schemas.openxmlformats.org/officeDocument/2006/relationships/image" Target="../media/image168.png"/><Relationship Id="rId93" Type="http://schemas.openxmlformats.org/officeDocument/2006/relationships/customXml" Target="../ink/ink183.xml"/><Relationship Id="rId189" Type="http://schemas.openxmlformats.org/officeDocument/2006/relationships/customXml" Target="../ink/ink231.xml"/><Relationship Id="rId3" Type="http://schemas.openxmlformats.org/officeDocument/2006/relationships/customXml" Target="../ink/ink138.xml"/><Relationship Id="rId214" Type="http://schemas.openxmlformats.org/officeDocument/2006/relationships/image" Target="../media/image239.png"/><Relationship Id="rId235" Type="http://schemas.openxmlformats.org/officeDocument/2006/relationships/customXml" Target="../ink/ink254.xml"/><Relationship Id="rId256" Type="http://schemas.openxmlformats.org/officeDocument/2006/relationships/image" Target="../media/image260.png"/><Relationship Id="rId277" Type="http://schemas.openxmlformats.org/officeDocument/2006/relationships/customXml" Target="../ink/ink275.xml"/><Relationship Id="rId298" Type="http://schemas.openxmlformats.org/officeDocument/2006/relationships/image" Target="../media/image281.png"/><Relationship Id="rId116" Type="http://schemas.openxmlformats.org/officeDocument/2006/relationships/image" Target="../media/image190.png"/><Relationship Id="rId137" Type="http://schemas.openxmlformats.org/officeDocument/2006/relationships/customXml" Target="../ink/ink205.xml"/><Relationship Id="rId158" Type="http://schemas.openxmlformats.org/officeDocument/2006/relationships/image" Target="../media/image211.png"/><Relationship Id="rId302" Type="http://schemas.openxmlformats.org/officeDocument/2006/relationships/image" Target="../media/image283.png"/><Relationship Id="rId323" Type="http://schemas.openxmlformats.org/officeDocument/2006/relationships/customXml" Target="../ink/ink298.xml"/><Relationship Id="rId344" Type="http://schemas.openxmlformats.org/officeDocument/2006/relationships/image" Target="../media/image304.png"/><Relationship Id="rId20" Type="http://schemas.openxmlformats.org/officeDocument/2006/relationships/image" Target="../media/image142.png"/><Relationship Id="rId41" Type="http://schemas.openxmlformats.org/officeDocument/2006/relationships/customXml" Target="../ink/ink157.xml"/><Relationship Id="rId62" Type="http://schemas.openxmlformats.org/officeDocument/2006/relationships/image" Target="../media/image163.png"/><Relationship Id="rId83" Type="http://schemas.openxmlformats.org/officeDocument/2006/relationships/customXml" Target="../ink/ink178.xml"/><Relationship Id="rId179" Type="http://schemas.openxmlformats.org/officeDocument/2006/relationships/customXml" Target="../ink/ink226.xml"/><Relationship Id="rId190" Type="http://schemas.openxmlformats.org/officeDocument/2006/relationships/image" Target="../media/image227.png"/><Relationship Id="rId204" Type="http://schemas.openxmlformats.org/officeDocument/2006/relationships/image" Target="../media/image234.png"/><Relationship Id="rId225" Type="http://schemas.openxmlformats.org/officeDocument/2006/relationships/customXml" Target="../ink/ink249.xml"/><Relationship Id="rId246" Type="http://schemas.openxmlformats.org/officeDocument/2006/relationships/image" Target="../media/image255.png"/><Relationship Id="rId267" Type="http://schemas.openxmlformats.org/officeDocument/2006/relationships/customXml" Target="../ink/ink270.xml"/><Relationship Id="rId288" Type="http://schemas.openxmlformats.org/officeDocument/2006/relationships/image" Target="../media/image276.png"/><Relationship Id="rId106" Type="http://schemas.openxmlformats.org/officeDocument/2006/relationships/image" Target="../media/image185.png"/><Relationship Id="rId127" Type="http://schemas.openxmlformats.org/officeDocument/2006/relationships/customXml" Target="../ink/ink200.xml"/><Relationship Id="rId313" Type="http://schemas.openxmlformats.org/officeDocument/2006/relationships/customXml" Target="../ink/ink293.xml"/><Relationship Id="rId10" Type="http://schemas.openxmlformats.org/officeDocument/2006/relationships/image" Target="../media/image137.png"/><Relationship Id="rId31" Type="http://schemas.openxmlformats.org/officeDocument/2006/relationships/customXml" Target="../ink/ink152.xml"/><Relationship Id="rId52" Type="http://schemas.openxmlformats.org/officeDocument/2006/relationships/image" Target="../media/image158.png"/><Relationship Id="rId73" Type="http://schemas.openxmlformats.org/officeDocument/2006/relationships/customXml" Target="../ink/ink173.xml"/><Relationship Id="rId94" Type="http://schemas.openxmlformats.org/officeDocument/2006/relationships/image" Target="../media/image179.png"/><Relationship Id="rId148" Type="http://schemas.openxmlformats.org/officeDocument/2006/relationships/image" Target="../media/image206.png"/><Relationship Id="rId169" Type="http://schemas.openxmlformats.org/officeDocument/2006/relationships/customXml" Target="../ink/ink221.xml"/><Relationship Id="rId334" Type="http://schemas.openxmlformats.org/officeDocument/2006/relationships/image" Target="../media/image299.png"/><Relationship Id="rId355" Type="http://schemas.openxmlformats.org/officeDocument/2006/relationships/customXml" Target="../ink/ink314.xml"/><Relationship Id="rId4" Type="http://schemas.openxmlformats.org/officeDocument/2006/relationships/image" Target="../media/image134.png"/><Relationship Id="rId180" Type="http://schemas.openxmlformats.org/officeDocument/2006/relationships/image" Target="../media/image222.png"/><Relationship Id="rId215" Type="http://schemas.openxmlformats.org/officeDocument/2006/relationships/customXml" Target="../ink/ink244.xml"/><Relationship Id="rId236" Type="http://schemas.openxmlformats.org/officeDocument/2006/relationships/image" Target="../media/image250.png"/><Relationship Id="rId257" Type="http://schemas.openxmlformats.org/officeDocument/2006/relationships/customXml" Target="../ink/ink265.xml"/><Relationship Id="rId278" Type="http://schemas.openxmlformats.org/officeDocument/2006/relationships/image" Target="../media/image271.png"/><Relationship Id="rId303" Type="http://schemas.openxmlformats.org/officeDocument/2006/relationships/customXml" Target="../ink/ink288.xml"/><Relationship Id="rId42" Type="http://schemas.openxmlformats.org/officeDocument/2006/relationships/image" Target="../media/image153.png"/><Relationship Id="rId84" Type="http://schemas.openxmlformats.org/officeDocument/2006/relationships/image" Target="../media/image174.png"/><Relationship Id="rId138" Type="http://schemas.openxmlformats.org/officeDocument/2006/relationships/image" Target="../media/image201.png"/><Relationship Id="rId345" Type="http://schemas.openxmlformats.org/officeDocument/2006/relationships/customXml" Target="../ink/ink309.xml"/><Relationship Id="rId191" Type="http://schemas.openxmlformats.org/officeDocument/2006/relationships/customXml" Target="../ink/ink232.xml"/><Relationship Id="rId205" Type="http://schemas.openxmlformats.org/officeDocument/2006/relationships/customXml" Target="../ink/ink239.xml"/><Relationship Id="rId247" Type="http://schemas.openxmlformats.org/officeDocument/2006/relationships/customXml" Target="../ink/ink260.xml"/><Relationship Id="rId107" Type="http://schemas.openxmlformats.org/officeDocument/2006/relationships/customXml" Target="../ink/ink190.xml"/><Relationship Id="rId289" Type="http://schemas.openxmlformats.org/officeDocument/2006/relationships/customXml" Target="../ink/ink281.xml"/><Relationship Id="rId11" Type="http://schemas.openxmlformats.org/officeDocument/2006/relationships/customXml" Target="../ink/ink142.xml"/><Relationship Id="rId53" Type="http://schemas.openxmlformats.org/officeDocument/2006/relationships/customXml" Target="../ink/ink163.xml"/><Relationship Id="rId149" Type="http://schemas.openxmlformats.org/officeDocument/2006/relationships/customXml" Target="../ink/ink211.xml"/><Relationship Id="rId314" Type="http://schemas.openxmlformats.org/officeDocument/2006/relationships/image" Target="../media/image289.png"/><Relationship Id="rId356" Type="http://schemas.openxmlformats.org/officeDocument/2006/relationships/image" Target="../media/image310.png"/><Relationship Id="rId95" Type="http://schemas.openxmlformats.org/officeDocument/2006/relationships/customXml" Target="../ink/ink184.xml"/><Relationship Id="rId160" Type="http://schemas.openxmlformats.org/officeDocument/2006/relationships/image" Target="../media/image212.png"/><Relationship Id="rId216" Type="http://schemas.openxmlformats.org/officeDocument/2006/relationships/image" Target="../media/image240.png"/><Relationship Id="rId258" Type="http://schemas.openxmlformats.org/officeDocument/2006/relationships/image" Target="../media/image261.png"/><Relationship Id="rId22" Type="http://schemas.openxmlformats.org/officeDocument/2006/relationships/image" Target="../media/image143.png"/><Relationship Id="rId64" Type="http://schemas.openxmlformats.org/officeDocument/2006/relationships/image" Target="../media/image164.png"/><Relationship Id="rId118" Type="http://schemas.openxmlformats.org/officeDocument/2006/relationships/image" Target="../media/image191.png"/><Relationship Id="rId325" Type="http://schemas.openxmlformats.org/officeDocument/2006/relationships/customXml" Target="../ink/ink299.xml"/><Relationship Id="rId171" Type="http://schemas.openxmlformats.org/officeDocument/2006/relationships/customXml" Target="../ink/ink222.xml"/><Relationship Id="rId227" Type="http://schemas.openxmlformats.org/officeDocument/2006/relationships/customXml" Target="../ink/ink250.xml"/><Relationship Id="rId269" Type="http://schemas.openxmlformats.org/officeDocument/2006/relationships/customXml" Target="../ink/ink271.xml"/><Relationship Id="rId33" Type="http://schemas.openxmlformats.org/officeDocument/2006/relationships/customXml" Target="../ink/ink153.xml"/><Relationship Id="rId129" Type="http://schemas.openxmlformats.org/officeDocument/2006/relationships/customXml" Target="../ink/ink201.xml"/><Relationship Id="rId280" Type="http://schemas.openxmlformats.org/officeDocument/2006/relationships/image" Target="../media/image272.png"/><Relationship Id="rId336" Type="http://schemas.openxmlformats.org/officeDocument/2006/relationships/image" Target="../media/image300.png"/><Relationship Id="rId75" Type="http://schemas.openxmlformats.org/officeDocument/2006/relationships/customXml" Target="../ink/ink174.xml"/><Relationship Id="rId140" Type="http://schemas.openxmlformats.org/officeDocument/2006/relationships/image" Target="../media/image202.png"/><Relationship Id="rId182" Type="http://schemas.openxmlformats.org/officeDocument/2006/relationships/image" Target="../media/image223.png"/><Relationship Id="rId6" Type="http://schemas.openxmlformats.org/officeDocument/2006/relationships/image" Target="../media/image135.png"/><Relationship Id="rId238" Type="http://schemas.openxmlformats.org/officeDocument/2006/relationships/image" Target="../media/image251.png"/><Relationship Id="rId291" Type="http://schemas.openxmlformats.org/officeDocument/2006/relationships/customXml" Target="../ink/ink282.xml"/><Relationship Id="rId305" Type="http://schemas.openxmlformats.org/officeDocument/2006/relationships/customXml" Target="../ink/ink289.xml"/><Relationship Id="rId347" Type="http://schemas.openxmlformats.org/officeDocument/2006/relationships/customXml" Target="../ink/ink310.xml"/><Relationship Id="rId44" Type="http://schemas.openxmlformats.org/officeDocument/2006/relationships/image" Target="../media/image154.png"/><Relationship Id="rId86" Type="http://schemas.openxmlformats.org/officeDocument/2006/relationships/image" Target="../media/image175.png"/><Relationship Id="rId151" Type="http://schemas.openxmlformats.org/officeDocument/2006/relationships/customXml" Target="../ink/ink212.xml"/><Relationship Id="rId193" Type="http://schemas.openxmlformats.org/officeDocument/2006/relationships/customXml" Target="../ink/ink233.xml"/><Relationship Id="rId207" Type="http://schemas.openxmlformats.org/officeDocument/2006/relationships/customXml" Target="../ink/ink240.xml"/><Relationship Id="rId249" Type="http://schemas.openxmlformats.org/officeDocument/2006/relationships/customXml" Target="../ink/ink261.xml"/><Relationship Id="rId13" Type="http://schemas.openxmlformats.org/officeDocument/2006/relationships/customXml" Target="../ink/ink143.xml"/><Relationship Id="rId109" Type="http://schemas.openxmlformats.org/officeDocument/2006/relationships/customXml" Target="../ink/ink191.xml"/><Relationship Id="rId260" Type="http://schemas.openxmlformats.org/officeDocument/2006/relationships/image" Target="../media/image262.png"/><Relationship Id="rId316" Type="http://schemas.openxmlformats.org/officeDocument/2006/relationships/image" Target="../media/image290.png"/><Relationship Id="rId55" Type="http://schemas.openxmlformats.org/officeDocument/2006/relationships/customXml" Target="../ink/ink164.xml"/><Relationship Id="rId97" Type="http://schemas.openxmlformats.org/officeDocument/2006/relationships/customXml" Target="../ink/ink185.xml"/><Relationship Id="rId120" Type="http://schemas.openxmlformats.org/officeDocument/2006/relationships/image" Target="../media/image192.png"/><Relationship Id="rId358" Type="http://schemas.openxmlformats.org/officeDocument/2006/relationships/image" Target="../media/image311.png"/><Relationship Id="rId162" Type="http://schemas.openxmlformats.org/officeDocument/2006/relationships/image" Target="../media/image213.png"/><Relationship Id="rId218" Type="http://schemas.openxmlformats.org/officeDocument/2006/relationships/image" Target="../media/image241.png"/><Relationship Id="rId271" Type="http://schemas.openxmlformats.org/officeDocument/2006/relationships/customXml" Target="../ink/ink272.xml"/><Relationship Id="rId24" Type="http://schemas.openxmlformats.org/officeDocument/2006/relationships/image" Target="../media/image144.png"/><Relationship Id="rId66" Type="http://schemas.openxmlformats.org/officeDocument/2006/relationships/image" Target="../media/image165.png"/><Relationship Id="rId131" Type="http://schemas.openxmlformats.org/officeDocument/2006/relationships/customXml" Target="../ink/ink202.xml"/><Relationship Id="rId327" Type="http://schemas.openxmlformats.org/officeDocument/2006/relationships/customXml" Target="../ink/ink300.xml"/><Relationship Id="rId173" Type="http://schemas.openxmlformats.org/officeDocument/2006/relationships/customXml" Target="../ink/ink223.xml"/><Relationship Id="rId229" Type="http://schemas.openxmlformats.org/officeDocument/2006/relationships/customXml" Target="../ink/ink251.xml"/><Relationship Id="rId240" Type="http://schemas.openxmlformats.org/officeDocument/2006/relationships/image" Target="../media/image252.png"/><Relationship Id="rId35" Type="http://schemas.openxmlformats.org/officeDocument/2006/relationships/customXml" Target="../ink/ink154.xml"/><Relationship Id="rId77" Type="http://schemas.openxmlformats.org/officeDocument/2006/relationships/customXml" Target="../ink/ink175.xml"/><Relationship Id="rId100" Type="http://schemas.openxmlformats.org/officeDocument/2006/relationships/image" Target="../media/image182.png"/><Relationship Id="rId282" Type="http://schemas.openxmlformats.org/officeDocument/2006/relationships/image" Target="../media/image273.png"/><Relationship Id="rId338" Type="http://schemas.openxmlformats.org/officeDocument/2006/relationships/image" Target="../media/image301.png"/><Relationship Id="rId8" Type="http://schemas.openxmlformats.org/officeDocument/2006/relationships/image" Target="../media/image136.png"/><Relationship Id="rId142" Type="http://schemas.openxmlformats.org/officeDocument/2006/relationships/image" Target="../media/image203.png"/><Relationship Id="rId184" Type="http://schemas.openxmlformats.org/officeDocument/2006/relationships/image" Target="../media/image224.png"/><Relationship Id="rId251" Type="http://schemas.openxmlformats.org/officeDocument/2006/relationships/customXml" Target="../ink/ink262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73.xml"/><Relationship Id="rId299" Type="http://schemas.openxmlformats.org/officeDocument/2006/relationships/customXml" Target="../ink/ink464.xml"/><Relationship Id="rId21" Type="http://schemas.openxmlformats.org/officeDocument/2006/relationships/customXml" Target="../ink/ink325.xml"/><Relationship Id="rId63" Type="http://schemas.openxmlformats.org/officeDocument/2006/relationships/customXml" Target="../ink/ink346.xml"/><Relationship Id="rId159" Type="http://schemas.openxmlformats.org/officeDocument/2006/relationships/customXml" Target="../ink/ink394.xml"/><Relationship Id="rId324" Type="http://schemas.openxmlformats.org/officeDocument/2006/relationships/image" Target="../media/image472.png"/><Relationship Id="rId170" Type="http://schemas.openxmlformats.org/officeDocument/2006/relationships/image" Target="../media/image395.png"/><Relationship Id="rId226" Type="http://schemas.openxmlformats.org/officeDocument/2006/relationships/image" Target="../media/image423.png"/><Relationship Id="rId268" Type="http://schemas.openxmlformats.org/officeDocument/2006/relationships/image" Target="../media/image444.png"/><Relationship Id="rId32" Type="http://schemas.openxmlformats.org/officeDocument/2006/relationships/image" Target="../media/image326.png"/><Relationship Id="rId74" Type="http://schemas.openxmlformats.org/officeDocument/2006/relationships/image" Target="../media/image347.png"/><Relationship Id="rId128" Type="http://schemas.openxmlformats.org/officeDocument/2006/relationships/image" Target="../media/image374.png"/><Relationship Id="rId335" Type="http://schemas.openxmlformats.org/officeDocument/2006/relationships/customXml" Target="../ink/ink482.xml"/><Relationship Id="rId5" Type="http://schemas.openxmlformats.org/officeDocument/2006/relationships/customXml" Target="../ink/ink317.xml"/><Relationship Id="rId181" Type="http://schemas.openxmlformats.org/officeDocument/2006/relationships/customXml" Target="../ink/ink405.xml"/><Relationship Id="rId237" Type="http://schemas.openxmlformats.org/officeDocument/2006/relationships/customXml" Target="../ink/ink433.xml"/><Relationship Id="rId279" Type="http://schemas.openxmlformats.org/officeDocument/2006/relationships/customXml" Target="../ink/ink454.xml"/><Relationship Id="rId43" Type="http://schemas.openxmlformats.org/officeDocument/2006/relationships/customXml" Target="../ink/ink336.xml"/><Relationship Id="rId139" Type="http://schemas.openxmlformats.org/officeDocument/2006/relationships/customXml" Target="../ink/ink384.xml"/><Relationship Id="rId290" Type="http://schemas.openxmlformats.org/officeDocument/2006/relationships/image" Target="../media/image455.png"/><Relationship Id="rId304" Type="http://schemas.openxmlformats.org/officeDocument/2006/relationships/image" Target="../media/image462.png"/><Relationship Id="rId85" Type="http://schemas.openxmlformats.org/officeDocument/2006/relationships/customXml" Target="../ink/ink357.xml"/><Relationship Id="rId150" Type="http://schemas.openxmlformats.org/officeDocument/2006/relationships/image" Target="../media/image385.png"/><Relationship Id="rId192" Type="http://schemas.openxmlformats.org/officeDocument/2006/relationships/image" Target="../media/image406.png"/><Relationship Id="rId206" Type="http://schemas.openxmlformats.org/officeDocument/2006/relationships/image" Target="../media/image413.png"/><Relationship Id="rId248" Type="http://schemas.openxmlformats.org/officeDocument/2006/relationships/image" Target="../media/image434.png"/><Relationship Id="rId12" Type="http://schemas.openxmlformats.org/officeDocument/2006/relationships/image" Target="../media/image316.png"/><Relationship Id="rId108" Type="http://schemas.openxmlformats.org/officeDocument/2006/relationships/image" Target="../media/image364.png"/><Relationship Id="rId315" Type="http://schemas.openxmlformats.org/officeDocument/2006/relationships/customXml" Target="../ink/ink472.xml"/><Relationship Id="rId54" Type="http://schemas.openxmlformats.org/officeDocument/2006/relationships/image" Target="../media/image337.png"/><Relationship Id="rId96" Type="http://schemas.openxmlformats.org/officeDocument/2006/relationships/image" Target="../media/image358.png"/><Relationship Id="rId161" Type="http://schemas.openxmlformats.org/officeDocument/2006/relationships/customXml" Target="../ink/ink395.xml"/><Relationship Id="rId217" Type="http://schemas.openxmlformats.org/officeDocument/2006/relationships/customXml" Target="../ink/ink423.xml"/><Relationship Id="rId259" Type="http://schemas.openxmlformats.org/officeDocument/2006/relationships/customXml" Target="../ink/ink444.xml"/><Relationship Id="rId23" Type="http://schemas.openxmlformats.org/officeDocument/2006/relationships/customXml" Target="../ink/ink326.xml"/><Relationship Id="rId119" Type="http://schemas.openxmlformats.org/officeDocument/2006/relationships/customXml" Target="../ink/ink374.xml"/><Relationship Id="rId270" Type="http://schemas.openxmlformats.org/officeDocument/2006/relationships/image" Target="../media/image445.png"/><Relationship Id="rId326" Type="http://schemas.openxmlformats.org/officeDocument/2006/relationships/image" Target="../media/image473.png"/><Relationship Id="rId65" Type="http://schemas.openxmlformats.org/officeDocument/2006/relationships/customXml" Target="../ink/ink347.xml"/><Relationship Id="rId130" Type="http://schemas.openxmlformats.org/officeDocument/2006/relationships/image" Target="../media/image375.png"/><Relationship Id="rId172" Type="http://schemas.openxmlformats.org/officeDocument/2006/relationships/image" Target="../media/image396.png"/><Relationship Id="rId228" Type="http://schemas.openxmlformats.org/officeDocument/2006/relationships/image" Target="../media/image424.png"/><Relationship Id="rId281" Type="http://schemas.openxmlformats.org/officeDocument/2006/relationships/customXml" Target="../ink/ink455.xml"/><Relationship Id="rId34" Type="http://schemas.openxmlformats.org/officeDocument/2006/relationships/image" Target="../media/image327.png"/><Relationship Id="rId76" Type="http://schemas.openxmlformats.org/officeDocument/2006/relationships/image" Target="../media/image348.png"/><Relationship Id="rId141" Type="http://schemas.openxmlformats.org/officeDocument/2006/relationships/customXml" Target="../ink/ink385.xml"/><Relationship Id="rId7" Type="http://schemas.openxmlformats.org/officeDocument/2006/relationships/customXml" Target="../ink/ink318.xml"/><Relationship Id="rId183" Type="http://schemas.openxmlformats.org/officeDocument/2006/relationships/customXml" Target="../ink/ink406.xml"/><Relationship Id="rId239" Type="http://schemas.openxmlformats.org/officeDocument/2006/relationships/customXml" Target="../ink/ink434.xml"/><Relationship Id="rId250" Type="http://schemas.openxmlformats.org/officeDocument/2006/relationships/image" Target="../media/image435.png"/><Relationship Id="rId292" Type="http://schemas.openxmlformats.org/officeDocument/2006/relationships/image" Target="../media/image456.png"/><Relationship Id="rId306" Type="http://schemas.openxmlformats.org/officeDocument/2006/relationships/image" Target="../media/image463.png"/><Relationship Id="rId24" Type="http://schemas.openxmlformats.org/officeDocument/2006/relationships/image" Target="../media/image322.png"/><Relationship Id="rId45" Type="http://schemas.openxmlformats.org/officeDocument/2006/relationships/customXml" Target="../ink/ink337.xml"/><Relationship Id="rId66" Type="http://schemas.openxmlformats.org/officeDocument/2006/relationships/image" Target="../media/image343.png"/><Relationship Id="rId87" Type="http://schemas.openxmlformats.org/officeDocument/2006/relationships/customXml" Target="../ink/ink358.xml"/><Relationship Id="rId110" Type="http://schemas.openxmlformats.org/officeDocument/2006/relationships/image" Target="../media/image365.png"/><Relationship Id="rId131" Type="http://schemas.openxmlformats.org/officeDocument/2006/relationships/customXml" Target="../ink/ink380.xml"/><Relationship Id="rId327" Type="http://schemas.openxmlformats.org/officeDocument/2006/relationships/customXml" Target="../ink/ink478.xml"/><Relationship Id="rId152" Type="http://schemas.openxmlformats.org/officeDocument/2006/relationships/image" Target="../media/image386.png"/><Relationship Id="rId173" Type="http://schemas.openxmlformats.org/officeDocument/2006/relationships/customXml" Target="../ink/ink401.xml"/><Relationship Id="rId194" Type="http://schemas.openxmlformats.org/officeDocument/2006/relationships/image" Target="../media/image407.png"/><Relationship Id="rId208" Type="http://schemas.openxmlformats.org/officeDocument/2006/relationships/image" Target="../media/image414.png"/><Relationship Id="rId229" Type="http://schemas.openxmlformats.org/officeDocument/2006/relationships/customXml" Target="../ink/ink429.xml"/><Relationship Id="rId240" Type="http://schemas.openxmlformats.org/officeDocument/2006/relationships/image" Target="../media/image430.png"/><Relationship Id="rId261" Type="http://schemas.openxmlformats.org/officeDocument/2006/relationships/customXml" Target="../ink/ink445.xml"/><Relationship Id="rId14" Type="http://schemas.openxmlformats.org/officeDocument/2006/relationships/image" Target="../media/image317.png"/><Relationship Id="rId35" Type="http://schemas.openxmlformats.org/officeDocument/2006/relationships/customXml" Target="../ink/ink332.xml"/><Relationship Id="rId56" Type="http://schemas.openxmlformats.org/officeDocument/2006/relationships/image" Target="../media/image338.png"/><Relationship Id="rId77" Type="http://schemas.openxmlformats.org/officeDocument/2006/relationships/customXml" Target="../ink/ink353.xml"/><Relationship Id="rId100" Type="http://schemas.openxmlformats.org/officeDocument/2006/relationships/image" Target="../media/image360.png"/><Relationship Id="rId282" Type="http://schemas.openxmlformats.org/officeDocument/2006/relationships/image" Target="../media/image451.png"/><Relationship Id="rId317" Type="http://schemas.openxmlformats.org/officeDocument/2006/relationships/customXml" Target="../ink/ink473.xml"/><Relationship Id="rId8" Type="http://schemas.openxmlformats.org/officeDocument/2006/relationships/image" Target="../media/image314.png"/><Relationship Id="rId98" Type="http://schemas.openxmlformats.org/officeDocument/2006/relationships/image" Target="../media/image359.png"/><Relationship Id="rId121" Type="http://schemas.openxmlformats.org/officeDocument/2006/relationships/customXml" Target="../ink/ink375.xml"/><Relationship Id="rId142" Type="http://schemas.openxmlformats.org/officeDocument/2006/relationships/image" Target="../media/image381.png"/><Relationship Id="rId163" Type="http://schemas.openxmlformats.org/officeDocument/2006/relationships/customXml" Target="../ink/ink396.xml"/><Relationship Id="rId184" Type="http://schemas.openxmlformats.org/officeDocument/2006/relationships/image" Target="../media/image402.png"/><Relationship Id="rId219" Type="http://schemas.openxmlformats.org/officeDocument/2006/relationships/customXml" Target="../ink/ink424.xml"/><Relationship Id="rId230" Type="http://schemas.openxmlformats.org/officeDocument/2006/relationships/image" Target="../media/image425.png"/><Relationship Id="rId251" Type="http://schemas.openxmlformats.org/officeDocument/2006/relationships/customXml" Target="../ink/ink440.xml"/><Relationship Id="rId25" Type="http://schemas.openxmlformats.org/officeDocument/2006/relationships/customXml" Target="../ink/ink327.xml"/><Relationship Id="rId46" Type="http://schemas.openxmlformats.org/officeDocument/2006/relationships/image" Target="../media/image333.png"/><Relationship Id="rId67" Type="http://schemas.openxmlformats.org/officeDocument/2006/relationships/customXml" Target="../ink/ink348.xml"/><Relationship Id="rId272" Type="http://schemas.openxmlformats.org/officeDocument/2006/relationships/image" Target="../media/image446.png"/><Relationship Id="rId293" Type="http://schemas.openxmlformats.org/officeDocument/2006/relationships/customXml" Target="../ink/ink461.xml"/><Relationship Id="rId307" Type="http://schemas.openxmlformats.org/officeDocument/2006/relationships/customXml" Target="../ink/ink468.xml"/><Relationship Id="rId328" Type="http://schemas.openxmlformats.org/officeDocument/2006/relationships/image" Target="../media/image474.png"/><Relationship Id="rId88" Type="http://schemas.openxmlformats.org/officeDocument/2006/relationships/image" Target="../media/image354.png"/><Relationship Id="rId111" Type="http://schemas.openxmlformats.org/officeDocument/2006/relationships/customXml" Target="../ink/ink370.xml"/><Relationship Id="rId132" Type="http://schemas.openxmlformats.org/officeDocument/2006/relationships/image" Target="../media/image376.png"/><Relationship Id="rId153" Type="http://schemas.openxmlformats.org/officeDocument/2006/relationships/customXml" Target="../ink/ink391.xml"/><Relationship Id="rId174" Type="http://schemas.openxmlformats.org/officeDocument/2006/relationships/image" Target="../media/image397.png"/><Relationship Id="rId195" Type="http://schemas.openxmlformats.org/officeDocument/2006/relationships/customXml" Target="../ink/ink412.xml"/><Relationship Id="rId209" Type="http://schemas.openxmlformats.org/officeDocument/2006/relationships/customXml" Target="../ink/ink419.xml"/><Relationship Id="rId220" Type="http://schemas.openxmlformats.org/officeDocument/2006/relationships/image" Target="../media/image420.png"/><Relationship Id="rId241" Type="http://schemas.openxmlformats.org/officeDocument/2006/relationships/customXml" Target="../ink/ink435.xml"/><Relationship Id="rId15" Type="http://schemas.openxmlformats.org/officeDocument/2006/relationships/customXml" Target="../ink/ink322.xml"/><Relationship Id="rId36" Type="http://schemas.openxmlformats.org/officeDocument/2006/relationships/image" Target="../media/image328.png"/><Relationship Id="rId57" Type="http://schemas.openxmlformats.org/officeDocument/2006/relationships/customXml" Target="../ink/ink343.xml"/><Relationship Id="rId262" Type="http://schemas.openxmlformats.org/officeDocument/2006/relationships/image" Target="../media/image441.png"/><Relationship Id="rId283" Type="http://schemas.openxmlformats.org/officeDocument/2006/relationships/customXml" Target="../ink/ink456.xml"/><Relationship Id="rId318" Type="http://schemas.openxmlformats.org/officeDocument/2006/relationships/image" Target="../media/image469.png"/><Relationship Id="rId78" Type="http://schemas.openxmlformats.org/officeDocument/2006/relationships/image" Target="../media/image349.png"/><Relationship Id="rId99" Type="http://schemas.openxmlformats.org/officeDocument/2006/relationships/customXml" Target="../ink/ink364.xml"/><Relationship Id="rId101" Type="http://schemas.openxmlformats.org/officeDocument/2006/relationships/customXml" Target="../ink/ink365.xml"/><Relationship Id="rId122" Type="http://schemas.openxmlformats.org/officeDocument/2006/relationships/image" Target="../media/image371.png"/><Relationship Id="rId143" Type="http://schemas.openxmlformats.org/officeDocument/2006/relationships/customXml" Target="../ink/ink386.xml"/><Relationship Id="rId164" Type="http://schemas.openxmlformats.org/officeDocument/2006/relationships/image" Target="../media/image392.png"/><Relationship Id="rId185" Type="http://schemas.openxmlformats.org/officeDocument/2006/relationships/customXml" Target="../ink/ink407.xml"/><Relationship Id="rId9" Type="http://schemas.openxmlformats.org/officeDocument/2006/relationships/customXml" Target="../ink/ink319.xml"/><Relationship Id="rId210" Type="http://schemas.openxmlformats.org/officeDocument/2006/relationships/image" Target="../media/image415.png"/><Relationship Id="rId26" Type="http://schemas.openxmlformats.org/officeDocument/2006/relationships/image" Target="../media/image323.png"/><Relationship Id="rId231" Type="http://schemas.openxmlformats.org/officeDocument/2006/relationships/customXml" Target="../ink/ink430.xml"/><Relationship Id="rId252" Type="http://schemas.openxmlformats.org/officeDocument/2006/relationships/image" Target="../media/image436.png"/><Relationship Id="rId273" Type="http://schemas.openxmlformats.org/officeDocument/2006/relationships/customXml" Target="../ink/ink451.xml"/><Relationship Id="rId294" Type="http://schemas.openxmlformats.org/officeDocument/2006/relationships/image" Target="../media/image457.png"/><Relationship Id="rId308" Type="http://schemas.openxmlformats.org/officeDocument/2006/relationships/image" Target="../media/image464.png"/><Relationship Id="rId329" Type="http://schemas.openxmlformats.org/officeDocument/2006/relationships/customXml" Target="../ink/ink479.xml"/><Relationship Id="rId47" Type="http://schemas.openxmlformats.org/officeDocument/2006/relationships/customXml" Target="../ink/ink338.xml"/><Relationship Id="rId68" Type="http://schemas.openxmlformats.org/officeDocument/2006/relationships/image" Target="../media/image344.png"/><Relationship Id="rId89" Type="http://schemas.openxmlformats.org/officeDocument/2006/relationships/customXml" Target="../ink/ink359.xml"/><Relationship Id="rId112" Type="http://schemas.openxmlformats.org/officeDocument/2006/relationships/image" Target="../media/image366.png"/><Relationship Id="rId133" Type="http://schemas.openxmlformats.org/officeDocument/2006/relationships/customXml" Target="../ink/ink381.xml"/><Relationship Id="rId154" Type="http://schemas.openxmlformats.org/officeDocument/2006/relationships/image" Target="../media/image387.png"/><Relationship Id="rId175" Type="http://schemas.openxmlformats.org/officeDocument/2006/relationships/customXml" Target="../ink/ink402.xml"/><Relationship Id="rId196" Type="http://schemas.openxmlformats.org/officeDocument/2006/relationships/image" Target="../media/image408.png"/><Relationship Id="rId200" Type="http://schemas.openxmlformats.org/officeDocument/2006/relationships/image" Target="../media/image410.png"/><Relationship Id="rId16" Type="http://schemas.openxmlformats.org/officeDocument/2006/relationships/image" Target="../media/image318.png"/><Relationship Id="rId221" Type="http://schemas.openxmlformats.org/officeDocument/2006/relationships/customXml" Target="../ink/ink425.xml"/><Relationship Id="rId242" Type="http://schemas.openxmlformats.org/officeDocument/2006/relationships/image" Target="../media/image431.png"/><Relationship Id="rId263" Type="http://schemas.openxmlformats.org/officeDocument/2006/relationships/customXml" Target="../ink/ink446.xml"/><Relationship Id="rId284" Type="http://schemas.openxmlformats.org/officeDocument/2006/relationships/image" Target="../media/image452.png"/><Relationship Id="rId319" Type="http://schemas.openxmlformats.org/officeDocument/2006/relationships/customXml" Target="../ink/ink474.xml"/><Relationship Id="rId37" Type="http://schemas.openxmlformats.org/officeDocument/2006/relationships/customXml" Target="../ink/ink333.xml"/><Relationship Id="rId58" Type="http://schemas.openxmlformats.org/officeDocument/2006/relationships/image" Target="../media/image339.png"/><Relationship Id="rId79" Type="http://schemas.openxmlformats.org/officeDocument/2006/relationships/customXml" Target="../ink/ink354.xml"/><Relationship Id="rId102" Type="http://schemas.openxmlformats.org/officeDocument/2006/relationships/image" Target="../media/image361.png"/><Relationship Id="rId123" Type="http://schemas.openxmlformats.org/officeDocument/2006/relationships/customXml" Target="../ink/ink376.xml"/><Relationship Id="rId144" Type="http://schemas.openxmlformats.org/officeDocument/2006/relationships/image" Target="../media/image382.png"/><Relationship Id="rId330" Type="http://schemas.openxmlformats.org/officeDocument/2006/relationships/image" Target="../media/image475.png"/><Relationship Id="rId90" Type="http://schemas.openxmlformats.org/officeDocument/2006/relationships/image" Target="../media/image355.png"/><Relationship Id="rId165" Type="http://schemas.openxmlformats.org/officeDocument/2006/relationships/customXml" Target="../ink/ink397.xml"/><Relationship Id="rId186" Type="http://schemas.openxmlformats.org/officeDocument/2006/relationships/image" Target="../media/image403.png"/><Relationship Id="rId211" Type="http://schemas.openxmlformats.org/officeDocument/2006/relationships/customXml" Target="../ink/ink420.xml"/><Relationship Id="rId232" Type="http://schemas.openxmlformats.org/officeDocument/2006/relationships/image" Target="../media/image426.png"/><Relationship Id="rId253" Type="http://schemas.openxmlformats.org/officeDocument/2006/relationships/customXml" Target="../ink/ink441.xml"/><Relationship Id="rId274" Type="http://schemas.openxmlformats.org/officeDocument/2006/relationships/image" Target="../media/image447.png"/><Relationship Id="rId295" Type="http://schemas.openxmlformats.org/officeDocument/2006/relationships/customXml" Target="../ink/ink462.xml"/><Relationship Id="rId309" Type="http://schemas.openxmlformats.org/officeDocument/2006/relationships/customXml" Target="../ink/ink469.xml"/><Relationship Id="rId27" Type="http://schemas.openxmlformats.org/officeDocument/2006/relationships/customXml" Target="../ink/ink328.xml"/><Relationship Id="rId48" Type="http://schemas.openxmlformats.org/officeDocument/2006/relationships/image" Target="../media/image334.png"/><Relationship Id="rId69" Type="http://schemas.openxmlformats.org/officeDocument/2006/relationships/customXml" Target="../ink/ink349.xml"/><Relationship Id="rId113" Type="http://schemas.openxmlformats.org/officeDocument/2006/relationships/customXml" Target="../ink/ink371.xml"/><Relationship Id="rId134" Type="http://schemas.openxmlformats.org/officeDocument/2006/relationships/image" Target="../media/image377.png"/><Relationship Id="rId320" Type="http://schemas.openxmlformats.org/officeDocument/2006/relationships/image" Target="../media/image470.png"/><Relationship Id="rId80" Type="http://schemas.openxmlformats.org/officeDocument/2006/relationships/image" Target="../media/image350.png"/><Relationship Id="rId155" Type="http://schemas.openxmlformats.org/officeDocument/2006/relationships/customXml" Target="../ink/ink392.xml"/><Relationship Id="rId176" Type="http://schemas.openxmlformats.org/officeDocument/2006/relationships/image" Target="../media/image398.png"/><Relationship Id="rId197" Type="http://schemas.openxmlformats.org/officeDocument/2006/relationships/customXml" Target="../ink/ink413.xml"/><Relationship Id="rId201" Type="http://schemas.openxmlformats.org/officeDocument/2006/relationships/customXml" Target="../ink/ink415.xml"/><Relationship Id="rId222" Type="http://schemas.openxmlformats.org/officeDocument/2006/relationships/image" Target="../media/image421.png"/><Relationship Id="rId243" Type="http://schemas.openxmlformats.org/officeDocument/2006/relationships/customXml" Target="../ink/ink436.xml"/><Relationship Id="rId264" Type="http://schemas.openxmlformats.org/officeDocument/2006/relationships/image" Target="../media/image442.png"/><Relationship Id="rId285" Type="http://schemas.openxmlformats.org/officeDocument/2006/relationships/customXml" Target="../ink/ink457.xml"/><Relationship Id="rId17" Type="http://schemas.openxmlformats.org/officeDocument/2006/relationships/customXml" Target="../ink/ink323.xml"/><Relationship Id="rId38" Type="http://schemas.openxmlformats.org/officeDocument/2006/relationships/image" Target="../media/image329.png"/><Relationship Id="rId59" Type="http://schemas.openxmlformats.org/officeDocument/2006/relationships/customXml" Target="../ink/ink344.xml"/><Relationship Id="rId103" Type="http://schemas.openxmlformats.org/officeDocument/2006/relationships/customXml" Target="../ink/ink366.xml"/><Relationship Id="rId124" Type="http://schemas.openxmlformats.org/officeDocument/2006/relationships/image" Target="../media/image372.png"/><Relationship Id="rId310" Type="http://schemas.openxmlformats.org/officeDocument/2006/relationships/image" Target="../media/image465.png"/><Relationship Id="rId70" Type="http://schemas.openxmlformats.org/officeDocument/2006/relationships/image" Target="../media/image345.png"/><Relationship Id="rId91" Type="http://schemas.openxmlformats.org/officeDocument/2006/relationships/customXml" Target="../ink/ink360.xml"/><Relationship Id="rId145" Type="http://schemas.openxmlformats.org/officeDocument/2006/relationships/customXml" Target="../ink/ink387.xml"/><Relationship Id="rId166" Type="http://schemas.openxmlformats.org/officeDocument/2006/relationships/image" Target="../media/image393.png"/><Relationship Id="rId187" Type="http://schemas.openxmlformats.org/officeDocument/2006/relationships/customXml" Target="../ink/ink408.xml"/><Relationship Id="rId331" Type="http://schemas.openxmlformats.org/officeDocument/2006/relationships/customXml" Target="../ink/ink480.xml"/><Relationship Id="rId1" Type="http://schemas.openxmlformats.org/officeDocument/2006/relationships/slideLayout" Target="../slideLayouts/slideLayout3.xml"/><Relationship Id="rId212" Type="http://schemas.openxmlformats.org/officeDocument/2006/relationships/image" Target="../media/image416.png"/><Relationship Id="rId233" Type="http://schemas.openxmlformats.org/officeDocument/2006/relationships/customXml" Target="../ink/ink431.xml"/><Relationship Id="rId254" Type="http://schemas.openxmlformats.org/officeDocument/2006/relationships/image" Target="../media/image437.png"/><Relationship Id="rId28" Type="http://schemas.openxmlformats.org/officeDocument/2006/relationships/image" Target="../media/image324.png"/><Relationship Id="rId49" Type="http://schemas.openxmlformats.org/officeDocument/2006/relationships/customXml" Target="../ink/ink339.xml"/><Relationship Id="rId114" Type="http://schemas.openxmlformats.org/officeDocument/2006/relationships/image" Target="../media/image367.png"/><Relationship Id="rId275" Type="http://schemas.openxmlformats.org/officeDocument/2006/relationships/customXml" Target="../ink/ink452.xml"/><Relationship Id="rId296" Type="http://schemas.openxmlformats.org/officeDocument/2006/relationships/image" Target="../media/image458.png"/><Relationship Id="rId300" Type="http://schemas.openxmlformats.org/officeDocument/2006/relationships/image" Target="../media/image460.png"/><Relationship Id="rId60" Type="http://schemas.openxmlformats.org/officeDocument/2006/relationships/image" Target="../media/image340.png"/><Relationship Id="rId81" Type="http://schemas.openxmlformats.org/officeDocument/2006/relationships/customXml" Target="../ink/ink355.xml"/><Relationship Id="rId135" Type="http://schemas.openxmlformats.org/officeDocument/2006/relationships/customXml" Target="../ink/ink382.xml"/><Relationship Id="rId156" Type="http://schemas.openxmlformats.org/officeDocument/2006/relationships/image" Target="../media/image388.png"/><Relationship Id="rId177" Type="http://schemas.openxmlformats.org/officeDocument/2006/relationships/customXml" Target="../ink/ink403.xml"/><Relationship Id="rId198" Type="http://schemas.openxmlformats.org/officeDocument/2006/relationships/image" Target="../media/image409.png"/><Relationship Id="rId321" Type="http://schemas.openxmlformats.org/officeDocument/2006/relationships/customXml" Target="../ink/ink475.xml"/><Relationship Id="rId202" Type="http://schemas.openxmlformats.org/officeDocument/2006/relationships/image" Target="../media/image411.png"/><Relationship Id="rId223" Type="http://schemas.openxmlformats.org/officeDocument/2006/relationships/customXml" Target="../ink/ink426.xml"/><Relationship Id="rId244" Type="http://schemas.openxmlformats.org/officeDocument/2006/relationships/image" Target="../media/image432.png"/><Relationship Id="rId18" Type="http://schemas.openxmlformats.org/officeDocument/2006/relationships/image" Target="../media/image319.png"/><Relationship Id="rId39" Type="http://schemas.openxmlformats.org/officeDocument/2006/relationships/customXml" Target="../ink/ink334.xml"/><Relationship Id="rId265" Type="http://schemas.openxmlformats.org/officeDocument/2006/relationships/customXml" Target="../ink/ink447.xml"/><Relationship Id="rId286" Type="http://schemas.openxmlformats.org/officeDocument/2006/relationships/image" Target="../media/image453.png"/><Relationship Id="rId50" Type="http://schemas.openxmlformats.org/officeDocument/2006/relationships/image" Target="../media/image335.png"/><Relationship Id="rId104" Type="http://schemas.openxmlformats.org/officeDocument/2006/relationships/image" Target="../media/image362.png"/><Relationship Id="rId125" Type="http://schemas.openxmlformats.org/officeDocument/2006/relationships/customXml" Target="../ink/ink377.xml"/><Relationship Id="rId146" Type="http://schemas.openxmlformats.org/officeDocument/2006/relationships/image" Target="../media/image383.png"/><Relationship Id="rId167" Type="http://schemas.openxmlformats.org/officeDocument/2006/relationships/customXml" Target="../ink/ink398.xml"/><Relationship Id="rId188" Type="http://schemas.openxmlformats.org/officeDocument/2006/relationships/image" Target="../media/image404.png"/><Relationship Id="rId311" Type="http://schemas.openxmlformats.org/officeDocument/2006/relationships/customXml" Target="../ink/ink470.xml"/><Relationship Id="rId332" Type="http://schemas.openxmlformats.org/officeDocument/2006/relationships/image" Target="../media/image476.png"/><Relationship Id="rId71" Type="http://schemas.openxmlformats.org/officeDocument/2006/relationships/customXml" Target="../ink/ink350.xml"/><Relationship Id="rId92" Type="http://schemas.openxmlformats.org/officeDocument/2006/relationships/image" Target="../media/image356.png"/><Relationship Id="rId213" Type="http://schemas.openxmlformats.org/officeDocument/2006/relationships/customXml" Target="../ink/ink421.xml"/><Relationship Id="rId234" Type="http://schemas.openxmlformats.org/officeDocument/2006/relationships/image" Target="../media/image427.png"/><Relationship Id="rId2" Type="http://schemas.openxmlformats.org/officeDocument/2006/relationships/notesSlide" Target="../notesSlides/notesSlide6.xml"/><Relationship Id="rId29" Type="http://schemas.openxmlformats.org/officeDocument/2006/relationships/customXml" Target="../ink/ink329.xml"/><Relationship Id="rId255" Type="http://schemas.openxmlformats.org/officeDocument/2006/relationships/customXml" Target="../ink/ink442.xml"/><Relationship Id="rId276" Type="http://schemas.openxmlformats.org/officeDocument/2006/relationships/image" Target="../media/image448.png"/><Relationship Id="rId297" Type="http://schemas.openxmlformats.org/officeDocument/2006/relationships/customXml" Target="../ink/ink463.xml"/><Relationship Id="rId40" Type="http://schemas.openxmlformats.org/officeDocument/2006/relationships/image" Target="../media/image330.png"/><Relationship Id="rId115" Type="http://schemas.openxmlformats.org/officeDocument/2006/relationships/customXml" Target="../ink/ink372.xml"/><Relationship Id="rId136" Type="http://schemas.openxmlformats.org/officeDocument/2006/relationships/image" Target="../media/image378.png"/><Relationship Id="rId157" Type="http://schemas.openxmlformats.org/officeDocument/2006/relationships/customXml" Target="../ink/ink393.xml"/><Relationship Id="rId178" Type="http://schemas.openxmlformats.org/officeDocument/2006/relationships/image" Target="../media/image399.png"/><Relationship Id="rId301" Type="http://schemas.openxmlformats.org/officeDocument/2006/relationships/customXml" Target="../ink/ink465.xml"/><Relationship Id="rId322" Type="http://schemas.openxmlformats.org/officeDocument/2006/relationships/image" Target="../media/image471.png"/><Relationship Id="rId61" Type="http://schemas.openxmlformats.org/officeDocument/2006/relationships/customXml" Target="../ink/ink345.xml"/><Relationship Id="rId82" Type="http://schemas.openxmlformats.org/officeDocument/2006/relationships/image" Target="../media/image351.png"/><Relationship Id="rId199" Type="http://schemas.openxmlformats.org/officeDocument/2006/relationships/customXml" Target="../ink/ink414.xml"/><Relationship Id="rId203" Type="http://schemas.openxmlformats.org/officeDocument/2006/relationships/customXml" Target="../ink/ink416.xml"/><Relationship Id="rId19" Type="http://schemas.openxmlformats.org/officeDocument/2006/relationships/customXml" Target="../ink/ink324.xml"/><Relationship Id="rId224" Type="http://schemas.openxmlformats.org/officeDocument/2006/relationships/image" Target="../media/image422.png"/><Relationship Id="rId245" Type="http://schemas.openxmlformats.org/officeDocument/2006/relationships/customXml" Target="../ink/ink437.xml"/><Relationship Id="rId266" Type="http://schemas.openxmlformats.org/officeDocument/2006/relationships/image" Target="../media/image443.png"/><Relationship Id="rId287" Type="http://schemas.openxmlformats.org/officeDocument/2006/relationships/customXml" Target="../ink/ink458.xml"/><Relationship Id="rId30" Type="http://schemas.openxmlformats.org/officeDocument/2006/relationships/image" Target="../media/image325.png"/><Relationship Id="rId105" Type="http://schemas.openxmlformats.org/officeDocument/2006/relationships/customXml" Target="../ink/ink367.xml"/><Relationship Id="rId126" Type="http://schemas.openxmlformats.org/officeDocument/2006/relationships/image" Target="../media/image373.png"/><Relationship Id="rId147" Type="http://schemas.openxmlformats.org/officeDocument/2006/relationships/customXml" Target="../ink/ink388.xml"/><Relationship Id="rId168" Type="http://schemas.openxmlformats.org/officeDocument/2006/relationships/image" Target="../media/image394.png"/><Relationship Id="rId312" Type="http://schemas.openxmlformats.org/officeDocument/2006/relationships/image" Target="../media/image466.png"/><Relationship Id="rId333" Type="http://schemas.openxmlformats.org/officeDocument/2006/relationships/customXml" Target="../ink/ink481.xml"/><Relationship Id="rId51" Type="http://schemas.openxmlformats.org/officeDocument/2006/relationships/customXml" Target="../ink/ink340.xml"/><Relationship Id="rId72" Type="http://schemas.openxmlformats.org/officeDocument/2006/relationships/image" Target="../media/image346.png"/><Relationship Id="rId93" Type="http://schemas.openxmlformats.org/officeDocument/2006/relationships/customXml" Target="../ink/ink361.xml"/><Relationship Id="rId189" Type="http://schemas.openxmlformats.org/officeDocument/2006/relationships/customXml" Target="../ink/ink409.xml"/><Relationship Id="rId3" Type="http://schemas.openxmlformats.org/officeDocument/2006/relationships/customXml" Target="../ink/ink316.xml"/><Relationship Id="rId214" Type="http://schemas.openxmlformats.org/officeDocument/2006/relationships/image" Target="../media/image417.png"/><Relationship Id="rId235" Type="http://schemas.openxmlformats.org/officeDocument/2006/relationships/customXml" Target="../ink/ink432.xml"/><Relationship Id="rId256" Type="http://schemas.openxmlformats.org/officeDocument/2006/relationships/image" Target="../media/image438.png"/><Relationship Id="rId277" Type="http://schemas.openxmlformats.org/officeDocument/2006/relationships/customXml" Target="../ink/ink453.xml"/><Relationship Id="rId298" Type="http://schemas.openxmlformats.org/officeDocument/2006/relationships/image" Target="../media/image459.png"/><Relationship Id="rId116" Type="http://schemas.openxmlformats.org/officeDocument/2006/relationships/image" Target="../media/image368.png"/><Relationship Id="rId137" Type="http://schemas.openxmlformats.org/officeDocument/2006/relationships/customXml" Target="../ink/ink383.xml"/><Relationship Id="rId158" Type="http://schemas.openxmlformats.org/officeDocument/2006/relationships/image" Target="../media/image389.png"/><Relationship Id="rId302" Type="http://schemas.openxmlformats.org/officeDocument/2006/relationships/image" Target="../media/image461.png"/><Relationship Id="rId323" Type="http://schemas.openxmlformats.org/officeDocument/2006/relationships/customXml" Target="../ink/ink476.xml"/><Relationship Id="rId20" Type="http://schemas.openxmlformats.org/officeDocument/2006/relationships/image" Target="../media/image320.png"/><Relationship Id="rId41" Type="http://schemas.openxmlformats.org/officeDocument/2006/relationships/customXml" Target="../ink/ink335.xml"/><Relationship Id="rId62" Type="http://schemas.openxmlformats.org/officeDocument/2006/relationships/image" Target="../media/image341.png"/><Relationship Id="rId83" Type="http://schemas.openxmlformats.org/officeDocument/2006/relationships/customXml" Target="../ink/ink356.xml"/><Relationship Id="rId179" Type="http://schemas.openxmlformats.org/officeDocument/2006/relationships/customXml" Target="../ink/ink404.xml"/><Relationship Id="rId190" Type="http://schemas.openxmlformats.org/officeDocument/2006/relationships/image" Target="../media/image405.png"/><Relationship Id="rId204" Type="http://schemas.openxmlformats.org/officeDocument/2006/relationships/image" Target="../media/image412.png"/><Relationship Id="rId225" Type="http://schemas.openxmlformats.org/officeDocument/2006/relationships/customXml" Target="../ink/ink427.xml"/><Relationship Id="rId246" Type="http://schemas.openxmlformats.org/officeDocument/2006/relationships/image" Target="../media/image433.png"/><Relationship Id="rId267" Type="http://schemas.openxmlformats.org/officeDocument/2006/relationships/customXml" Target="../ink/ink448.xml"/><Relationship Id="rId288" Type="http://schemas.openxmlformats.org/officeDocument/2006/relationships/image" Target="../media/image454.png"/><Relationship Id="rId106" Type="http://schemas.openxmlformats.org/officeDocument/2006/relationships/image" Target="../media/image363.png"/><Relationship Id="rId127" Type="http://schemas.openxmlformats.org/officeDocument/2006/relationships/customXml" Target="../ink/ink378.xml"/><Relationship Id="rId313" Type="http://schemas.openxmlformats.org/officeDocument/2006/relationships/customXml" Target="../ink/ink471.xml"/><Relationship Id="rId10" Type="http://schemas.openxmlformats.org/officeDocument/2006/relationships/image" Target="../media/image315.png"/><Relationship Id="rId31" Type="http://schemas.openxmlformats.org/officeDocument/2006/relationships/customXml" Target="../ink/ink330.xml"/><Relationship Id="rId52" Type="http://schemas.openxmlformats.org/officeDocument/2006/relationships/image" Target="../media/image336.png"/><Relationship Id="rId73" Type="http://schemas.openxmlformats.org/officeDocument/2006/relationships/customXml" Target="../ink/ink351.xml"/><Relationship Id="rId94" Type="http://schemas.openxmlformats.org/officeDocument/2006/relationships/image" Target="../media/image357.png"/><Relationship Id="rId148" Type="http://schemas.openxmlformats.org/officeDocument/2006/relationships/image" Target="../media/image384.png"/><Relationship Id="rId169" Type="http://schemas.openxmlformats.org/officeDocument/2006/relationships/customXml" Target="../ink/ink399.xml"/><Relationship Id="rId334" Type="http://schemas.openxmlformats.org/officeDocument/2006/relationships/image" Target="../media/image477.png"/><Relationship Id="rId4" Type="http://schemas.openxmlformats.org/officeDocument/2006/relationships/image" Target="../media/image312.png"/><Relationship Id="rId180" Type="http://schemas.openxmlformats.org/officeDocument/2006/relationships/image" Target="../media/image400.png"/><Relationship Id="rId215" Type="http://schemas.openxmlformats.org/officeDocument/2006/relationships/customXml" Target="../ink/ink422.xml"/><Relationship Id="rId236" Type="http://schemas.openxmlformats.org/officeDocument/2006/relationships/image" Target="../media/image428.png"/><Relationship Id="rId257" Type="http://schemas.openxmlformats.org/officeDocument/2006/relationships/customXml" Target="../ink/ink443.xml"/><Relationship Id="rId278" Type="http://schemas.openxmlformats.org/officeDocument/2006/relationships/image" Target="../media/image449.png"/><Relationship Id="rId303" Type="http://schemas.openxmlformats.org/officeDocument/2006/relationships/customXml" Target="../ink/ink466.xml"/><Relationship Id="rId42" Type="http://schemas.openxmlformats.org/officeDocument/2006/relationships/image" Target="../media/image331.png"/><Relationship Id="rId84" Type="http://schemas.openxmlformats.org/officeDocument/2006/relationships/image" Target="../media/image352.png"/><Relationship Id="rId138" Type="http://schemas.openxmlformats.org/officeDocument/2006/relationships/image" Target="../media/image379.png"/><Relationship Id="rId191" Type="http://schemas.openxmlformats.org/officeDocument/2006/relationships/customXml" Target="../ink/ink410.xml"/><Relationship Id="rId205" Type="http://schemas.openxmlformats.org/officeDocument/2006/relationships/customXml" Target="../ink/ink417.xml"/><Relationship Id="rId247" Type="http://schemas.openxmlformats.org/officeDocument/2006/relationships/customXml" Target="../ink/ink438.xml"/><Relationship Id="rId107" Type="http://schemas.openxmlformats.org/officeDocument/2006/relationships/customXml" Target="../ink/ink368.xml"/><Relationship Id="rId289" Type="http://schemas.openxmlformats.org/officeDocument/2006/relationships/customXml" Target="../ink/ink459.xml"/><Relationship Id="rId11" Type="http://schemas.openxmlformats.org/officeDocument/2006/relationships/customXml" Target="../ink/ink320.xml"/><Relationship Id="rId53" Type="http://schemas.openxmlformats.org/officeDocument/2006/relationships/customXml" Target="../ink/ink341.xml"/><Relationship Id="rId149" Type="http://schemas.openxmlformats.org/officeDocument/2006/relationships/customXml" Target="../ink/ink389.xml"/><Relationship Id="rId314" Type="http://schemas.openxmlformats.org/officeDocument/2006/relationships/image" Target="../media/image467.png"/><Relationship Id="rId95" Type="http://schemas.openxmlformats.org/officeDocument/2006/relationships/customXml" Target="../ink/ink362.xml"/><Relationship Id="rId160" Type="http://schemas.openxmlformats.org/officeDocument/2006/relationships/image" Target="../media/image390.png"/><Relationship Id="rId216" Type="http://schemas.openxmlformats.org/officeDocument/2006/relationships/image" Target="../media/image418.png"/><Relationship Id="rId258" Type="http://schemas.openxmlformats.org/officeDocument/2006/relationships/image" Target="../media/image439.png"/><Relationship Id="rId22" Type="http://schemas.openxmlformats.org/officeDocument/2006/relationships/image" Target="../media/image321.png"/><Relationship Id="rId64" Type="http://schemas.openxmlformats.org/officeDocument/2006/relationships/image" Target="../media/image342.png"/><Relationship Id="rId118" Type="http://schemas.openxmlformats.org/officeDocument/2006/relationships/image" Target="../media/image369.png"/><Relationship Id="rId325" Type="http://schemas.openxmlformats.org/officeDocument/2006/relationships/customXml" Target="../ink/ink477.xml"/><Relationship Id="rId171" Type="http://schemas.openxmlformats.org/officeDocument/2006/relationships/customXml" Target="../ink/ink400.xml"/><Relationship Id="rId227" Type="http://schemas.openxmlformats.org/officeDocument/2006/relationships/customXml" Target="../ink/ink428.xml"/><Relationship Id="rId269" Type="http://schemas.openxmlformats.org/officeDocument/2006/relationships/customXml" Target="../ink/ink449.xml"/><Relationship Id="rId33" Type="http://schemas.openxmlformats.org/officeDocument/2006/relationships/customXml" Target="../ink/ink331.xml"/><Relationship Id="rId129" Type="http://schemas.openxmlformats.org/officeDocument/2006/relationships/customXml" Target="../ink/ink379.xml"/><Relationship Id="rId280" Type="http://schemas.openxmlformats.org/officeDocument/2006/relationships/image" Target="../media/image450.png"/><Relationship Id="rId336" Type="http://schemas.openxmlformats.org/officeDocument/2006/relationships/image" Target="../media/image478.png"/><Relationship Id="rId75" Type="http://schemas.openxmlformats.org/officeDocument/2006/relationships/customXml" Target="../ink/ink352.xml"/><Relationship Id="rId140" Type="http://schemas.openxmlformats.org/officeDocument/2006/relationships/image" Target="../media/image380.png"/><Relationship Id="rId182" Type="http://schemas.openxmlformats.org/officeDocument/2006/relationships/image" Target="../media/image401.png"/><Relationship Id="rId6" Type="http://schemas.openxmlformats.org/officeDocument/2006/relationships/image" Target="../media/image313.png"/><Relationship Id="rId238" Type="http://schemas.openxmlformats.org/officeDocument/2006/relationships/image" Target="../media/image429.png"/><Relationship Id="rId291" Type="http://schemas.openxmlformats.org/officeDocument/2006/relationships/customXml" Target="../ink/ink460.xml"/><Relationship Id="rId305" Type="http://schemas.openxmlformats.org/officeDocument/2006/relationships/customXml" Target="../ink/ink467.xml"/><Relationship Id="rId44" Type="http://schemas.openxmlformats.org/officeDocument/2006/relationships/image" Target="../media/image332.png"/><Relationship Id="rId86" Type="http://schemas.openxmlformats.org/officeDocument/2006/relationships/image" Target="../media/image353.png"/><Relationship Id="rId151" Type="http://schemas.openxmlformats.org/officeDocument/2006/relationships/customXml" Target="../ink/ink390.xml"/><Relationship Id="rId193" Type="http://schemas.openxmlformats.org/officeDocument/2006/relationships/customXml" Target="../ink/ink411.xml"/><Relationship Id="rId207" Type="http://schemas.openxmlformats.org/officeDocument/2006/relationships/customXml" Target="../ink/ink418.xml"/><Relationship Id="rId249" Type="http://schemas.openxmlformats.org/officeDocument/2006/relationships/customXml" Target="../ink/ink439.xml"/><Relationship Id="rId13" Type="http://schemas.openxmlformats.org/officeDocument/2006/relationships/customXml" Target="../ink/ink321.xml"/><Relationship Id="rId109" Type="http://schemas.openxmlformats.org/officeDocument/2006/relationships/customXml" Target="../ink/ink369.xml"/><Relationship Id="rId260" Type="http://schemas.openxmlformats.org/officeDocument/2006/relationships/image" Target="../media/image440.png"/><Relationship Id="rId316" Type="http://schemas.openxmlformats.org/officeDocument/2006/relationships/image" Target="../media/image468.png"/><Relationship Id="rId55" Type="http://schemas.openxmlformats.org/officeDocument/2006/relationships/customXml" Target="../ink/ink342.xml"/><Relationship Id="rId97" Type="http://schemas.openxmlformats.org/officeDocument/2006/relationships/customXml" Target="../ink/ink363.xml"/><Relationship Id="rId120" Type="http://schemas.openxmlformats.org/officeDocument/2006/relationships/image" Target="../media/image370.png"/><Relationship Id="rId162" Type="http://schemas.openxmlformats.org/officeDocument/2006/relationships/image" Target="../media/image391.png"/><Relationship Id="rId218" Type="http://schemas.openxmlformats.org/officeDocument/2006/relationships/image" Target="../media/image419.png"/><Relationship Id="rId271" Type="http://schemas.openxmlformats.org/officeDocument/2006/relationships/customXml" Target="../ink/ink450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90.png"/><Relationship Id="rId21" Type="http://schemas.openxmlformats.org/officeDocument/2006/relationships/customXml" Target="../ink/ink492.xml"/><Relationship Id="rId42" Type="http://schemas.openxmlformats.org/officeDocument/2006/relationships/image" Target="../media/image498.png"/><Relationship Id="rId47" Type="http://schemas.openxmlformats.org/officeDocument/2006/relationships/customXml" Target="../ink/ink505.xml"/><Relationship Id="rId63" Type="http://schemas.openxmlformats.org/officeDocument/2006/relationships/customXml" Target="../ink/ink513.xml"/><Relationship Id="rId68" Type="http://schemas.openxmlformats.org/officeDocument/2006/relationships/image" Target="../media/image511.png"/><Relationship Id="rId84" Type="http://schemas.openxmlformats.org/officeDocument/2006/relationships/image" Target="../media/image519.png"/><Relationship Id="rId89" Type="http://schemas.openxmlformats.org/officeDocument/2006/relationships/customXml" Target="../ink/ink526.xml"/><Relationship Id="rId16" Type="http://schemas.openxmlformats.org/officeDocument/2006/relationships/image" Target="../media/image485.png"/><Relationship Id="rId107" Type="http://schemas.openxmlformats.org/officeDocument/2006/relationships/customXml" Target="../ink/ink535.xml"/><Relationship Id="rId11" Type="http://schemas.openxmlformats.org/officeDocument/2006/relationships/customXml" Target="../ink/ink487.xml"/><Relationship Id="rId32" Type="http://schemas.openxmlformats.org/officeDocument/2006/relationships/image" Target="../media/image493.png"/><Relationship Id="rId37" Type="http://schemas.openxmlformats.org/officeDocument/2006/relationships/customXml" Target="../ink/ink500.xml"/><Relationship Id="rId53" Type="http://schemas.openxmlformats.org/officeDocument/2006/relationships/customXml" Target="../ink/ink508.xml"/><Relationship Id="rId58" Type="http://schemas.openxmlformats.org/officeDocument/2006/relationships/image" Target="../media/image506.png"/><Relationship Id="rId74" Type="http://schemas.openxmlformats.org/officeDocument/2006/relationships/image" Target="../media/image514.png"/><Relationship Id="rId79" Type="http://schemas.openxmlformats.org/officeDocument/2006/relationships/customXml" Target="../ink/ink521.xml"/><Relationship Id="rId102" Type="http://schemas.openxmlformats.org/officeDocument/2006/relationships/image" Target="../media/image528.png"/><Relationship Id="rId5" Type="http://schemas.openxmlformats.org/officeDocument/2006/relationships/customXml" Target="../ink/ink484.xml"/><Relationship Id="rId90" Type="http://schemas.openxmlformats.org/officeDocument/2006/relationships/image" Target="../media/image522.png"/><Relationship Id="rId95" Type="http://schemas.openxmlformats.org/officeDocument/2006/relationships/customXml" Target="../ink/ink529.xml"/><Relationship Id="rId22" Type="http://schemas.openxmlformats.org/officeDocument/2006/relationships/image" Target="../media/image488.png"/><Relationship Id="rId27" Type="http://schemas.openxmlformats.org/officeDocument/2006/relationships/customXml" Target="../ink/ink495.xml"/><Relationship Id="rId43" Type="http://schemas.openxmlformats.org/officeDocument/2006/relationships/customXml" Target="../ink/ink503.xml"/><Relationship Id="rId48" Type="http://schemas.openxmlformats.org/officeDocument/2006/relationships/image" Target="../media/image501.png"/><Relationship Id="rId64" Type="http://schemas.openxmlformats.org/officeDocument/2006/relationships/image" Target="../media/image509.png"/><Relationship Id="rId69" Type="http://schemas.openxmlformats.org/officeDocument/2006/relationships/customXml" Target="../ink/ink516.xml"/><Relationship Id="rId80" Type="http://schemas.openxmlformats.org/officeDocument/2006/relationships/image" Target="../media/image517.png"/><Relationship Id="rId85" Type="http://schemas.openxmlformats.org/officeDocument/2006/relationships/customXml" Target="../ink/ink524.xml"/><Relationship Id="rId12" Type="http://schemas.openxmlformats.org/officeDocument/2006/relationships/image" Target="../media/image483.png"/><Relationship Id="rId17" Type="http://schemas.openxmlformats.org/officeDocument/2006/relationships/customXml" Target="../ink/ink490.xml"/><Relationship Id="rId33" Type="http://schemas.openxmlformats.org/officeDocument/2006/relationships/customXml" Target="../ink/ink498.xml"/><Relationship Id="rId38" Type="http://schemas.openxmlformats.org/officeDocument/2006/relationships/image" Target="../media/image496.png"/><Relationship Id="rId59" Type="http://schemas.openxmlformats.org/officeDocument/2006/relationships/customXml" Target="../ink/ink511.xml"/><Relationship Id="rId103" Type="http://schemas.openxmlformats.org/officeDocument/2006/relationships/customXml" Target="../ink/ink533.xml"/><Relationship Id="rId108" Type="http://schemas.openxmlformats.org/officeDocument/2006/relationships/image" Target="../media/image531.png"/><Relationship Id="rId54" Type="http://schemas.openxmlformats.org/officeDocument/2006/relationships/image" Target="../media/image504.png"/><Relationship Id="rId70" Type="http://schemas.openxmlformats.org/officeDocument/2006/relationships/image" Target="../media/image512.png"/><Relationship Id="rId75" Type="http://schemas.openxmlformats.org/officeDocument/2006/relationships/customXml" Target="../ink/ink519.xml"/><Relationship Id="rId91" Type="http://schemas.openxmlformats.org/officeDocument/2006/relationships/customXml" Target="../ink/ink527.xml"/><Relationship Id="rId96" Type="http://schemas.openxmlformats.org/officeDocument/2006/relationships/image" Target="../media/image52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80.png"/><Relationship Id="rId15" Type="http://schemas.openxmlformats.org/officeDocument/2006/relationships/customXml" Target="../ink/ink489.xml"/><Relationship Id="rId23" Type="http://schemas.openxmlformats.org/officeDocument/2006/relationships/customXml" Target="../ink/ink493.xml"/><Relationship Id="rId28" Type="http://schemas.openxmlformats.org/officeDocument/2006/relationships/image" Target="../media/image491.png"/><Relationship Id="rId36" Type="http://schemas.openxmlformats.org/officeDocument/2006/relationships/image" Target="../media/image495.png"/><Relationship Id="rId49" Type="http://schemas.openxmlformats.org/officeDocument/2006/relationships/customXml" Target="../ink/ink506.xml"/><Relationship Id="rId57" Type="http://schemas.openxmlformats.org/officeDocument/2006/relationships/customXml" Target="../ink/ink510.xml"/><Relationship Id="rId106" Type="http://schemas.openxmlformats.org/officeDocument/2006/relationships/image" Target="../media/image530.png"/><Relationship Id="rId10" Type="http://schemas.openxmlformats.org/officeDocument/2006/relationships/image" Target="../media/image482.png"/><Relationship Id="rId31" Type="http://schemas.openxmlformats.org/officeDocument/2006/relationships/customXml" Target="../ink/ink497.xml"/><Relationship Id="rId44" Type="http://schemas.openxmlformats.org/officeDocument/2006/relationships/image" Target="../media/image499.png"/><Relationship Id="rId52" Type="http://schemas.openxmlformats.org/officeDocument/2006/relationships/image" Target="../media/image503.png"/><Relationship Id="rId60" Type="http://schemas.openxmlformats.org/officeDocument/2006/relationships/image" Target="../media/image507.png"/><Relationship Id="rId65" Type="http://schemas.openxmlformats.org/officeDocument/2006/relationships/customXml" Target="../ink/ink514.xml"/><Relationship Id="rId73" Type="http://schemas.openxmlformats.org/officeDocument/2006/relationships/customXml" Target="../ink/ink518.xml"/><Relationship Id="rId78" Type="http://schemas.openxmlformats.org/officeDocument/2006/relationships/image" Target="../media/image516.png"/><Relationship Id="rId81" Type="http://schemas.openxmlformats.org/officeDocument/2006/relationships/customXml" Target="../ink/ink522.xml"/><Relationship Id="rId86" Type="http://schemas.openxmlformats.org/officeDocument/2006/relationships/image" Target="../media/image520.png"/><Relationship Id="rId94" Type="http://schemas.openxmlformats.org/officeDocument/2006/relationships/image" Target="../media/image524.png"/><Relationship Id="rId99" Type="http://schemas.openxmlformats.org/officeDocument/2006/relationships/customXml" Target="../ink/ink531.xml"/><Relationship Id="rId101" Type="http://schemas.openxmlformats.org/officeDocument/2006/relationships/customXml" Target="../ink/ink532.xml"/><Relationship Id="rId4" Type="http://schemas.openxmlformats.org/officeDocument/2006/relationships/image" Target="../media/image479.png"/><Relationship Id="rId9" Type="http://schemas.openxmlformats.org/officeDocument/2006/relationships/customXml" Target="../ink/ink486.xml"/><Relationship Id="rId13" Type="http://schemas.openxmlformats.org/officeDocument/2006/relationships/customXml" Target="../ink/ink488.xml"/><Relationship Id="rId18" Type="http://schemas.openxmlformats.org/officeDocument/2006/relationships/image" Target="../media/image486.png"/><Relationship Id="rId39" Type="http://schemas.openxmlformats.org/officeDocument/2006/relationships/customXml" Target="../ink/ink501.xml"/><Relationship Id="rId109" Type="http://schemas.openxmlformats.org/officeDocument/2006/relationships/customXml" Target="../ink/ink536.xml"/><Relationship Id="rId34" Type="http://schemas.openxmlformats.org/officeDocument/2006/relationships/image" Target="../media/image494.png"/><Relationship Id="rId50" Type="http://schemas.openxmlformats.org/officeDocument/2006/relationships/image" Target="../media/image502.png"/><Relationship Id="rId55" Type="http://schemas.openxmlformats.org/officeDocument/2006/relationships/customXml" Target="../ink/ink509.xml"/><Relationship Id="rId76" Type="http://schemas.openxmlformats.org/officeDocument/2006/relationships/image" Target="../media/image515.png"/><Relationship Id="rId97" Type="http://schemas.openxmlformats.org/officeDocument/2006/relationships/customXml" Target="../ink/ink530.xml"/><Relationship Id="rId104" Type="http://schemas.openxmlformats.org/officeDocument/2006/relationships/image" Target="../media/image529.png"/><Relationship Id="rId7" Type="http://schemas.openxmlformats.org/officeDocument/2006/relationships/customXml" Target="../ink/ink485.xml"/><Relationship Id="rId71" Type="http://schemas.openxmlformats.org/officeDocument/2006/relationships/customXml" Target="../ink/ink517.xml"/><Relationship Id="rId92" Type="http://schemas.openxmlformats.org/officeDocument/2006/relationships/image" Target="../media/image523.png"/><Relationship Id="rId2" Type="http://schemas.openxmlformats.org/officeDocument/2006/relationships/notesSlide" Target="../notesSlides/notesSlide7.xml"/><Relationship Id="rId29" Type="http://schemas.openxmlformats.org/officeDocument/2006/relationships/customXml" Target="../ink/ink496.xml"/><Relationship Id="rId24" Type="http://schemas.openxmlformats.org/officeDocument/2006/relationships/image" Target="../media/image489.png"/><Relationship Id="rId40" Type="http://schemas.openxmlformats.org/officeDocument/2006/relationships/image" Target="../media/image497.png"/><Relationship Id="rId45" Type="http://schemas.openxmlformats.org/officeDocument/2006/relationships/customXml" Target="../ink/ink504.xml"/><Relationship Id="rId66" Type="http://schemas.openxmlformats.org/officeDocument/2006/relationships/image" Target="../media/image510.png"/><Relationship Id="rId87" Type="http://schemas.openxmlformats.org/officeDocument/2006/relationships/customXml" Target="../ink/ink525.xml"/><Relationship Id="rId110" Type="http://schemas.openxmlformats.org/officeDocument/2006/relationships/image" Target="../media/image532.png"/><Relationship Id="rId61" Type="http://schemas.openxmlformats.org/officeDocument/2006/relationships/customXml" Target="../ink/ink512.xml"/><Relationship Id="rId82" Type="http://schemas.openxmlformats.org/officeDocument/2006/relationships/image" Target="../media/image518.png"/><Relationship Id="rId19" Type="http://schemas.openxmlformats.org/officeDocument/2006/relationships/customXml" Target="../ink/ink491.xml"/><Relationship Id="rId14" Type="http://schemas.openxmlformats.org/officeDocument/2006/relationships/image" Target="../media/image484.png"/><Relationship Id="rId30" Type="http://schemas.openxmlformats.org/officeDocument/2006/relationships/image" Target="../media/image492.png"/><Relationship Id="rId35" Type="http://schemas.openxmlformats.org/officeDocument/2006/relationships/customXml" Target="../ink/ink499.xml"/><Relationship Id="rId56" Type="http://schemas.openxmlformats.org/officeDocument/2006/relationships/image" Target="../media/image505.png"/><Relationship Id="rId77" Type="http://schemas.openxmlformats.org/officeDocument/2006/relationships/customXml" Target="../ink/ink520.xml"/><Relationship Id="rId100" Type="http://schemas.openxmlformats.org/officeDocument/2006/relationships/image" Target="../media/image527.png"/><Relationship Id="rId105" Type="http://schemas.openxmlformats.org/officeDocument/2006/relationships/customXml" Target="../ink/ink534.xml"/><Relationship Id="rId8" Type="http://schemas.openxmlformats.org/officeDocument/2006/relationships/image" Target="../media/image481.png"/><Relationship Id="rId51" Type="http://schemas.openxmlformats.org/officeDocument/2006/relationships/customXml" Target="../ink/ink507.xml"/><Relationship Id="rId72" Type="http://schemas.openxmlformats.org/officeDocument/2006/relationships/image" Target="../media/image513.png"/><Relationship Id="rId93" Type="http://schemas.openxmlformats.org/officeDocument/2006/relationships/customXml" Target="../ink/ink528.xml"/><Relationship Id="rId98" Type="http://schemas.openxmlformats.org/officeDocument/2006/relationships/image" Target="../media/image526.png"/><Relationship Id="rId3" Type="http://schemas.openxmlformats.org/officeDocument/2006/relationships/customXml" Target="../ink/ink483.xml"/><Relationship Id="rId25" Type="http://schemas.openxmlformats.org/officeDocument/2006/relationships/customXml" Target="../ink/ink494.xml"/><Relationship Id="rId46" Type="http://schemas.openxmlformats.org/officeDocument/2006/relationships/image" Target="../media/image500.png"/><Relationship Id="rId67" Type="http://schemas.openxmlformats.org/officeDocument/2006/relationships/customXml" Target="../ink/ink515.xml"/><Relationship Id="rId20" Type="http://schemas.openxmlformats.org/officeDocument/2006/relationships/image" Target="../media/image487.png"/><Relationship Id="rId41" Type="http://schemas.openxmlformats.org/officeDocument/2006/relationships/customXml" Target="../ink/ink502.xml"/><Relationship Id="rId62" Type="http://schemas.openxmlformats.org/officeDocument/2006/relationships/image" Target="../media/image508.png"/><Relationship Id="rId83" Type="http://schemas.openxmlformats.org/officeDocument/2006/relationships/customXml" Target="../ink/ink523.xml"/><Relationship Id="rId88" Type="http://schemas.openxmlformats.org/officeDocument/2006/relationships/image" Target="../media/image5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44.png"/><Relationship Id="rId21" Type="http://schemas.openxmlformats.org/officeDocument/2006/relationships/customXml" Target="../ink/ink546.xml"/><Relationship Id="rId42" Type="http://schemas.openxmlformats.org/officeDocument/2006/relationships/image" Target="../media/image552.png"/><Relationship Id="rId47" Type="http://schemas.openxmlformats.org/officeDocument/2006/relationships/customXml" Target="../ink/ink559.xml"/><Relationship Id="rId63" Type="http://schemas.openxmlformats.org/officeDocument/2006/relationships/customXml" Target="../ink/ink567.xml"/><Relationship Id="rId68" Type="http://schemas.openxmlformats.org/officeDocument/2006/relationships/image" Target="../media/image565.png"/><Relationship Id="rId84" Type="http://schemas.openxmlformats.org/officeDocument/2006/relationships/image" Target="../media/image573.png"/><Relationship Id="rId16" Type="http://schemas.openxmlformats.org/officeDocument/2006/relationships/image" Target="../media/image539.png"/><Relationship Id="rId11" Type="http://schemas.openxmlformats.org/officeDocument/2006/relationships/customXml" Target="../ink/ink541.xml"/><Relationship Id="rId32" Type="http://schemas.openxmlformats.org/officeDocument/2006/relationships/image" Target="../media/image547.png"/><Relationship Id="rId37" Type="http://schemas.openxmlformats.org/officeDocument/2006/relationships/customXml" Target="../ink/ink554.xml"/><Relationship Id="rId53" Type="http://schemas.openxmlformats.org/officeDocument/2006/relationships/customXml" Target="../ink/ink562.xml"/><Relationship Id="rId58" Type="http://schemas.openxmlformats.org/officeDocument/2006/relationships/image" Target="../media/image560.png"/><Relationship Id="rId74" Type="http://schemas.openxmlformats.org/officeDocument/2006/relationships/image" Target="../media/image568.png"/><Relationship Id="rId79" Type="http://schemas.openxmlformats.org/officeDocument/2006/relationships/customXml" Target="../ink/ink575.xml"/><Relationship Id="rId5" Type="http://schemas.openxmlformats.org/officeDocument/2006/relationships/customXml" Target="../ink/ink538.xml"/><Relationship Id="rId19" Type="http://schemas.openxmlformats.org/officeDocument/2006/relationships/customXml" Target="../ink/ink545.xml"/><Relationship Id="rId14" Type="http://schemas.openxmlformats.org/officeDocument/2006/relationships/image" Target="../media/image538.png"/><Relationship Id="rId22" Type="http://schemas.openxmlformats.org/officeDocument/2006/relationships/image" Target="../media/image542.png"/><Relationship Id="rId27" Type="http://schemas.openxmlformats.org/officeDocument/2006/relationships/customXml" Target="../ink/ink549.xml"/><Relationship Id="rId30" Type="http://schemas.openxmlformats.org/officeDocument/2006/relationships/image" Target="../media/image546.png"/><Relationship Id="rId35" Type="http://schemas.openxmlformats.org/officeDocument/2006/relationships/customXml" Target="../ink/ink553.xml"/><Relationship Id="rId43" Type="http://schemas.openxmlformats.org/officeDocument/2006/relationships/customXml" Target="../ink/ink557.xml"/><Relationship Id="rId48" Type="http://schemas.openxmlformats.org/officeDocument/2006/relationships/image" Target="../media/image555.png"/><Relationship Id="rId56" Type="http://schemas.openxmlformats.org/officeDocument/2006/relationships/image" Target="../media/image559.png"/><Relationship Id="rId64" Type="http://schemas.openxmlformats.org/officeDocument/2006/relationships/image" Target="../media/image563.png"/><Relationship Id="rId69" Type="http://schemas.openxmlformats.org/officeDocument/2006/relationships/customXml" Target="../ink/ink570.xml"/><Relationship Id="rId77" Type="http://schemas.openxmlformats.org/officeDocument/2006/relationships/customXml" Target="../ink/ink574.xml"/><Relationship Id="rId8" Type="http://schemas.openxmlformats.org/officeDocument/2006/relationships/image" Target="../media/image535.png"/><Relationship Id="rId51" Type="http://schemas.openxmlformats.org/officeDocument/2006/relationships/customXml" Target="../ink/ink561.xml"/><Relationship Id="rId72" Type="http://schemas.openxmlformats.org/officeDocument/2006/relationships/image" Target="../media/image567.png"/><Relationship Id="rId80" Type="http://schemas.openxmlformats.org/officeDocument/2006/relationships/image" Target="../media/image571.png"/><Relationship Id="rId85" Type="http://schemas.openxmlformats.org/officeDocument/2006/relationships/customXml" Target="../ink/ink578.xml"/><Relationship Id="rId3" Type="http://schemas.openxmlformats.org/officeDocument/2006/relationships/customXml" Target="../ink/ink537.xml"/><Relationship Id="rId12" Type="http://schemas.openxmlformats.org/officeDocument/2006/relationships/image" Target="../media/image537.png"/><Relationship Id="rId17" Type="http://schemas.openxmlformats.org/officeDocument/2006/relationships/customXml" Target="../ink/ink544.xml"/><Relationship Id="rId25" Type="http://schemas.openxmlformats.org/officeDocument/2006/relationships/customXml" Target="../ink/ink548.xml"/><Relationship Id="rId33" Type="http://schemas.openxmlformats.org/officeDocument/2006/relationships/customXml" Target="../ink/ink552.xml"/><Relationship Id="rId38" Type="http://schemas.openxmlformats.org/officeDocument/2006/relationships/image" Target="../media/image550.png"/><Relationship Id="rId46" Type="http://schemas.openxmlformats.org/officeDocument/2006/relationships/image" Target="../media/image554.png"/><Relationship Id="rId59" Type="http://schemas.openxmlformats.org/officeDocument/2006/relationships/customXml" Target="../ink/ink565.xml"/><Relationship Id="rId67" Type="http://schemas.openxmlformats.org/officeDocument/2006/relationships/customXml" Target="../ink/ink569.xml"/><Relationship Id="rId20" Type="http://schemas.openxmlformats.org/officeDocument/2006/relationships/image" Target="../media/image541.png"/><Relationship Id="rId41" Type="http://schemas.openxmlformats.org/officeDocument/2006/relationships/customXml" Target="../ink/ink556.xml"/><Relationship Id="rId54" Type="http://schemas.openxmlformats.org/officeDocument/2006/relationships/image" Target="../media/image558.png"/><Relationship Id="rId62" Type="http://schemas.openxmlformats.org/officeDocument/2006/relationships/image" Target="../media/image562.png"/><Relationship Id="rId70" Type="http://schemas.openxmlformats.org/officeDocument/2006/relationships/image" Target="../media/image566.png"/><Relationship Id="rId75" Type="http://schemas.openxmlformats.org/officeDocument/2006/relationships/customXml" Target="../ink/ink573.xml"/><Relationship Id="rId83" Type="http://schemas.openxmlformats.org/officeDocument/2006/relationships/customXml" Target="../ink/ink57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34.png"/><Relationship Id="rId15" Type="http://schemas.openxmlformats.org/officeDocument/2006/relationships/customXml" Target="../ink/ink543.xml"/><Relationship Id="rId23" Type="http://schemas.openxmlformats.org/officeDocument/2006/relationships/customXml" Target="../ink/ink547.xml"/><Relationship Id="rId28" Type="http://schemas.openxmlformats.org/officeDocument/2006/relationships/image" Target="../media/image545.png"/><Relationship Id="rId36" Type="http://schemas.openxmlformats.org/officeDocument/2006/relationships/image" Target="../media/image549.png"/><Relationship Id="rId49" Type="http://schemas.openxmlformats.org/officeDocument/2006/relationships/customXml" Target="../ink/ink560.xml"/><Relationship Id="rId57" Type="http://schemas.openxmlformats.org/officeDocument/2006/relationships/customXml" Target="../ink/ink564.xml"/><Relationship Id="rId10" Type="http://schemas.openxmlformats.org/officeDocument/2006/relationships/image" Target="../media/image536.png"/><Relationship Id="rId31" Type="http://schemas.openxmlformats.org/officeDocument/2006/relationships/customXml" Target="../ink/ink551.xml"/><Relationship Id="rId44" Type="http://schemas.openxmlformats.org/officeDocument/2006/relationships/image" Target="../media/image553.png"/><Relationship Id="rId52" Type="http://schemas.openxmlformats.org/officeDocument/2006/relationships/image" Target="../media/image557.png"/><Relationship Id="rId60" Type="http://schemas.openxmlformats.org/officeDocument/2006/relationships/image" Target="../media/image561.png"/><Relationship Id="rId65" Type="http://schemas.openxmlformats.org/officeDocument/2006/relationships/customXml" Target="../ink/ink568.xml"/><Relationship Id="rId73" Type="http://schemas.openxmlformats.org/officeDocument/2006/relationships/customXml" Target="../ink/ink572.xml"/><Relationship Id="rId78" Type="http://schemas.openxmlformats.org/officeDocument/2006/relationships/image" Target="../media/image570.png"/><Relationship Id="rId81" Type="http://schemas.openxmlformats.org/officeDocument/2006/relationships/customXml" Target="../ink/ink576.xml"/><Relationship Id="rId86" Type="http://schemas.openxmlformats.org/officeDocument/2006/relationships/image" Target="../media/image574.png"/><Relationship Id="rId4" Type="http://schemas.openxmlformats.org/officeDocument/2006/relationships/image" Target="../media/image533.png"/><Relationship Id="rId9" Type="http://schemas.openxmlformats.org/officeDocument/2006/relationships/customXml" Target="../ink/ink540.xml"/><Relationship Id="rId13" Type="http://schemas.openxmlformats.org/officeDocument/2006/relationships/customXml" Target="../ink/ink542.xml"/><Relationship Id="rId18" Type="http://schemas.openxmlformats.org/officeDocument/2006/relationships/image" Target="../media/image540.png"/><Relationship Id="rId39" Type="http://schemas.openxmlformats.org/officeDocument/2006/relationships/customXml" Target="../ink/ink555.xml"/><Relationship Id="rId34" Type="http://schemas.openxmlformats.org/officeDocument/2006/relationships/image" Target="../media/image548.png"/><Relationship Id="rId50" Type="http://schemas.openxmlformats.org/officeDocument/2006/relationships/image" Target="../media/image556.png"/><Relationship Id="rId55" Type="http://schemas.openxmlformats.org/officeDocument/2006/relationships/customXml" Target="../ink/ink563.xml"/><Relationship Id="rId76" Type="http://schemas.openxmlformats.org/officeDocument/2006/relationships/image" Target="../media/image569.png"/><Relationship Id="rId7" Type="http://schemas.openxmlformats.org/officeDocument/2006/relationships/customXml" Target="../ink/ink539.xml"/><Relationship Id="rId71" Type="http://schemas.openxmlformats.org/officeDocument/2006/relationships/customXml" Target="../ink/ink571.xml"/><Relationship Id="rId2" Type="http://schemas.openxmlformats.org/officeDocument/2006/relationships/notesSlide" Target="../notesSlides/notesSlide10.xml"/><Relationship Id="rId29" Type="http://schemas.openxmlformats.org/officeDocument/2006/relationships/customXml" Target="../ink/ink550.xml"/><Relationship Id="rId24" Type="http://schemas.openxmlformats.org/officeDocument/2006/relationships/image" Target="../media/image543.png"/><Relationship Id="rId40" Type="http://schemas.openxmlformats.org/officeDocument/2006/relationships/image" Target="../media/image551.png"/><Relationship Id="rId45" Type="http://schemas.openxmlformats.org/officeDocument/2006/relationships/customXml" Target="../ink/ink558.xml"/><Relationship Id="rId66" Type="http://schemas.openxmlformats.org/officeDocument/2006/relationships/image" Target="../media/image564.png"/><Relationship Id="rId61" Type="http://schemas.openxmlformats.org/officeDocument/2006/relationships/customXml" Target="../ink/ink566.xml"/><Relationship Id="rId82" Type="http://schemas.openxmlformats.org/officeDocument/2006/relationships/image" Target="../media/image57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5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5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76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4;p13">
            <a:extLst>
              <a:ext uri="{FF2B5EF4-FFF2-40B4-BE49-F238E27FC236}">
                <a16:creationId xmlns:a16="http://schemas.microsoft.com/office/drawing/2014/main" id="{583644C7-D4DF-543E-6801-D112434A16B3}"/>
              </a:ext>
            </a:extLst>
          </p:cNvPr>
          <p:cNvSpPr txBox="1">
            <a:spLocks/>
          </p:cNvSpPr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GB" dirty="0">
                <a:solidFill>
                  <a:srgbClr val="FF0000"/>
                </a:solidFill>
              </a:rPr>
              <a:t>Classification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Machine Learning</a:t>
            </a:r>
          </a:p>
        </p:txBody>
      </p:sp>
      <p:sp>
        <p:nvSpPr>
          <p:cNvPr id="3" name="Google Shape;55;p13">
            <a:extLst>
              <a:ext uri="{FF2B5EF4-FFF2-40B4-BE49-F238E27FC236}">
                <a16:creationId xmlns:a16="http://schemas.microsoft.com/office/drawing/2014/main" id="{931FCB0E-A5A6-B716-2963-FEF651776A9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Science at Zindua School | By Chris Aloo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D8F52D25-38D8-2A86-85C8-0846A3BDF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BEF3944A-EAD5-EE28-C376-A58B05C4B2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Classification Intuition</a:t>
            </a: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D47DB140-3CE5-A333-2682-DAE22A2876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34392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67AC7F20-4DC8-D0C6-46AE-C8203F300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148D7E4A-2145-C727-1D53-70A46234E34F}"/>
              </a:ext>
            </a:extLst>
          </p:cNvPr>
          <p:cNvGrpSpPr/>
          <p:nvPr/>
        </p:nvGrpSpPr>
        <p:grpSpPr>
          <a:xfrm>
            <a:off x="920596" y="430522"/>
            <a:ext cx="7862760" cy="3081960"/>
            <a:chOff x="920596" y="430522"/>
            <a:chExt cx="7862760" cy="308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F4F1972-DDC5-61A8-5082-A60D1681ABCC}"/>
                    </a:ext>
                  </a:extLst>
                </p14:cNvPr>
                <p14:cNvContentPartPr/>
                <p14:nvPr/>
              </p14:nvContentPartPr>
              <p14:xfrm>
                <a:off x="1153156" y="1020922"/>
                <a:ext cx="30600" cy="740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F4F1972-DDC5-61A8-5082-A60D1681ABC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44156" y="1011922"/>
                  <a:ext cx="48240" cy="75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04C71B4-F855-F213-DB07-F7F19D5B2B90}"/>
                    </a:ext>
                  </a:extLst>
                </p14:cNvPr>
                <p14:cNvContentPartPr/>
                <p14:nvPr/>
              </p14:nvContentPartPr>
              <p14:xfrm>
                <a:off x="920596" y="803842"/>
                <a:ext cx="1116360" cy="882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04C71B4-F855-F213-DB07-F7F19D5B2B9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11596" y="794842"/>
                  <a:ext cx="1134000" cy="90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7E1DA1E-C2A9-6C3B-0D21-67A90B9F65DF}"/>
                    </a:ext>
                  </a:extLst>
                </p14:cNvPr>
                <p14:cNvContentPartPr/>
                <p14:nvPr/>
              </p14:nvContentPartPr>
              <p14:xfrm>
                <a:off x="1212556" y="1381282"/>
                <a:ext cx="369720" cy="519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7E1DA1E-C2A9-6C3B-0D21-67A90B9F65D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03556" y="1372642"/>
                  <a:ext cx="38736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E0EB34C-384E-F69D-40E0-BE8F3AB5DAC2}"/>
                    </a:ext>
                  </a:extLst>
                </p14:cNvPr>
                <p14:cNvContentPartPr/>
                <p14:nvPr/>
              </p14:nvContentPartPr>
              <p14:xfrm>
                <a:off x="1917076" y="1457242"/>
                <a:ext cx="236160" cy="2185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E0EB34C-384E-F69D-40E0-BE8F3AB5DAC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08436" y="1448602"/>
                  <a:ext cx="2538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D7F81E-90BA-428B-3C2B-85EE3499DD89}"/>
                    </a:ext>
                  </a:extLst>
                </p14:cNvPr>
                <p14:cNvContentPartPr/>
                <p14:nvPr/>
              </p14:nvContentPartPr>
              <p14:xfrm>
                <a:off x="2250796" y="1374442"/>
                <a:ext cx="466560" cy="361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D7F81E-90BA-428B-3C2B-85EE3499DD8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242156" y="1365802"/>
                  <a:ext cx="48420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0B7AE5C-6393-A174-ADE0-47987FFD1C29}"/>
                    </a:ext>
                  </a:extLst>
                </p14:cNvPr>
                <p14:cNvContentPartPr/>
                <p14:nvPr/>
              </p14:nvContentPartPr>
              <p14:xfrm>
                <a:off x="2979796" y="1096522"/>
                <a:ext cx="19080" cy="379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0B7AE5C-6393-A174-ADE0-47987FFD1C2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971156" y="1087522"/>
                  <a:ext cx="367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49C6607-D98F-7835-F957-E3E74F6FA16B}"/>
                    </a:ext>
                  </a:extLst>
                </p14:cNvPr>
                <p14:cNvContentPartPr/>
                <p14:nvPr/>
              </p14:nvContentPartPr>
              <p14:xfrm>
                <a:off x="3817876" y="1064842"/>
                <a:ext cx="360" cy="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49C6607-D98F-7835-F957-E3E74F6FA16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808876" y="105620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470756D-953C-BD9B-9936-43D806E3320A}"/>
                    </a:ext>
                  </a:extLst>
                </p14:cNvPr>
                <p14:cNvContentPartPr/>
                <p14:nvPr/>
              </p14:nvContentPartPr>
              <p14:xfrm>
                <a:off x="3581716" y="1648402"/>
                <a:ext cx="79920" cy="25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470756D-953C-BD9B-9936-43D806E3320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573076" y="1639762"/>
                  <a:ext cx="975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9314F87-6ACC-A2B4-4702-4B9170E3B0FE}"/>
                    </a:ext>
                  </a:extLst>
                </p14:cNvPr>
                <p14:cNvContentPartPr/>
                <p14:nvPr/>
              </p14:nvContentPartPr>
              <p14:xfrm>
                <a:off x="4295956" y="850642"/>
                <a:ext cx="429840" cy="723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9314F87-6ACC-A2B4-4702-4B9170E3B0F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287316" y="841642"/>
                  <a:ext cx="447480" cy="74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826604D-0D19-714B-0642-C9FA5B5DDF21}"/>
                    </a:ext>
                  </a:extLst>
                </p14:cNvPr>
                <p14:cNvContentPartPr/>
                <p14:nvPr/>
              </p14:nvContentPartPr>
              <p14:xfrm>
                <a:off x="4860436" y="430522"/>
                <a:ext cx="557280" cy="1133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826604D-0D19-714B-0642-C9FA5B5DDF2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851796" y="421882"/>
                  <a:ext cx="574920" cy="11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B7C3394-9336-98B4-218B-8FBA227AE442}"/>
                    </a:ext>
                  </a:extLst>
                </p14:cNvPr>
                <p14:cNvContentPartPr/>
                <p14:nvPr/>
              </p14:nvContentPartPr>
              <p14:xfrm>
                <a:off x="5528236" y="863602"/>
                <a:ext cx="673920" cy="5101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B7C3394-9336-98B4-218B-8FBA227AE44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519236" y="854602"/>
                  <a:ext cx="691560" cy="52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46204F3-64CC-3D59-B0EB-9EF0D136D7FC}"/>
                    </a:ext>
                  </a:extLst>
                </p14:cNvPr>
                <p14:cNvContentPartPr/>
                <p14:nvPr/>
              </p14:nvContentPartPr>
              <p14:xfrm>
                <a:off x="1166476" y="2401882"/>
                <a:ext cx="569160" cy="739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46204F3-64CC-3D59-B0EB-9EF0D136D7F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57836" y="2393242"/>
                  <a:ext cx="586800" cy="75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65D6F5D-9B62-5FC4-7C02-D64436552E8B}"/>
                    </a:ext>
                  </a:extLst>
                </p14:cNvPr>
                <p14:cNvContentPartPr/>
                <p14:nvPr/>
              </p14:nvContentPartPr>
              <p14:xfrm>
                <a:off x="1786396" y="2624002"/>
                <a:ext cx="293040" cy="378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65D6F5D-9B62-5FC4-7C02-D64436552E8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777756" y="2615002"/>
                  <a:ext cx="31068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2E03C5F-F41A-13F2-5A4C-94E26E92D3B0}"/>
                    </a:ext>
                  </a:extLst>
                </p14:cNvPr>
                <p14:cNvContentPartPr/>
                <p14:nvPr/>
              </p14:nvContentPartPr>
              <p14:xfrm>
                <a:off x="2211916" y="2612842"/>
                <a:ext cx="392400" cy="8996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2E03C5F-F41A-13F2-5A4C-94E26E92D3B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202916" y="2603842"/>
                  <a:ext cx="410040" cy="9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2C21F85-C3F1-E844-CFBA-FF900C64D95A}"/>
                    </a:ext>
                  </a:extLst>
                </p14:cNvPr>
                <p14:cNvContentPartPr/>
                <p14:nvPr/>
              </p14:nvContentPartPr>
              <p14:xfrm>
                <a:off x="2750476" y="2565322"/>
                <a:ext cx="225720" cy="303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2C21F85-C3F1-E844-CFBA-FF900C64D95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741476" y="2556682"/>
                  <a:ext cx="24336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C391545-51E8-566B-5D71-CD29E457C57F}"/>
                    </a:ext>
                  </a:extLst>
                </p14:cNvPr>
                <p14:cNvContentPartPr/>
                <p14:nvPr/>
              </p14:nvContentPartPr>
              <p14:xfrm>
                <a:off x="3260956" y="2487922"/>
                <a:ext cx="315360" cy="419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C391545-51E8-566B-5D71-CD29E457C57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252316" y="2478922"/>
                  <a:ext cx="33300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C592355-8EFC-BF93-1D81-17A33E1E2497}"/>
                    </a:ext>
                  </a:extLst>
                </p14:cNvPr>
                <p14:cNvContentPartPr/>
                <p14:nvPr/>
              </p14:nvContentPartPr>
              <p14:xfrm>
                <a:off x="3692956" y="2412682"/>
                <a:ext cx="570240" cy="597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C592355-8EFC-BF93-1D81-17A33E1E249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684316" y="2404042"/>
                  <a:ext cx="58788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B5EA47F-44DC-A4C8-5D75-2C66908694EA}"/>
                    </a:ext>
                  </a:extLst>
                </p14:cNvPr>
                <p14:cNvContentPartPr/>
                <p14:nvPr/>
              </p14:nvContentPartPr>
              <p14:xfrm>
                <a:off x="4182556" y="2392522"/>
                <a:ext cx="380880" cy="554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B5EA47F-44DC-A4C8-5D75-2C66908694E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173916" y="2383882"/>
                  <a:ext cx="398520" cy="57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D65EB79-679B-E329-67EF-FD8C0C95EF93}"/>
                    </a:ext>
                  </a:extLst>
                </p14:cNvPr>
                <p14:cNvContentPartPr/>
                <p14:nvPr/>
              </p14:nvContentPartPr>
              <p14:xfrm>
                <a:off x="4767556" y="2604562"/>
                <a:ext cx="8640" cy="223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D65EB79-679B-E329-67EF-FD8C0C95EF9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758556" y="2595922"/>
                  <a:ext cx="262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41C90EB-4B0D-88C2-A38D-7E1E4636DAA0}"/>
                    </a:ext>
                  </a:extLst>
                </p14:cNvPr>
                <p14:cNvContentPartPr/>
                <p14:nvPr/>
              </p14:nvContentPartPr>
              <p14:xfrm>
                <a:off x="4729756" y="2249242"/>
                <a:ext cx="24840" cy="6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41C90EB-4B0D-88C2-A38D-7E1E4636DAA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721116" y="2240242"/>
                  <a:ext cx="424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A5BE9FB-624F-5A1F-BA26-3AA554D686AF}"/>
                    </a:ext>
                  </a:extLst>
                </p14:cNvPr>
                <p14:cNvContentPartPr/>
                <p14:nvPr/>
              </p14:nvContentPartPr>
              <p14:xfrm>
                <a:off x="4989316" y="2449762"/>
                <a:ext cx="329400" cy="353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A5BE9FB-624F-5A1F-BA26-3AA554D686A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980316" y="2441122"/>
                  <a:ext cx="34704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A98F280-C82E-F56A-22DB-96F16EAEDE5E}"/>
                    </a:ext>
                  </a:extLst>
                </p14:cNvPr>
                <p14:cNvContentPartPr/>
                <p14:nvPr/>
              </p14:nvContentPartPr>
              <p14:xfrm>
                <a:off x="5493316" y="2377402"/>
                <a:ext cx="282600" cy="333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A98F280-C82E-F56A-22DB-96F16EAEDE5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484676" y="2368762"/>
                  <a:ext cx="3002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AFB0DE3-07BD-D7CE-1E64-807C2BA7ABB7}"/>
                    </a:ext>
                  </a:extLst>
                </p14:cNvPr>
                <p14:cNvContentPartPr/>
                <p14:nvPr/>
              </p14:nvContentPartPr>
              <p14:xfrm>
                <a:off x="6156436" y="2316922"/>
                <a:ext cx="429120" cy="85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AFB0DE3-07BD-D7CE-1E64-807C2BA7ABB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147436" y="2307922"/>
                  <a:ext cx="4467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2AE88DE-4253-0B7E-D5D9-37F83BE035D5}"/>
                    </a:ext>
                  </a:extLst>
                </p14:cNvPr>
                <p14:cNvContentPartPr/>
                <p14:nvPr/>
              </p14:nvContentPartPr>
              <p14:xfrm>
                <a:off x="6109276" y="2764042"/>
                <a:ext cx="309240" cy="132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2AE88DE-4253-0B7E-D5D9-37F83BE035D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100276" y="2755402"/>
                  <a:ext cx="3268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14A388A-5459-EEF7-9E06-59AFAA3E676F}"/>
                    </a:ext>
                  </a:extLst>
                </p14:cNvPr>
                <p14:cNvContentPartPr/>
                <p14:nvPr/>
              </p14:nvContentPartPr>
              <p14:xfrm>
                <a:off x="6813436" y="1780162"/>
                <a:ext cx="423360" cy="1168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14A388A-5459-EEF7-9E06-59AFAA3E676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804436" y="1771522"/>
                  <a:ext cx="441000" cy="11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E9F74E8-95EA-9BC5-F365-6D2DC0F8B5A0}"/>
                    </a:ext>
                  </a:extLst>
                </p14:cNvPr>
                <p14:cNvContentPartPr/>
                <p14:nvPr/>
              </p14:nvContentPartPr>
              <p14:xfrm>
                <a:off x="7504996" y="2456602"/>
                <a:ext cx="360" cy="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E9F74E8-95EA-9BC5-F365-6D2DC0F8B5A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495996" y="244796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73FEDA4-605E-AD99-F88D-F327662CB241}"/>
                    </a:ext>
                  </a:extLst>
                </p14:cNvPr>
                <p14:cNvContentPartPr/>
                <p14:nvPr/>
              </p14:nvContentPartPr>
              <p14:xfrm>
                <a:off x="7563676" y="1915882"/>
                <a:ext cx="796320" cy="855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73FEDA4-605E-AD99-F88D-F327662CB24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554676" y="1907242"/>
                  <a:ext cx="813960" cy="87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49B82A2-D60E-F715-5A01-FE3618484774}"/>
                    </a:ext>
                  </a:extLst>
                </p14:cNvPr>
                <p14:cNvContentPartPr/>
                <p14:nvPr/>
              </p14:nvContentPartPr>
              <p14:xfrm>
                <a:off x="8580316" y="2006962"/>
                <a:ext cx="15480" cy="6620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49B82A2-D60E-F715-5A01-FE361848477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571676" y="1997962"/>
                  <a:ext cx="33120" cy="67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78A7EB0-62E8-2FF8-B3B1-16ADF533C2E8}"/>
                    </a:ext>
                  </a:extLst>
                </p14:cNvPr>
                <p14:cNvContentPartPr/>
                <p14:nvPr/>
              </p14:nvContentPartPr>
              <p14:xfrm>
                <a:off x="8484916" y="2009842"/>
                <a:ext cx="246960" cy="3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78A7EB0-62E8-2FF8-B3B1-16ADF533C2E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475916" y="2000842"/>
                  <a:ext cx="264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EBAC0CA-7312-C955-67A2-1D48F495F80A}"/>
                    </a:ext>
                  </a:extLst>
                </p14:cNvPr>
                <p14:cNvContentPartPr/>
                <p14:nvPr/>
              </p14:nvContentPartPr>
              <p14:xfrm>
                <a:off x="8464036" y="2208202"/>
                <a:ext cx="319320" cy="464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EBAC0CA-7312-C955-67A2-1D48F495F80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455396" y="2199202"/>
                  <a:ext cx="336960" cy="64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55297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841AE272-AB03-EB02-4A27-638BF010F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>
            <a:extLst>
              <a:ext uri="{FF2B5EF4-FFF2-40B4-BE49-F238E27FC236}">
                <a16:creationId xmlns:a16="http://schemas.microsoft.com/office/drawing/2014/main" id="{42573FE4-C5B4-DE65-15ED-815A963E9CE0}"/>
              </a:ext>
            </a:extLst>
          </p:cNvPr>
          <p:cNvGrpSpPr/>
          <p:nvPr/>
        </p:nvGrpSpPr>
        <p:grpSpPr>
          <a:xfrm>
            <a:off x="4939276" y="619522"/>
            <a:ext cx="258120" cy="105840"/>
            <a:chOff x="4939276" y="619522"/>
            <a:chExt cx="258120" cy="10584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A8FE1A5-F548-2953-FACE-ECF4DC0D24F4}"/>
                    </a:ext>
                  </a:extLst>
                </p14:cNvPr>
                <p14:cNvContentPartPr/>
                <p14:nvPr/>
              </p14:nvContentPartPr>
              <p14:xfrm>
                <a:off x="4939276" y="619522"/>
                <a:ext cx="360" cy="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A8FE1A5-F548-2953-FACE-ECF4DC0D24F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930276" y="61052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6FD9811-5A8B-3CBC-335C-5D840FD6C9C0}"/>
                    </a:ext>
                  </a:extLst>
                </p14:cNvPr>
                <p14:cNvContentPartPr/>
                <p14:nvPr/>
              </p14:nvContentPartPr>
              <p14:xfrm>
                <a:off x="5197036" y="725002"/>
                <a:ext cx="360" cy="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6FD9811-5A8B-3CBC-335C-5D840FD6C9C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188396" y="71636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E9F0F0F1-584A-E52F-F3F4-5F3A6F0A56AB}"/>
              </a:ext>
            </a:extLst>
          </p:cNvPr>
          <p:cNvGrpSpPr/>
          <p:nvPr/>
        </p:nvGrpSpPr>
        <p:grpSpPr>
          <a:xfrm>
            <a:off x="990796" y="2594482"/>
            <a:ext cx="428760" cy="168480"/>
            <a:chOff x="990796" y="2594482"/>
            <a:chExt cx="428760" cy="16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42C904A-C928-A9E9-19CB-0AB67324946D}"/>
                    </a:ext>
                  </a:extLst>
                </p14:cNvPr>
                <p14:cNvContentPartPr/>
                <p14:nvPr/>
              </p14:nvContentPartPr>
              <p14:xfrm>
                <a:off x="990796" y="2594482"/>
                <a:ext cx="218160" cy="1684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42C904A-C928-A9E9-19CB-0AB67324946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84676" y="2588362"/>
                  <a:ext cx="2304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8567B00-DB94-5420-2776-64E0FEDC47FD}"/>
                    </a:ext>
                  </a:extLst>
                </p14:cNvPr>
                <p14:cNvContentPartPr/>
                <p14:nvPr/>
              </p14:nvContentPartPr>
              <p14:xfrm>
                <a:off x="1059196" y="2601322"/>
                <a:ext cx="360360" cy="946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8567B00-DB94-5420-2776-64E0FEDC47F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53076" y="2595202"/>
                  <a:ext cx="37260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2A8BFAA9-BC80-2A47-2C05-7BEABD0BC5C6}"/>
              </a:ext>
            </a:extLst>
          </p:cNvPr>
          <p:cNvGrpSpPr/>
          <p:nvPr/>
        </p:nvGrpSpPr>
        <p:grpSpPr>
          <a:xfrm>
            <a:off x="1390756" y="2257162"/>
            <a:ext cx="210600" cy="169560"/>
            <a:chOff x="1390756" y="2257162"/>
            <a:chExt cx="210600" cy="16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3AEEC46-B5A0-3500-ED94-242C7A7F6724}"/>
                    </a:ext>
                  </a:extLst>
                </p14:cNvPr>
                <p14:cNvContentPartPr/>
                <p14:nvPr/>
              </p14:nvContentPartPr>
              <p14:xfrm>
                <a:off x="1390756" y="2257162"/>
                <a:ext cx="145800" cy="1695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3AEEC46-B5A0-3500-ED94-242C7A7F672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84636" y="2251042"/>
                  <a:ext cx="1580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66ECC3F-719A-CA5C-F55E-D82FEC98BEC6}"/>
                    </a:ext>
                  </a:extLst>
                </p14:cNvPr>
                <p14:cNvContentPartPr/>
                <p14:nvPr/>
              </p14:nvContentPartPr>
              <p14:xfrm>
                <a:off x="1429996" y="2310802"/>
                <a:ext cx="171360" cy="878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66ECC3F-719A-CA5C-F55E-D82FEC98BEC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423876" y="2304682"/>
                  <a:ext cx="183600" cy="10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266695E2-2476-6CCA-4F77-442B3600F1B7}"/>
              </a:ext>
            </a:extLst>
          </p:cNvPr>
          <p:cNvGrpSpPr/>
          <p:nvPr/>
        </p:nvGrpSpPr>
        <p:grpSpPr>
          <a:xfrm>
            <a:off x="1704676" y="1403602"/>
            <a:ext cx="1097640" cy="712440"/>
            <a:chOff x="1704676" y="1403602"/>
            <a:chExt cx="1097640" cy="71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07C3983-E8C1-AA75-6283-FE6FADF286E9}"/>
                    </a:ext>
                  </a:extLst>
                </p14:cNvPr>
                <p14:cNvContentPartPr/>
                <p14:nvPr/>
              </p14:nvContentPartPr>
              <p14:xfrm>
                <a:off x="1714036" y="1982842"/>
                <a:ext cx="81360" cy="1332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07C3983-E8C1-AA75-6283-FE6FADF286E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07916" y="1976722"/>
                  <a:ext cx="936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C0D307A-3885-5554-94DB-EC353C6619A5}"/>
                    </a:ext>
                  </a:extLst>
                </p14:cNvPr>
                <p14:cNvContentPartPr/>
                <p14:nvPr/>
              </p14:nvContentPartPr>
              <p14:xfrm>
                <a:off x="1704676" y="2021362"/>
                <a:ext cx="191520" cy="727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C0D307A-3885-5554-94DB-EC353C6619A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698556" y="2015242"/>
                  <a:ext cx="2037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B246155-C7E7-08C1-CA9C-1D2872BFEE34}"/>
                    </a:ext>
                  </a:extLst>
                </p14:cNvPr>
                <p14:cNvContentPartPr/>
                <p14:nvPr/>
              </p14:nvContentPartPr>
              <p14:xfrm>
                <a:off x="1954516" y="1720762"/>
                <a:ext cx="153720" cy="1436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B246155-C7E7-08C1-CA9C-1D2872BFEE3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48396" y="1714642"/>
                  <a:ext cx="1659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D5BDDF9-033E-0DDD-5E38-41707BFF1A97}"/>
                    </a:ext>
                  </a:extLst>
                </p14:cNvPr>
                <p14:cNvContentPartPr/>
                <p14:nvPr/>
              </p14:nvContentPartPr>
              <p14:xfrm>
                <a:off x="2052796" y="1756402"/>
                <a:ext cx="110520" cy="687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D5BDDF9-033E-0DDD-5E38-41707BFF1A9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046676" y="1750282"/>
                  <a:ext cx="1227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470E007-410F-C58A-396B-0B92F9DE550C}"/>
                    </a:ext>
                  </a:extLst>
                </p14:cNvPr>
                <p14:cNvContentPartPr/>
                <p14:nvPr/>
              </p14:nvContentPartPr>
              <p14:xfrm>
                <a:off x="2172316" y="1529962"/>
                <a:ext cx="218520" cy="1821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470E007-410F-C58A-396B-0B92F9DE550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166196" y="1523842"/>
                  <a:ext cx="2307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D84FF40-43BE-E020-3A7E-0F21FE8B0530}"/>
                    </a:ext>
                  </a:extLst>
                </p14:cNvPr>
                <p14:cNvContentPartPr/>
                <p14:nvPr/>
              </p14:nvContentPartPr>
              <p14:xfrm>
                <a:off x="2518276" y="1420522"/>
                <a:ext cx="203400" cy="1090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D84FF40-43BE-E020-3A7E-0F21FE8B053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512156" y="1414402"/>
                  <a:ext cx="2156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6E1841D-3689-396C-A542-A57E2FEADFE9}"/>
                    </a:ext>
                  </a:extLst>
                </p14:cNvPr>
                <p14:cNvContentPartPr/>
                <p14:nvPr/>
              </p14:nvContentPartPr>
              <p14:xfrm>
                <a:off x="2520076" y="1403602"/>
                <a:ext cx="282240" cy="651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6E1841D-3689-396C-A542-A57E2FEADFE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513956" y="1397482"/>
                  <a:ext cx="29448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0084095F-6F79-817C-43FB-9D91DB58C416}"/>
              </a:ext>
            </a:extLst>
          </p:cNvPr>
          <p:cNvGrpSpPr/>
          <p:nvPr/>
        </p:nvGrpSpPr>
        <p:grpSpPr>
          <a:xfrm>
            <a:off x="285556" y="422242"/>
            <a:ext cx="8141040" cy="3885480"/>
            <a:chOff x="285556" y="422242"/>
            <a:chExt cx="8141040" cy="388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9D01B00-30B5-BA32-2998-12A23674D917}"/>
                    </a:ext>
                  </a:extLst>
                </p14:cNvPr>
                <p14:cNvContentPartPr/>
                <p14:nvPr/>
              </p14:nvContentPartPr>
              <p14:xfrm>
                <a:off x="5919196" y="981682"/>
                <a:ext cx="360" cy="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9D01B00-30B5-BA32-2998-12A23674D91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910556" y="97304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19C9510-7BEF-2AA7-11EE-BAD3EC59862C}"/>
                    </a:ext>
                  </a:extLst>
                </p14:cNvPr>
                <p14:cNvContentPartPr/>
                <p14:nvPr/>
              </p14:nvContentPartPr>
              <p14:xfrm>
                <a:off x="1742116" y="1520602"/>
                <a:ext cx="360" cy="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19C9510-7BEF-2AA7-11EE-BAD3EC59862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733116" y="151160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B6AE485-AFFD-C16E-D797-B37C22FD40FD}"/>
                    </a:ext>
                  </a:extLst>
                </p14:cNvPr>
                <p14:cNvContentPartPr/>
                <p14:nvPr/>
              </p14:nvContentPartPr>
              <p14:xfrm>
                <a:off x="474556" y="504682"/>
                <a:ext cx="343080" cy="6339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B6AE485-AFFD-C16E-D797-B37C22FD40F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5916" y="495682"/>
                  <a:ext cx="360720" cy="65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F6A36E8-2A28-2C83-5A5C-AEB776774F7B}"/>
                    </a:ext>
                  </a:extLst>
                </p14:cNvPr>
                <p14:cNvContentPartPr/>
                <p14:nvPr/>
              </p14:nvContentPartPr>
              <p14:xfrm>
                <a:off x="827716" y="759202"/>
                <a:ext cx="164160" cy="1360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F6A36E8-2A28-2C83-5A5C-AEB776774F7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18716" y="750202"/>
                  <a:ext cx="1818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4218153-7FE6-36EC-16B2-38E02192A087}"/>
                    </a:ext>
                  </a:extLst>
                </p14:cNvPr>
                <p14:cNvContentPartPr/>
                <p14:nvPr/>
              </p14:nvContentPartPr>
              <p14:xfrm>
                <a:off x="997636" y="761362"/>
                <a:ext cx="203400" cy="4395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4218153-7FE6-36EC-16B2-38E02192A08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88636" y="752362"/>
                  <a:ext cx="22104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43CFB43-458C-F964-062F-E518C4D13822}"/>
                    </a:ext>
                  </a:extLst>
                </p14:cNvPr>
                <p14:cNvContentPartPr/>
                <p14:nvPr/>
              </p14:nvContentPartPr>
              <p14:xfrm>
                <a:off x="1346116" y="673882"/>
                <a:ext cx="97560" cy="1749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43CFB43-458C-F964-062F-E518C4D1382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337116" y="664882"/>
                  <a:ext cx="1152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CDBD7DE-A372-BA04-D010-050346FE79AE}"/>
                    </a:ext>
                  </a:extLst>
                </p14:cNvPr>
                <p14:cNvContentPartPr/>
                <p14:nvPr/>
              </p14:nvContentPartPr>
              <p14:xfrm>
                <a:off x="1478956" y="682162"/>
                <a:ext cx="164520" cy="1677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CDBD7DE-A372-BA04-D010-050346FE79A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469956" y="673522"/>
                  <a:ext cx="1821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5C0F2C6-E797-9DC8-9944-E9F1A7945A67}"/>
                    </a:ext>
                  </a:extLst>
                </p14:cNvPr>
                <p14:cNvContentPartPr/>
                <p14:nvPr/>
              </p14:nvContentPartPr>
              <p14:xfrm>
                <a:off x="1756516" y="628522"/>
                <a:ext cx="207360" cy="2142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5C0F2C6-E797-9DC8-9944-E9F1A7945A6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747876" y="619882"/>
                  <a:ext cx="2250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049448C-9CA1-3815-B8ED-573BAC0D3D32}"/>
                    </a:ext>
                  </a:extLst>
                </p14:cNvPr>
                <p14:cNvContentPartPr/>
                <p14:nvPr/>
              </p14:nvContentPartPr>
              <p14:xfrm>
                <a:off x="1945876" y="667042"/>
                <a:ext cx="199080" cy="1911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049448C-9CA1-3815-B8ED-573BAC0D3D3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936876" y="658042"/>
                  <a:ext cx="2167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82F4350-91B0-24F1-E4EA-BDF6580589A0}"/>
                    </a:ext>
                  </a:extLst>
                </p14:cNvPr>
                <p14:cNvContentPartPr/>
                <p14:nvPr/>
              </p14:nvContentPartPr>
              <p14:xfrm>
                <a:off x="2143876" y="647962"/>
                <a:ext cx="516960" cy="217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82F4350-91B0-24F1-E4EA-BDF6580589A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134876" y="638962"/>
                  <a:ext cx="5346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7704873-4740-3977-AEF9-97DFD305CAB8}"/>
                    </a:ext>
                  </a:extLst>
                </p14:cNvPr>
                <p14:cNvContentPartPr/>
                <p14:nvPr/>
              </p14:nvContentPartPr>
              <p14:xfrm>
                <a:off x="686956" y="902122"/>
                <a:ext cx="1618920" cy="1634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7704873-4740-3977-AEF9-97DFD305CAB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7956" y="893482"/>
                  <a:ext cx="16365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A2D2995-6DF0-9D46-3610-62ABDF2AAFAB}"/>
                    </a:ext>
                  </a:extLst>
                </p14:cNvPr>
                <p14:cNvContentPartPr/>
                <p14:nvPr/>
              </p14:nvContentPartPr>
              <p14:xfrm>
                <a:off x="695236" y="1274002"/>
                <a:ext cx="154800" cy="19756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A2D2995-6DF0-9D46-3610-62ABDF2AAFA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86596" y="1265002"/>
                  <a:ext cx="172440" cy="19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E23E6B9-FB96-6888-6993-C7CDE2BB39F3}"/>
                    </a:ext>
                  </a:extLst>
                </p14:cNvPr>
                <p14:cNvContentPartPr/>
                <p14:nvPr/>
              </p14:nvContentPartPr>
              <p14:xfrm>
                <a:off x="285556" y="2917042"/>
                <a:ext cx="2676960" cy="1270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E23E6B9-FB96-6888-6993-C7CDE2BB39F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76916" y="2908402"/>
                  <a:ext cx="26946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2216C4D-3830-32FE-B16D-DC8D5EA5DEFE}"/>
                    </a:ext>
                  </a:extLst>
                </p14:cNvPr>
                <p14:cNvContentPartPr/>
                <p14:nvPr/>
              </p14:nvContentPartPr>
              <p14:xfrm>
                <a:off x="2638156" y="3086962"/>
                <a:ext cx="238680" cy="1652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2216C4D-3830-32FE-B16D-DC8D5EA5DEF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629516" y="3077962"/>
                  <a:ext cx="2563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901E467-F3F3-28E5-83BA-4EA46FB4E749}"/>
                    </a:ext>
                  </a:extLst>
                </p14:cNvPr>
                <p14:cNvContentPartPr/>
                <p14:nvPr/>
              </p14:nvContentPartPr>
              <p14:xfrm>
                <a:off x="2713036" y="3142402"/>
                <a:ext cx="153720" cy="2174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901E467-F3F3-28E5-83BA-4EA46FB4E74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704396" y="3133402"/>
                  <a:ext cx="1713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8BF3F43-2F4B-CF3C-8A23-BA9739EC1119}"/>
                    </a:ext>
                  </a:extLst>
                </p14:cNvPr>
                <p14:cNvContentPartPr/>
                <p14:nvPr/>
              </p14:nvContentPartPr>
              <p14:xfrm>
                <a:off x="439636" y="1319362"/>
                <a:ext cx="255240" cy="4269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8BF3F43-2F4B-CF3C-8A23-BA9739EC111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0996" y="1310362"/>
                  <a:ext cx="27288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81C89D5-5E4C-D358-FEF2-E4E10402C4E8}"/>
                    </a:ext>
                  </a:extLst>
                </p14:cNvPr>
                <p14:cNvContentPartPr/>
                <p14:nvPr/>
              </p14:nvContentPartPr>
              <p14:xfrm>
                <a:off x="895036" y="1245562"/>
                <a:ext cx="1868760" cy="16012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81C89D5-5E4C-D358-FEF2-E4E10402C4E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86396" y="1236922"/>
                  <a:ext cx="1886400" cy="161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37676E4-68A7-AF08-6FD4-EE0E128F1660}"/>
                    </a:ext>
                  </a:extLst>
                </p14:cNvPr>
                <p14:cNvContentPartPr/>
                <p14:nvPr/>
              </p14:nvContentPartPr>
              <p14:xfrm>
                <a:off x="3403876" y="1124242"/>
                <a:ext cx="7920" cy="39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37676E4-68A7-AF08-6FD4-EE0E128F166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395236" y="1115602"/>
                  <a:ext cx="255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37FF679-3195-9519-D2D3-564729ED4DB4}"/>
                    </a:ext>
                  </a:extLst>
                </p14:cNvPr>
                <p14:cNvContentPartPr/>
                <p14:nvPr/>
              </p14:nvContentPartPr>
              <p14:xfrm>
                <a:off x="3191116" y="797362"/>
                <a:ext cx="267120" cy="3672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37FF679-3195-9519-D2D3-564729ED4DB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182116" y="788362"/>
                  <a:ext cx="28476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084251B-D27D-3AD7-1059-53F5109D9E75}"/>
                    </a:ext>
                  </a:extLst>
                </p14:cNvPr>
                <p14:cNvContentPartPr/>
                <p14:nvPr/>
              </p14:nvContentPartPr>
              <p14:xfrm>
                <a:off x="3468676" y="942802"/>
                <a:ext cx="287640" cy="2264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084251B-D27D-3AD7-1059-53F5109D9E7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460036" y="934162"/>
                  <a:ext cx="3052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9204EBF-3FB2-C91B-127A-867E6704D2F6}"/>
                    </a:ext>
                  </a:extLst>
                </p14:cNvPr>
                <p14:cNvContentPartPr/>
                <p14:nvPr/>
              </p14:nvContentPartPr>
              <p14:xfrm>
                <a:off x="3668116" y="839122"/>
                <a:ext cx="3960" cy="21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9204EBF-3FB2-C91B-127A-867E6704D2F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659116" y="830482"/>
                  <a:ext cx="216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3548846-17F7-C6CF-137E-50CC9B7B0483}"/>
                    </a:ext>
                  </a:extLst>
                </p14:cNvPr>
                <p14:cNvContentPartPr/>
                <p14:nvPr/>
              </p14:nvContentPartPr>
              <p14:xfrm>
                <a:off x="3759916" y="796642"/>
                <a:ext cx="17280" cy="3603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3548846-17F7-C6CF-137E-50CC9B7B048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751276" y="787642"/>
                  <a:ext cx="3492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A3A813A-8144-C737-AB6F-ABEF34E34284}"/>
                    </a:ext>
                  </a:extLst>
                </p14:cNvPr>
                <p14:cNvContentPartPr/>
                <p14:nvPr/>
              </p14:nvContentPartPr>
              <p14:xfrm>
                <a:off x="3817516" y="982762"/>
                <a:ext cx="221400" cy="1152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A3A813A-8144-C737-AB6F-ABEF34E3428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808516" y="974122"/>
                  <a:ext cx="2390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9E12601-623B-78F4-DDB0-06E2DB33BC25}"/>
                    </a:ext>
                  </a:extLst>
                </p14:cNvPr>
                <p14:cNvContentPartPr/>
                <p14:nvPr/>
              </p14:nvContentPartPr>
              <p14:xfrm>
                <a:off x="4128556" y="794482"/>
                <a:ext cx="34920" cy="3715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9E12601-623B-78F4-DDB0-06E2DB33BC2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119916" y="785842"/>
                  <a:ext cx="5256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8C11867-AF48-4831-C4E1-16C3A27CA831}"/>
                    </a:ext>
                  </a:extLst>
                </p14:cNvPr>
                <p14:cNvContentPartPr/>
                <p14:nvPr/>
              </p14:nvContentPartPr>
              <p14:xfrm>
                <a:off x="4066996" y="920122"/>
                <a:ext cx="621720" cy="1702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8C11867-AF48-4831-C4E1-16C3A27CA83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057996" y="911482"/>
                  <a:ext cx="6393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F350805-5056-FD01-5DB8-AEEDB73EBBBA}"/>
                    </a:ext>
                  </a:extLst>
                </p14:cNvPr>
                <p14:cNvContentPartPr/>
                <p14:nvPr/>
              </p14:nvContentPartPr>
              <p14:xfrm>
                <a:off x="4731916" y="894202"/>
                <a:ext cx="145800" cy="1569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F350805-5056-FD01-5DB8-AEEDB73EBBB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722916" y="885202"/>
                  <a:ext cx="1634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2EBFC5A-FC4E-7FA5-D64D-75E77DB44EEC}"/>
                    </a:ext>
                  </a:extLst>
                </p14:cNvPr>
                <p14:cNvContentPartPr/>
                <p14:nvPr/>
              </p14:nvContentPartPr>
              <p14:xfrm>
                <a:off x="4958356" y="803842"/>
                <a:ext cx="487440" cy="5364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2EBFC5A-FC4E-7FA5-D64D-75E77DB44EE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949716" y="794842"/>
                  <a:ext cx="505080" cy="55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D0BFFD9-20C4-0B2E-343F-5A66D5391C4F}"/>
                    </a:ext>
                  </a:extLst>
                </p14:cNvPr>
                <p14:cNvContentPartPr/>
                <p14:nvPr/>
              </p14:nvContentPartPr>
              <p14:xfrm>
                <a:off x="5689156" y="594322"/>
                <a:ext cx="231120" cy="4291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D0BFFD9-20C4-0B2E-343F-5A66D5391C4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680156" y="585322"/>
                  <a:ext cx="24876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D984601-5F01-6D01-4A31-F9D6E17BFCA1}"/>
                    </a:ext>
                  </a:extLst>
                </p14:cNvPr>
                <p14:cNvContentPartPr/>
                <p14:nvPr/>
              </p14:nvContentPartPr>
              <p14:xfrm>
                <a:off x="5922796" y="672442"/>
                <a:ext cx="362160" cy="3740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D984601-5F01-6D01-4A31-F9D6E17BFCA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913796" y="663802"/>
                  <a:ext cx="37980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D230587-8260-65B3-F10C-93D2BC00F25D}"/>
                    </a:ext>
                  </a:extLst>
                </p14:cNvPr>
                <p14:cNvContentPartPr/>
                <p14:nvPr/>
              </p14:nvContentPartPr>
              <p14:xfrm>
                <a:off x="6093796" y="749482"/>
                <a:ext cx="1369080" cy="2246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D230587-8260-65B3-F10C-93D2BC00F25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085156" y="740842"/>
                  <a:ext cx="13867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555E25D-D991-3A60-5774-9B013BDFC959}"/>
                    </a:ext>
                  </a:extLst>
                </p14:cNvPr>
                <p14:cNvContentPartPr/>
                <p14:nvPr/>
              </p14:nvContentPartPr>
              <p14:xfrm>
                <a:off x="3357076" y="1381642"/>
                <a:ext cx="423360" cy="2505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555E25D-D991-3A60-5774-9B013BDFC95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348436" y="1372642"/>
                  <a:ext cx="4410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FE07031-78F4-398E-9090-8289E4596B77}"/>
                    </a:ext>
                  </a:extLst>
                </p14:cNvPr>
                <p14:cNvContentPartPr/>
                <p14:nvPr/>
              </p14:nvContentPartPr>
              <p14:xfrm>
                <a:off x="3908596" y="1385602"/>
                <a:ext cx="201240" cy="2206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FE07031-78F4-398E-9090-8289E4596B7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899956" y="1376962"/>
                  <a:ext cx="2188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362B7DA-1421-A137-7D3A-D409116312B0}"/>
                    </a:ext>
                  </a:extLst>
                </p14:cNvPr>
                <p14:cNvContentPartPr/>
                <p14:nvPr/>
              </p14:nvContentPartPr>
              <p14:xfrm>
                <a:off x="3958636" y="1352122"/>
                <a:ext cx="495360" cy="6138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362B7DA-1421-A137-7D3A-D409116312B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949996" y="1343122"/>
                  <a:ext cx="513000" cy="63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EF8DCA6-FB6E-B646-1126-AB1270E3B017}"/>
                    </a:ext>
                  </a:extLst>
                </p14:cNvPr>
                <p14:cNvContentPartPr/>
                <p14:nvPr/>
              </p14:nvContentPartPr>
              <p14:xfrm>
                <a:off x="3308836" y="1297402"/>
                <a:ext cx="347040" cy="4474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EF8DCA6-FB6E-B646-1126-AB1270E3B01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300196" y="1288402"/>
                  <a:ext cx="36468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ADED823-7E6B-04F9-9D7D-A03B3848A8EE}"/>
                    </a:ext>
                  </a:extLst>
                </p14:cNvPr>
                <p14:cNvContentPartPr/>
                <p14:nvPr/>
              </p14:nvContentPartPr>
              <p14:xfrm>
                <a:off x="3407116" y="1353922"/>
                <a:ext cx="447120" cy="2696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ADED823-7E6B-04F9-9D7D-A03B3848A8E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398116" y="1344922"/>
                  <a:ext cx="46476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1FF6AD1-9599-8548-81C3-A84890B82B98}"/>
                    </a:ext>
                  </a:extLst>
                </p14:cNvPr>
                <p14:cNvContentPartPr/>
                <p14:nvPr/>
              </p14:nvContentPartPr>
              <p14:xfrm>
                <a:off x="3256996" y="2169682"/>
                <a:ext cx="237240" cy="338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1FF6AD1-9599-8548-81C3-A84890B82B98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247996" y="2161042"/>
                  <a:ext cx="2548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2E4E495-473C-25F5-5184-A191807983D4}"/>
                    </a:ext>
                  </a:extLst>
                </p14:cNvPr>
                <p14:cNvContentPartPr/>
                <p14:nvPr/>
              </p14:nvContentPartPr>
              <p14:xfrm>
                <a:off x="3439156" y="1994722"/>
                <a:ext cx="138600" cy="2602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2E4E495-473C-25F5-5184-A191807983D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430156" y="1986082"/>
                  <a:ext cx="1562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AD8A855-6CCA-7516-CE83-728C91DCAA3C}"/>
                    </a:ext>
                  </a:extLst>
                </p14:cNvPr>
                <p14:cNvContentPartPr/>
                <p14:nvPr/>
              </p14:nvContentPartPr>
              <p14:xfrm>
                <a:off x="3226036" y="2028922"/>
                <a:ext cx="16560" cy="3765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AD8A855-6CCA-7516-CE83-728C91DCAA3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217036" y="2019922"/>
                  <a:ext cx="3420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21FB6FF-E0DA-2807-CD6E-DF9FBBEFA639}"/>
                    </a:ext>
                  </a:extLst>
                </p14:cNvPr>
                <p14:cNvContentPartPr/>
                <p14:nvPr/>
              </p14:nvContentPartPr>
              <p14:xfrm>
                <a:off x="3700876" y="2041882"/>
                <a:ext cx="352080" cy="2696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21FB6FF-E0DA-2807-CD6E-DF9FBBEFA63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691876" y="2032882"/>
                  <a:ext cx="3697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04C3A10-6218-56A6-FE0C-1E6428B380CD}"/>
                    </a:ext>
                  </a:extLst>
                </p14:cNvPr>
                <p14:cNvContentPartPr/>
                <p14:nvPr/>
              </p14:nvContentPartPr>
              <p14:xfrm>
                <a:off x="4072756" y="2094082"/>
                <a:ext cx="191520" cy="1454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04C3A10-6218-56A6-FE0C-1E6428B380C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063756" y="2085442"/>
                  <a:ext cx="2091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1E7CC72-CBF6-A3DD-B862-AA390DDFC9A4}"/>
                    </a:ext>
                  </a:extLst>
                </p14:cNvPr>
                <p14:cNvContentPartPr/>
                <p14:nvPr/>
              </p14:nvContentPartPr>
              <p14:xfrm>
                <a:off x="4229716" y="1935682"/>
                <a:ext cx="348480" cy="2736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1E7CC72-CBF6-A3DD-B862-AA390DDFC9A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221076" y="1926682"/>
                  <a:ext cx="36612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DA1EC48-FEBD-90A5-D517-2E050C6AD5F1}"/>
                    </a:ext>
                  </a:extLst>
                </p14:cNvPr>
                <p14:cNvContentPartPr/>
                <p14:nvPr/>
              </p14:nvContentPartPr>
              <p14:xfrm>
                <a:off x="4580356" y="1860802"/>
                <a:ext cx="92880" cy="4338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DA1EC48-FEBD-90A5-D517-2E050C6AD5F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571356" y="1852162"/>
                  <a:ext cx="11052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9C046C9-31A6-C23A-6B66-E3DBBE6C6387}"/>
                    </a:ext>
                  </a:extLst>
                </p14:cNvPr>
                <p14:cNvContentPartPr/>
                <p14:nvPr/>
              </p14:nvContentPartPr>
              <p14:xfrm>
                <a:off x="4633276" y="2056642"/>
                <a:ext cx="213480" cy="1839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9C046C9-31A6-C23A-6B66-E3DBBE6C638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624276" y="2048002"/>
                  <a:ext cx="2311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E0BA3A5-8DB8-7711-7BA2-D5E4CD3D0122}"/>
                    </a:ext>
                  </a:extLst>
                </p14:cNvPr>
                <p14:cNvContentPartPr/>
                <p14:nvPr/>
              </p14:nvContentPartPr>
              <p14:xfrm>
                <a:off x="5031796" y="1783042"/>
                <a:ext cx="413640" cy="5378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E0BA3A5-8DB8-7711-7BA2-D5E4CD3D012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023156" y="1774402"/>
                  <a:ext cx="43128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78E8160-DDBB-B7FD-37FB-252D6754838F}"/>
                    </a:ext>
                  </a:extLst>
                </p14:cNvPr>
                <p14:cNvContentPartPr/>
                <p14:nvPr/>
              </p14:nvContentPartPr>
              <p14:xfrm>
                <a:off x="5357596" y="1830202"/>
                <a:ext cx="204120" cy="4237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78E8160-DDBB-B7FD-37FB-252D6754838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348956" y="1821562"/>
                  <a:ext cx="22176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13EBC22-D336-6154-B411-03A066C9ECC1}"/>
                    </a:ext>
                  </a:extLst>
                </p14:cNvPr>
                <p14:cNvContentPartPr/>
                <p14:nvPr/>
              </p14:nvContentPartPr>
              <p14:xfrm>
                <a:off x="5560996" y="2031082"/>
                <a:ext cx="237600" cy="1720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13EBC22-D336-6154-B411-03A066C9ECC1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552356" y="2022082"/>
                  <a:ext cx="2552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5BC4387-AB5D-DB00-A49E-3763C6B86356}"/>
                    </a:ext>
                  </a:extLst>
                </p14:cNvPr>
                <p14:cNvContentPartPr/>
                <p14:nvPr/>
              </p14:nvContentPartPr>
              <p14:xfrm>
                <a:off x="5879956" y="1802482"/>
                <a:ext cx="117360" cy="3607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5BC4387-AB5D-DB00-A49E-3763C6B8635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870956" y="1793482"/>
                  <a:ext cx="13500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E91AA12-CD61-31CB-CD61-23530306F67D}"/>
                    </a:ext>
                  </a:extLst>
                </p14:cNvPr>
                <p14:cNvContentPartPr/>
                <p14:nvPr/>
              </p14:nvContentPartPr>
              <p14:xfrm>
                <a:off x="5827756" y="1965202"/>
                <a:ext cx="234360" cy="846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E91AA12-CD61-31CB-CD61-23530306F67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818756" y="1956562"/>
                  <a:ext cx="2520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E4E0421-3D71-8F7D-0459-4D56815B4E41}"/>
                    </a:ext>
                  </a:extLst>
                </p14:cNvPr>
                <p14:cNvContentPartPr/>
                <p14:nvPr/>
              </p14:nvContentPartPr>
              <p14:xfrm>
                <a:off x="6295036" y="1692322"/>
                <a:ext cx="540720" cy="4399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E4E0421-3D71-8F7D-0459-4D56815B4E4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286396" y="1683322"/>
                  <a:ext cx="55836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A6BBC4A-457F-FA1E-E207-6A32603B1849}"/>
                    </a:ext>
                  </a:extLst>
                </p14:cNvPr>
                <p14:cNvContentPartPr/>
                <p14:nvPr/>
              </p14:nvContentPartPr>
              <p14:xfrm>
                <a:off x="6762676" y="1833082"/>
                <a:ext cx="333720" cy="2170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A6BBC4A-457F-FA1E-E207-6A32603B184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753676" y="1824442"/>
                  <a:ext cx="3513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FD7DC71-2A04-F19E-5EE5-C91C59154CD9}"/>
                    </a:ext>
                  </a:extLst>
                </p14:cNvPr>
                <p14:cNvContentPartPr/>
                <p14:nvPr/>
              </p14:nvContentPartPr>
              <p14:xfrm>
                <a:off x="6987676" y="1862962"/>
                <a:ext cx="303120" cy="1324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FD7DC71-2A04-F19E-5EE5-C91C59154CD9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978676" y="1853962"/>
                  <a:ext cx="3207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7716B6F-08C3-6835-EBE4-FEF4DD383AA4}"/>
                    </a:ext>
                  </a:extLst>
                </p14:cNvPr>
                <p14:cNvContentPartPr/>
                <p14:nvPr/>
              </p14:nvContentPartPr>
              <p14:xfrm>
                <a:off x="7261276" y="1768282"/>
                <a:ext cx="398160" cy="3733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7716B6F-08C3-6835-EBE4-FEF4DD383AA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252636" y="1759642"/>
                  <a:ext cx="41580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1D95F88-C139-1C71-BCDD-B474EEAE31DC}"/>
                    </a:ext>
                  </a:extLst>
                </p14:cNvPr>
                <p14:cNvContentPartPr/>
                <p14:nvPr/>
              </p14:nvContentPartPr>
              <p14:xfrm>
                <a:off x="7440196" y="1615642"/>
                <a:ext cx="85320" cy="3117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1D95F88-C139-1C71-BCDD-B474EEAE31D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431196" y="1606642"/>
                  <a:ext cx="10296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A619FBB-7A4A-18CE-EDDB-9A2EF2F39447}"/>
                    </a:ext>
                  </a:extLst>
                </p14:cNvPr>
                <p14:cNvContentPartPr/>
                <p14:nvPr/>
              </p14:nvContentPartPr>
              <p14:xfrm>
                <a:off x="7660876" y="1753882"/>
                <a:ext cx="240480" cy="1483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A619FBB-7A4A-18CE-EDDB-9A2EF2F39447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652236" y="1744882"/>
                  <a:ext cx="2581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8CCDF28-14D1-83ED-9351-C6C52717D132}"/>
                    </a:ext>
                  </a:extLst>
                </p14:cNvPr>
                <p14:cNvContentPartPr/>
                <p14:nvPr/>
              </p14:nvContentPartPr>
              <p14:xfrm>
                <a:off x="8164156" y="1728682"/>
                <a:ext cx="60840" cy="237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8CCDF28-14D1-83ED-9351-C6C52717D132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155156" y="1720042"/>
                  <a:ext cx="784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F68E622-28F7-4B96-C775-EDABC12C8B4B}"/>
                    </a:ext>
                  </a:extLst>
                </p14:cNvPr>
                <p14:cNvContentPartPr/>
                <p14:nvPr/>
              </p14:nvContentPartPr>
              <p14:xfrm>
                <a:off x="8125636" y="1747762"/>
                <a:ext cx="300960" cy="1303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F68E622-28F7-4B96-C775-EDABC12C8B4B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116996" y="1739122"/>
                  <a:ext cx="3186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C47F498-6D34-BAFE-E2D4-0BBDFC585033}"/>
                    </a:ext>
                  </a:extLst>
                </p14:cNvPr>
                <p14:cNvContentPartPr/>
                <p14:nvPr/>
              </p14:nvContentPartPr>
              <p14:xfrm>
                <a:off x="3639676" y="2371642"/>
                <a:ext cx="67680" cy="3236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C47F498-6D34-BAFE-E2D4-0BBDFC58503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631036" y="2363002"/>
                  <a:ext cx="8532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E35230D-949F-A3D8-8FEC-BDD19A498B0B}"/>
                    </a:ext>
                  </a:extLst>
                </p14:cNvPr>
                <p14:cNvContentPartPr/>
                <p14:nvPr/>
              </p14:nvContentPartPr>
              <p14:xfrm>
                <a:off x="3859276" y="2578642"/>
                <a:ext cx="14760" cy="1299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E35230D-949F-A3D8-8FEC-BDD19A498B0B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850636" y="2570002"/>
                  <a:ext cx="324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CCEDBDEB-476C-B669-C03A-29977AB15997}"/>
                    </a:ext>
                  </a:extLst>
                </p14:cNvPr>
                <p14:cNvContentPartPr/>
                <p14:nvPr/>
              </p14:nvContentPartPr>
              <p14:xfrm>
                <a:off x="3848116" y="2453002"/>
                <a:ext cx="772920" cy="2228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CCEDBDEB-476C-B669-C03A-29977AB1599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839116" y="2444002"/>
                  <a:ext cx="7905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1CE5B3B-AE97-B919-0D5A-C30E54B13D9D}"/>
                    </a:ext>
                  </a:extLst>
                </p14:cNvPr>
                <p14:cNvContentPartPr/>
                <p14:nvPr/>
              </p14:nvContentPartPr>
              <p14:xfrm>
                <a:off x="4928116" y="2412682"/>
                <a:ext cx="171000" cy="1803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1CE5B3B-AE97-B919-0D5A-C30E54B13D9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919476" y="2403682"/>
                  <a:ext cx="1886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6F60408-5CE3-0BBA-93E1-75DAD4BD31BF}"/>
                    </a:ext>
                  </a:extLst>
                </p14:cNvPr>
                <p14:cNvContentPartPr/>
                <p14:nvPr/>
              </p14:nvContentPartPr>
              <p14:xfrm>
                <a:off x="5127196" y="2332762"/>
                <a:ext cx="283320" cy="2833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6F60408-5CE3-0BBA-93E1-75DAD4BD31BF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118196" y="2323762"/>
                  <a:ext cx="3009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DF7C760-7FDD-B1B2-EC99-E240751F1C3C}"/>
                    </a:ext>
                  </a:extLst>
                </p14:cNvPr>
                <p14:cNvContentPartPr/>
                <p14:nvPr/>
              </p14:nvContentPartPr>
              <p14:xfrm>
                <a:off x="5491516" y="2433202"/>
                <a:ext cx="299880" cy="1116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DF7C760-7FDD-B1B2-EC99-E240751F1C3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482876" y="2424562"/>
                  <a:ext cx="3175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EE04D76-204D-54A7-4414-6DBA457CC0BE}"/>
                    </a:ext>
                  </a:extLst>
                </p14:cNvPr>
                <p14:cNvContentPartPr/>
                <p14:nvPr/>
              </p14:nvContentPartPr>
              <p14:xfrm>
                <a:off x="5835316" y="2325922"/>
                <a:ext cx="72000" cy="2772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EE04D76-204D-54A7-4414-6DBA457CC0B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826316" y="2316922"/>
                  <a:ext cx="89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02B551F-8406-F5FD-967D-6A6E31C4898F}"/>
                    </a:ext>
                  </a:extLst>
                </p14:cNvPr>
                <p14:cNvContentPartPr/>
                <p14:nvPr/>
              </p14:nvContentPartPr>
              <p14:xfrm>
                <a:off x="5720116" y="2372722"/>
                <a:ext cx="806400" cy="2048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02B551F-8406-F5FD-967D-6A6E31C4898F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711476" y="2363722"/>
                  <a:ext cx="8240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000D743-6B83-417F-DD60-94CE100DBECC}"/>
                    </a:ext>
                  </a:extLst>
                </p14:cNvPr>
                <p14:cNvContentPartPr/>
                <p14:nvPr/>
              </p14:nvContentPartPr>
              <p14:xfrm>
                <a:off x="6562516" y="2341402"/>
                <a:ext cx="178200" cy="2275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000D743-6B83-417F-DD60-94CE100DBECC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553516" y="2332402"/>
                  <a:ext cx="1958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6D46804-55B8-B244-8A4E-6C1E04ACC84E}"/>
                    </a:ext>
                  </a:extLst>
                </p14:cNvPr>
                <p14:cNvContentPartPr/>
                <p14:nvPr/>
              </p14:nvContentPartPr>
              <p14:xfrm>
                <a:off x="6815956" y="2231962"/>
                <a:ext cx="358200" cy="5079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6D46804-55B8-B244-8A4E-6C1E04ACC84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807316" y="2223322"/>
                  <a:ext cx="375840" cy="52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F005B56-0765-CCE2-9BAD-43F8A343DDCE}"/>
                    </a:ext>
                  </a:extLst>
                </p14:cNvPr>
                <p14:cNvContentPartPr/>
                <p14:nvPr/>
              </p14:nvContentPartPr>
              <p14:xfrm>
                <a:off x="6960316" y="2223682"/>
                <a:ext cx="521280" cy="7848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F005B56-0765-CCE2-9BAD-43F8A343DDC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951676" y="2215042"/>
                  <a:ext cx="538920" cy="80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B3E6053-DF9B-6559-769A-27B9D421F217}"/>
                    </a:ext>
                  </a:extLst>
                </p14:cNvPr>
                <p14:cNvContentPartPr/>
                <p14:nvPr/>
              </p14:nvContentPartPr>
              <p14:xfrm>
                <a:off x="5991196" y="3109282"/>
                <a:ext cx="229320" cy="4100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B3E6053-DF9B-6559-769A-27B9D421F217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982556" y="3100642"/>
                  <a:ext cx="24696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02937DE-AA7A-A2B2-6C55-0F34BA5460C0}"/>
                    </a:ext>
                  </a:extLst>
                </p14:cNvPr>
                <p14:cNvContentPartPr/>
                <p14:nvPr/>
              </p14:nvContentPartPr>
              <p14:xfrm>
                <a:off x="6196396" y="3171562"/>
                <a:ext cx="196200" cy="2876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02937DE-AA7A-A2B2-6C55-0F34BA5460C0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187396" y="3162922"/>
                  <a:ext cx="21384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3F406E7-4DD8-FE07-7846-1D4AD1FB2B8A}"/>
                    </a:ext>
                  </a:extLst>
                </p14:cNvPr>
                <p14:cNvContentPartPr/>
                <p14:nvPr/>
              </p14:nvContentPartPr>
              <p14:xfrm>
                <a:off x="6434716" y="3204682"/>
                <a:ext cx="252720" cy="5284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3F406E7-4DD8-FE07-7846-1D4AD1FB2B8A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425716" y="3195682"/>
                  <a:ext cx="270360" cy="5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935DF17-4DD8-1CC7-FE02-BFA7FC00BD59}"/>
                    </a:ext>
                  </a:extLst>
                </p14:cNvPr>
                <p14:cNvContentPartPr/>
                <p14:nvPr/>
              </p14:nvContentPartPr>
              <p14:xfrm>
                <a:off x="6730996" y="3185242"/>
                <a:ext cx="192240" cy="2336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935DF17-4DD8-1CC7-FE02-BFA7FC00BD59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722356" y="3176242"/>
                  <a:ext cx="2098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F27F84A-7C83-6388-ADDF-C5C4A440D2AF}"/>
                    </a:ext>
                  </a:extLst>
                </p14:cNvPr>
                <p14:cNvContentPartPr/>
                <p14:nvPr/>
              </p14:nvContentPartPr>
              <p14:xfrm>
                <a:off x="6966436" y="3101722"/>
                <a:ext cx="204480" cy="2649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F27F84A-7C83-6388-ADDF-C5C4A440D2AF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957436" y="3093082"/>
                  <a:ext cx="22212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6555515-D8AC-A310-A6D9-5FF633259D66}"/>
                    </a:ext>
                  </a:extLst>
                </p14:cNvPr>
                <p14:cNvContentPartPr/>
                <p14:nvPr/>
              </p14:nvContentPartPr>
              <p14:xfrm>
                <a:off x="7199716" y="3078682"/>
                <a:ext cx="226800" cy="2919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6555515-D8AC-A310-A6D9-5FF633259D66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191076" y="3070042"/>
                  <a:ext cx="2444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07F547B-5D21-C424-AFEB-411E20B8BF2F}"/>
                    </a:ext>
                  </a:extLst>
                </p14:cNvPr>
                <p14:cNvContentPartPr/>
                <p14:nvPr/>
              </p14:nvContentPartPr>
              <p14:xfrm>
                <a:off x="7515076" y="3092002"/>
                <a:ext cx="212400" cy="2106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07F547B-5D21-C424-AFEB-411E20B8BF2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506076" y="3083002"/>
                  <a:ext cx="2300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A05C1D1-5561-CA5C-99ED-1C595C2D1C13}"/>
                    </a:ext>
                  </a:extLst>
                </p14:cNvPr>
                <p14:cNvContentPartPr/>
                <p14:nvPr/>
              </p14:nvContentPartPr>
              <p14:xfrm>
                <a:off x="7876156" y="3207202"/>
                <a:ext cx="5400" cy="979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A05C1D1-5561-CA5C-99ED-1C595C2D1C1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867156" y="3198202"/>
                  <a:ext cx="230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D71B573-0522-10B4-95C4-D2E6761C9A3F}"/>
                    </a:ext>
                  </a:extLst>
                </p14:cNvPr>
                <p14:cNvContentPartPr/>
                <p14:nvPr/>
              </p14:nvContentPartPr>
              <p14:xfrm>
                <a:off x="7740796" y="3061402"/>
                <a:ext cx="620640" cy="1861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D71B573-0522-10B4-95C4-D2E6761C9A3F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731796" y="3052762"/>
                  <a:ext cx="6382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F41BDCB-5DE6-7AB5-BB39-728B6B3D8430}"/>
                    </a:ext>
                  </a:extLst>
                </p14:cNvPr>
                <p14:cNvContentPartPr/>
                <p14:nvPr/>
              </p14:nvContentPartPr>
              <p14:xfrm>
                <a:off x="3222076" y="3515362"/>
                <a:ext cx="261360" cy="468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F41BDCB-5DE6-7AB5-BB39-728B6B3D8430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213436" y="3506362"/>
                  <a:ext cx="2790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2DA53E0-6909-A6DA-FB4F-BAD580A4CF4D}"/>
                    </a:ext>
                  </a:extLst>
                </p14:cNvPr>
                <p14:cNvContentPartPr/>
                <p14:nvPr/>
              </p14:nvContentPartPr>
              <p14:xfrm>
                <a:off x="3463636" y="3428602"/>
                <a:ext cx="193320" cy="2588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2DA53E0-6909-A6DA-FB4F-BAD580A4CF4D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454996" y="3419602"/>
                  <a:ext cx="2109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D6D3BC1-CB0C-9CAF-FEA8-FBC20CEC361E}"/>
                    </a:ext>
                  </a:extLst>
                </p14:cNvPr>
                <p14:cNvContentPartPr/>
                <p14:nvPr/>
              </p14:nvContentPartPr>
              <p14:xfrm>
                <a:off x="3159796" y="3393322"/>
                <a:ext cx="69480" cy="3394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D6D3BC1-CB0C-9CAF-FEA8-FBC20CEC361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151156" y="3384322"/>
                  <a:ext cx="8712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FE82B63-5C5E-31AA-6B69-1D18500B57FB}"/>
                    </a:ext>
                  </a:extLst>
                </p14:cNvPr>
                <p14:cNvContentPartPr/>
                <p14:nvPr/>
              </p14:nvContentPartPr>
              <p14:xfrm>
                <a:off x="3895996" y="3221602"/>
                <a:ext cx="38880" cy="4640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FE82B63-5C5E-31AA-6B69-1D18500B57FB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886996" y="3212602"/>
                  <a:ext cx="5652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FC77EAF-45DA-03E4-E2EC-A9223DD2B5E3}"/>
                    </a:ext>
                  </a:extLst>
                </p14:cNvPr>
                <p14:cNvContentPartPr/>
                <p14:nvPr/>
              </p14:nvContentPartPr>
              <p14:xfrm>
                <a:off x="4072756" y="3441562"/>
                <a:ext cx="38880" cy="2408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FC77EAF-45DA-03E4-E2EC-A9223DD2B5E3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063756" y="3432922"/>
                  <a:ext cx="565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AC89D79-ADC4-8929-AD2E-29321DAE715F}"/>
                    </a:ext>
                  </a:extLst>
                </p14:cNvPr>
                <p14:cNvContentPartPr/>
                <p14:nvPr/>
              </p14:nvContentPartPr>
              <p14:xfrm>
                <a:off x="4081396" y="3364522"/>
                <a:ext cx="388440" cy="2206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AC89D79-ADC4-8929-AD2E-29321DAE715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072756" y="3355522"/>
                  <a:ext cx="4060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213D8DA-BF5A-E600-1F68-C1A1AA1DCB44}"/>
                    </a:ext>
                  </a:extLst>
                </p14:cNvPr>
                <p14:cNvContentPartPr/>
                <p14:nvPr/>
              </p14:nvContentPartPr>
              <p14:xfrm>
                <a:off x="4479196" y="3280282"/>
                <a:ext cx="235800" cy="2469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213D8DA-BF5A-E600-1F68-C1A1AA1DCB4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470196" y="3271642"/>
                  <a:ext cx="25344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D84AAE6-B9D4-A4A9-C9B9-35D3CB67DDDB}"/>
                    </a:ext>
                  </a:extLst>
                </p14:cNvPr>
                <p14:cNvContentPartPr/>
                <p14:nvPr/>
              </p14:nvContentPartPr>
              <p14:xfrm>
                <a:off x="4787716" y="3269842"/>
                <a:ext cx="359640" cy="2044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D84AAE6-B9D4-A4A9-C9B9-35D3CB67DDDB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4778716" y="3260842"/>
                  <a:ext cx="3772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4BD837F-757C-DB44-145E-7EFC4E25F84A}"/>
                    </a:ext>
                  </a:extLst>
                </p14:cNvPr>
                <p14:cNvContentPartPr/>
                <p14:nvPr/>
              </p14:nvContentPartPr>
              <p14:xfrm>
                <a:off x="5215756" y="3197842"/>
                <a:ext cx="245160" cy="2257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4BD837F-757C-DB44-145E-7EFC4E25F84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206756" y="3188842"/>
                  <a:ext cx="2628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79AE105B-EDCC-52E4-794C-B3367DCEF484}"/>
                    </a:ext>
                  </a:extLst>
                </p14:cNvPr>
                <p14:cNvContentPartPr/>
                <p14:nvPr/>
              </p14:nvContentPartPr>
              <p14:xfrm>
                <a:off x="3960076" y="3866362"/>
                <a:ext cx="421200" cy="2682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79AE105B-EDCC-52E4-794C-B3367DCEF484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951076" y="3857722"/>
                  <a:ext cx="4388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E0EABD1-ECC3-8BB2-F41A-897C851E22BB}"/>
                    </a:ext>
                  </a:extLst>
                </p14:cNvPr>
                <p14:cNvContentPartPr/>
                <p14:nvPr/>
              </p14:nvContentPartPr>
              <p14:xfrm>
                <a:off x="4434196" y="3881122"/>
                <a:ext cx="153000" cy="1630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E0EABD1-ECC3-8BB2-F41A-897C851E22B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425556" y="3872122"/>
                  <a:ext cx="1706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722B33BC-90B9-574D-DE77-94BB66A793D8}"/>
                    </a:ext>
                  </a:extLst>
                </p14:cNvPr>
                <p14:cNvContentPartPr/>
                <p14:nvPr/>
              </p14:nvContentPartPr>
              <p14:xfrm>
                <a:off x="4727236" y="3619402"/>
                <a:ext cx="695160" cy="4489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722B33BC-90B9-574D-DE77-94BB66A793D8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718236" y="3610402"/>
                  <a:ext cx="712800" cy="4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4CEDFA59-BBE2-9383-1C0E-B57239476A04}"/>
                    </a:ext>
                  </a:extLst>
                </p14:cNvPr>
                <p14:cNvContentPartPr/>
                <p14:nvPr/>
              </p14:nvContentPartPr>
              <p14:xfrm>
                <a:off x="4068076" y="4175962"/>
                <a:ext cx="1287000" cy="1317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4CEDFA59-BBE2-9383-1C0E-B57239476A04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059436" y="4166962"/>
                  <a:ext cx="13046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3AAA2DCD-4206-3A34-E9F8-BAD68CF9508C}"/>
                    </a:ext>
                  </a:extLst>
                </p14:cNvPr>
                <p14:cNvContentPartPr/>
                <p14:nvPr/>
              </p14:nvContentPartPr>
              <p14:xfrm>
                <a:off x="3099316" y="1987522"/>
                <a:ext cx="95400" cy="3243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3AAA2DCD-4206-3A34-E9F8-BAD68CF9508C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3090676" y="1978522"/>
                  <a:ext cx="11304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F90FB16-2F48-ABF4-9656-2EEE476D40AC}"/>
                    </a:ext>
                  </a:extLst>
                </p14:cNvPr>
                <p14:cNvContentPartPr/>
                <p14:nvPr/>
              </p14:nvContentPartPr>
              <p14:xfrm>
                <a:off x="3072316" y="3400162"/>
                <a:ext cx="42480" cy="2822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F90FB16-2F48-ABF4-9656-2EEE476D40AC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3063676" y="3391522"/>
                  <a:ext cx="6012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A874A038-77B7-C177-623A-0193CCB871CB}"/>
                    </a:ext>
                  </a:extLst>
                </p14:cNvPr>
                <p14:cNvContentPartPr/>
                <p14:nvPr/>
              </p14:nvContentPartPr>
              <p14:xfrm>
                <a:off x="3008236" y="422242"/>
                <a:ext cx="3217320" cy="2296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A874A038-77B7-C177-623A-0193CCB871CB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999236" y="413242"/>
                  <a:ext cx="32349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46638FB-DAAC-0FF9-5D68-DDCAE53E122E}"/>
                    </a:ext>
                  </a:extLst>
                </p14:cNvPr>
                <p14:cNvContentPartPr/>
                <p14:nvPr/>
              </p14:nvContentPartPr>
              <p14:xfrm>
                <a:off x="4196596" y="1168162"/>
                <a:ext cx="1429560" cy="896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46638FB-DAAC-0FF9-5D68-DDCAE53E122E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187596" y="1159522"/>
                  <a:ext cx="14472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DF4D0AF-8589-02EA-3704-08F35E54255D}"/>
                    </a:ext>
                  </a:extLst>
                </p14:cNvPr>
                <p14:cNvContentPartPr/>
                <p14:nvPr/>
              </p14:nvContentPartPr>
              <p14:xfrm>
                <a:off x="3720316" y="1673962"/>
                <a:ext cx="821880" cy="1213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DF4D0AF-8589-02EA-3704-08F35E54255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3711316" y="1665322"/>
                  <a:ext cx="839520" cy="138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58232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8D166096-21D4-A014-650F-6986C9293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B9A68BC-993F-A402-D6F4-FA52F03579FB}"/>
              </a:ext>
            </a:extLst>
          </p:cNvPr>
          <p:cNvGrpSpPr/>
          <p:nvPr/>
        </p:nvGrpSpPr>
        <p:grpSpPr>
          <a:xfrm>
            <a:off x="592996" y="51082"/>
            <a:ext cx="1152360" cy="442800"/>
            <a:chOff x="592996" y="51082"/>
            <a:chExt cx="1152360" cy="44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5701888-3BC7-A22F-171C-F33F7BDEBBC8}"/>
                    </a:ext>
                  </a:extLst>
                </p14:cNvPr>
                <p14:cNvContentPartPr/>
                <p14:nvPr/>
              </p14:nvContentPartPr>
              <p14:xfrm>
                <a:off x="592996" y="125242"/>
                <a:ext cx="320760" cy="3510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5701888-3BC7-A22F-171C-F33F7BDEBBC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83996" y="116242"/>
                  <a:ext cx="33840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F73BAA5-8EE9-9B2F-7998-15584B6D895B}"/>
                    </a:ext>
                  </a:extLst>
                </p14:cNvPr>
                <p14:cNvContentPartPr/>
                <p14:nvPr/>
              </p14:nvContentPartPr>
              <p14:xfrm>
                <a:off x="627916" y="142162"/>
                <a:ext cx="200520" cy="871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F73BAA5-8EE9-9B2F-7998-15584B6D895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18916" y="133522"/>
                  <a:ext cx="2181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A6A5A43-8026-2E36-9E9B-44748CCE6CBA}"/>
                    </a:ext>
                  </a:extLst>
                </p14:cNvPr>
                <p14:cNvContentPartPr/>
                <p14:nvPr/>
              </p14:nvContentPartPr>
              <p14:xfrm>
                <a:off x="653476" y="51082"/>
                <a:ext cx="357120" cy="514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A6A5A43-8026-2E36-9E9B-44748CCE6CB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44836" y="42442"/>
                  <a:ext cx="3747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C1D4D97-3BA5-2312-D0D7-0017DC843D20}"/>
                    </a:ext>
                  </a:extLst>
                </p14:cNvPr>
                <p14:cNvContentPartPr/>
                <p14:nvPr/>
              </p14:nvContentPartPr>
              <p14:xfrm>
                <a:off x="988996" y="79162"/>
                <a:ext cx="252720" cy="414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C1D4D97-3BA5-2312-D0D7-0017DC843D2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79996" y="70162"/>
                  <a:ext cx="27036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E668FBE-1198-9957-F9EB-1FF9F1902FD5}"/>
                    </a:ext>
                  </a:extLst>
                </p14:cNvPr>
                <p14:cNvContentPartPr/>
                <p14:nvPr/>
              </p14:nvContentPartPr>
              <p14:xfrm>
                <a:off x="1347916" y="78442"/>
                <a:ext cx="280440" cy="2692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E668FBE-1198-9957-F9EB-1FF9F1902FD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39276" y="69442"/>
                  <a:ext cx="2980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B0DAFD6-F34F-BFAC-3602-666B2F53A6B1}"/>
                    </a:ext>
                  </a:extLst>
                </p14:cNvPr>
                <p14:cNvContentPartPr/>
                <p14:nvPr/>
              </p14:nvContentPartPr>
              <p14:xfrm>
                <a:off x="1388236" y="229642"/>
                <a:ext cx="357120" cy="39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B0DAFD6-F34F-BFAC-3602-666B2F53A6B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379596" y="221002"/>
                  <a:ext cx="374760" cy="5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9B7CA2E1-F6CF-60DB-6B6D-3FE2463CF0F5}"/>
                  </a:ext>
                </a:extLst>
              </p14:cNvPr>
              <p14:cNvContentPartPr/>
              <p14:nvPr/>
            </p14:nvContentPartPr>
            <p14:xfrm>
              <a:off x="5384236" y="2331682"/>
              <a:ext cx="80640" cy="774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9B7CA2E1-F6CF-60DB-6B6D-3FE2463CF0F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378116" y="2325562"/>
                <a:ext cx="9288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0DDBC49D-9E46-B32C-088A-C0C770F99548}"/>
                  </a:ext>
                </a:extLst>
              </p14:cNvPr>
              <p14:cNvContentPartPr/>
              <p14:nvPr/>
            </p14:nvContentPartPr>
            <p14:xfrm>
              <a:off x="5541196" y="2085802"/>
              <a:ext cx="82080" cy="7524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0DDBC49D-9E46-B32C-088A-C0C770F9954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535076" y="2079682"/>
                <a:ext cx="9432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CA8287B8-F4CE-7378-558C-C7D4E441920E}"/>
                  </a:ext>
                </a:extLst>
              </p14:cNvPr>
              <p14:cNvContentPartPr/>
              <p14:nvPr/>
            </p14:nvContentPartPr>
            <p14:xfrm>
              <a:off x="5683756" y="1817962"/>
              <a:ext cx="58320" cy="961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CA8287B8-F4CE-7378-558C-C7D4E441920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677636" y="1811842"/>
                <a:ext cx="70560" cy="10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44C68E60-3DCF-B609-E40A-FE69CD387B02}"/>
              </a:ext>
            </a:extLst>
          </p:cNvPr>
          <p:cNvGrpSpPr/>
          <p:nvPr/>
        </p:nvGrpSpPr>
        <p:grpSpPr>
          <a:xfrm>
            <a:off x="5856196" y="1203442"/>
            <a:ext cx="932040" cy="429840"/>
            <a:chOff x="5856196" y="1203442"/>
            <a:chExt cx="932040" cy="42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D02C269-7604-B924-C74E-C3418097BCAD}"/>
                    </a:ext>
                  </a:extLst>
                </p14:cNvPr>
                <p14:cNvContentPartPr/>
                <p14:nvPr/>
              </p14:nvContentPartPr>
              <p14:xfrm>
                <a:off x="5856196" y="1539322"/>
                <a:ext cx="78840" cy="93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D02C269-7604-B924-C74E-C3418097BCA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850076" y="1533202"/>
                  <a:ext cx="910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6616489-6A55-DF30-6291-5AE2DD36DE4B}"/>
                    </a:ext>
                  </a:extLst>
                </p14:cNvPr>
                <p14:cNvContentPartPr/>
                <p14:nvPr/>
              </p14:nvContentPartPr>
              <p14:xfrm>
                <a:off x="6052756" y="1284442"/>
                <a:ext cx="96840" cy="684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6616489-6A55-DF30-6291-5AE2DD36DE4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046636" y="1278322"/>
                  <a:ext cx="1090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E57E1E8-0E0C-1D82-E119-741CBF014380}"/>
                    </a:ext>
                  </a:extLst>
                </p14:cNvPr>
                <p14:cNvContentPartPr/>
                <p14:nvPr/>
              </p14:nvContentPartPr>
              <p14:xfrm>
                <a:off x="6285316" y="1203442"/>
                <a:ext cx="128880" cy="76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E57E1E8-0E0C-1D82-E119-741CBF01438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279196" y="1197322"/>
                  <a:ext cx="1411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B28C8A8-E34B-1DB8-1442-EEFAFA1EF5FA}"/>
                    </a:ext>
                  </a:extLst>
                </p14:cNvPr>
                <p14:cNvContentPartPr/>
                <p14:nvPr/>
              </p14:nvContentPartPr>
              <p14:xfrm>
                <a:off x="6556756" y="1220362"/>
                <a:ext cx="97920" cy="342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B28C8A8-E34B-1DB8-1442-EEFAFA1EF5F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550636" y="1214242"/>
                  <a:ext cx="1101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15FFF43-0577-C088-6ABE-520770318466}"/>
                    </a:ext>
                  </a:extLst>
                </p14:cNvPr>
                <p14:cNvContentPartPr/>
                <p14:nvPr/>
              </p14:nvContentPartPr>
              <p14:xfrm>
                <a:off x="6787876" y="1462642"/>
                <a:ext cx="360" cy="21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15FFF43-0577-C088-6ABE-52077031846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781756" y="1456522"/>
                  <a:ext cx="12600" cy="1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B2DC5D6A-237F-ED78-0B4B-342AE693CD6E}"/>
                  </a:ext>
                </a:extLst>
              </p14:cNvPr>
              <p14:cNvContentPartPr/>
              <p14:nvPr/>
            </p14:nvContentPartPr>
            <p14:xfrm>
              <a:off x="7001716" y="2209642"/>
              <a:ext cx="106200" cy="5616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B2DC5D6A-237F-ED78-0B4B-342AE693CD6E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995596" y="2203522"/>
                <a:ext cx="118440" cy="6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24D4B167-0BF3-A0C8-272B-6A7E6707FD67}"/>
              </a:ext>
            </a:extLst>
          </p:cNvPr>
          <p:cNvGrpSpPr/>
          <p:nvPr/>
        </p:nvGrpSpPr>
        <p:grpSpPr>
          <a:xfrm>
            <a:off x="6911716" y="1159522"/>
            <a:ext cx="707760" cy="84960"/>
            <a:chOff x="6911716" y="1159522"/>
            <a:chExt cx="707760" cy="8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F567537-3ECB-40CA-F801-7773A498E0B8}"/>
                    </a:ext>
                  </a:extLst>
                </p14:cNvPr>
                <p14:cNvContentPartPr/>
                <p14:nvPr/>
              </p14:nvContentPartPr>
              <p14:xfrm>
                <a:off x="6911716" y="1199122"/>
                <a:ext cx="104400" cy="453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F567537-3ECB-40CA-F801-7773A498E0B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905596" y="1193002"/>
                  <a:ext cx="1166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F1AEB5B-DF08-109F-6162-BB87E12147DD}"/>
                    </a:ext>
                  </a:extLst>
                </p14:cNvPr>
                <p14:cNvContentPartPr/>
                <p14:nvPr/>
              </p14:nvContentPartPr>
              <p14:xfrm>
                <a:off x="7256956" y="1163842"/>
                <a:ext cx="84600" cy="475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F1AEB5B-DF08-109F-6162-BB87E12147D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250836" y="1157722"/>
                  <a:ext cx="968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B682474-8E1C-6B6F-95B3-559612A9E513}"/>
                    </a:ext>
                  </a:extLst>
                </p14:cNvPr>
                <p14:cNvContentPartPr/>
                <p14:nvPr/>
              </p14:nvContentPartPr>
              <p14:xfrm>
                <a:off x="7522996" y="1159522"/>
                <a:ext cx="96480" cy="446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B682474-8E1C-6B6F-95B3-559612A9E51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516876" y="1153402"/>
                  <a:ext cx="108720" cy="5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B3226B34-510E-BD01-94A0-D77AED2F6885}"/>
                  </a:ext>
                </a:extLst>
              </p14:cNvPr>
              <p14:cNvContentPartPr/>
              <p14:nvPr/>
            </p14:nvContentPartPr>
            <p14:xfrm>
              <a:off x="5320156" y="1186522"/>
              <a:ext cx="2451960" cy="133344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B3226B34-510E-BD01-94A0-D77AED2F688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311156" y="1177882"/>
                <a:ext cx="2469600" cy="13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11769FB9-502E-C1B6-C035-57FE05A725DD}"/>
                  </a:ext>
                </a:extLst>
              </p14:cNvPr>
              <p14:cNvContentPartPr/>
              <p14:nvPr/>
            </p14:nvContentPartPr>
            <p14:xfrm>
              <a:off x="5422756" y="1188682"/>
              <a:ext cx="1188000" cy="127512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11769FB9-502E-C1B6-C035-57FE05A725D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413756" y="1180042"/>
                <a:ext cx="1205640" cy="129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09C773C8-5E9A-0170-BE05-698225DA85EB}"/>
              </a:ext>
            </a:extLst>
          </p:cNvPr>
          <p:cNvGrpSpPr/>
          <p:nvPr/>
        </p:nvGrpSpPr>
        <p:grpSpPr>
          <a:xfrm>
            <a:off x="3198316" y="1129282"/>
            <a:ext cx="360720" cy="331200"/>
            <a:chOff x="3198316" y="1129282"/>
            <a:chExt cx="360720" cy="33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8818104-0BCE-0C76-0FF5-AB04903EC2EB}"/>
                    </a:ext>
                  </a:extLst>
                </p14:cNvPr>
                <p14:cNvContentPartPr/>
                <p14:nvPr/>
              </p14:nvContentPartPr>
              <p14:xfrm>
                <a:off x="3212716" y="1129282"/>
                <a:ext cx="250560" cy="1789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8818104-0BCE-0C76-0FF5-AB04903EC2E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203716" y="1120642"/>
                  <a:ext cx="2682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416E456-982C-F3AE-1467-E7B962549C2C}"/>
                    </a:ext>
                  </a:extLst>
                </p14:cNvPr>
                <p14:cNvContentPartPr/>
                <p14:nvPr/>
              </p14:nvContentPartPr>
              <p14:xfrm>
                <a:off x="3198316" y="1240522"/>
                <a:ext cx="360720" cy="219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416E456-982C-F3AE-1467-E7B962549C2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189316" y="1231882"/>
                  <a:ext cx="378360" cy="23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78160C4-3238-E5FC-43C5-6F5BA4136A28}"/>
              </a:ext>
            </a:extLst>
          </p:cNvPr>
          <p:cNvGrpSpPr/>
          <p:nvPr/>
        </p:nvGrpSpPr>
        <p:grpSpPr>
          <a:xfrm>
            <a:off x="6609676" y="1160242"/>
            <a:ext cx="2415240" cy="1070280"/>
            <a:chOff x="6609676" y="1160242"/>
            <a:chExt cx="2415240" cy="107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4A26271-42DB-8FC5-6090-C40483469D5D}"/>
                    </a:ext>
                  </a:extLst>
                </p14:cNvPr>
                <p14:cNvContentPartPr/>
                <p14:nvPr/>
              </p14:nvContentPartPr>
              <p14:xfrm>
                <a:off x="6930436" y="1227922"/>
                <a:ext cx="299880" cy="1002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4A26271-42DB-8FC5-6090-C40483469D5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921796" y="1219282"/>
                  <a:ext cx="317520" cy="10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522C734-0937-58E0-CB24-55E57BEE982D}"/>
                    </a:ext>
                  </a:extLst>
                </p14:cNvPr>
                <p14:cNvContentPartPr/>
                <p14:nvPr/>
              </p14:nvContentPartPr>
              <p14:xfrm>
                <a:off x="6953836" y="1160242"/>
                <a:ext cx="740880" cy="475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522C734-0937-58E0-CB24-55E57BEE982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944836" y="1151242"/>
                  <a:ext cx="7585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10EC1B2-F1FD-613E-57F9-C17A0CDD0438}"/>
                    </a:ext>
                  </a:extLst>
                </p14:cNvPr>
                <p14:cNvContentPartPr/>
                <p14:nvPr/>
              </p14:nvContentPartPr>
              <p14:xfrm>
                <a:off x="7240756" y="1494322"/>
                <a:ext cx="568440" cy="21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10EC1B2-F1FD-613E-57F9-C17A0CDD043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231756" y="1485322"/>
                  <a:ext cx="5860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B2C2820-0D43-FA34-AF6B-A469B3C94606}"/>
                    </a:ext>
                  </a:extLst>
                </p14:cNvPr>
                <p14:cNvContentPartPr/>
                <p14:nvPr/>
              </p14:nvContentPartPr>
              <p14:xfrm>
                <a:off x="8021236" y="1424842"/>
                <a:ext cx="360" cy="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B2C2820-0D43-FA34-AF6B-A469B3C9460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012596" y="141620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4D090A6-CEFB-ACED-0D4A-681D6B548F71}"/>
                    </a:ext>
                  </a:extLst>
                </p14:cNvPr>
                <p14:cNvContentPartPr/>
                <p14:nvPr/>
              </p14:nvContentPartPr>
              <p14:xfrm>
                <a:off x="7933396" y="1381642"/>
                <a:ext cx="592920" cy="313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4D090A6-CEFB-ACED-0D4A-681D6B548F7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924396" y="1372642"/>
                  <a:ext cx="61056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B4F95E7-9F96-8330-4BF4-95A8EA307B84}"/>
                    </a:ext>
                  </a:extLst>
                </p14:cNvPr>
                <p14:cNvContentPartPr/>
                <p14:nvPr/>
              </p14:nvContentPartPr>
              <p14:xfrm>
                <a:off x="8552956" y="1270042"/>
                <a:ext cx="56520" cy="2174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B4F95E7-9F96-8330-4BF4-95A8EA307B8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543956" y="1261402"/>
                  <a:ext cx="741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CA69975-498E-582F-5F06-C3318D11B24C}"/>
                    </a:ext>
                  </a:extLst>
                </p14:cNvPr>
                <p14:cNvContentPartPr/>
                <p14:nvPr/>
              </p14:nvContentPartPr>
              <p14:xfrm>
                <a:off x="8623876" y="1338442"/>
                <a:ext cx="175320" cy="1386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CA69975-498E-582F-5F06-C3318D11B24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615236" y="1329802"/>
                  <a:ext cx="1929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05FBC74-39FA-5E53-4052-38BBF58CC2DF}"/>
                    </a:ext>
                  </a:extLst>
                </p14:cNvPr>
                <p14:cNvContentPartPr/>
                <p14:nvPr/>
              </p14:nvContentPartPr>
              <p14:xfrm>
                <a:off x="8805316" y="1295242"/>
                <a:ext cx="142560" cy="1468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05FBC74-39FA-5E53-4052-38BBF58CC2D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796316" y="1286602"/>
                  <a:ext cx="1602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4511033-8AEE-8173-05F6-BF21FD1C28E5}"/>
                    </a:ext>
                  </a:extLst>
                </p14:cNvPr>
                <p14:cNvContentPartPr/>
                <p14:nvPr/>
              </p14:nvContentPartPr>
              <p14:xfrm>
                <a:off x="8805676" y="1352482"/>
                <a:ext cx="166320" cy="464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4511033-8AEE-8173-05F6-BF21FD1C28E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797036" y="1343842"/>
                  <a:ext cx="1839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F8432A4-991B-5CB5-2460-ED96567032C4}"/>
                    </a:ext>
                  </a:extLst>
                </p14:cNvPr>
                <p14:cNvContentPartPr/>
                <p14:nvPr/>
              </p14:nvContentPartPr>
              <p14:xfrm>
                <a:off x="8074876" y="1763602"/>
                <a:ext cx="251280" cy="1281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F8432A4-991B-5CB5-2460-ED96567032C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065876" y="1754962"/>
                  <a:ext cx="2689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6546169-9EBF-5D17-B486-6DA36589C18B}"/>
                    </a:ext>
                  </a:extLst>
                </p14:cNvPr>
                <p14:cNvContentPartPr/>
                <p14:nvPr/>
              </p14:nvContentPartPr>
              <p14:xfrm>
                <a:off x="8411116" y="1754242"/>
                <a:ext cx="112680" cy="813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6546169-9EBF-5D17-B486-6DA36589C18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402476" y="1745602"/>
                  <a:ext cx="1303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0747E94-F6E3-F400-E00C-2A385D2E5BDE}"/>
                    </a:ext>
                  </a:extLst>
                </p14:cNvPr>
                <p14:cNvContentPartPr/>
                <p14:nvPr/>
              </p14:nvContentPartPr>
              <p14:xfrm>
                <a:off x="8564116" y="1550842"/>
                <a:ext cx="460800" cy="2991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0747E94-F6E3-F400-E00C-2A385D2E5BD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555116" y="1541842"/>
                  <a:ext cx="47844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BFAD728-040F-09EF-32C8-D13A8C045D7C}"/>
                    </a:ext>
                  </a:extLst>
                </p14:cNvPr>
                <p14:cNvContentPartPr/>
                <p14:nvPr/>
              </p14:nvContentPartPr>
              <p14:xfrm>
                <a:off x="6609676" y="1207402"/>
                <a:ext cx="523800" cy="10220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BFAD728-040F-09EF-32C8-D13A8C045D7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601036" y="1198402"/>
                  <a:ext cx="541440" cy="103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7A89015-AB21-FC05-47C5-81060724FAE9}"/>
              </a:ext>
            </a:extLst>
          </p:cNvPr>
          <p:cNvGrpSpPr/>
          <p:nvPr/>
        </p:nvGrpSpPr>
        <p:grpSpPr>
          <a:xfrm>
            <a:off x="6792916" y="1946482"/>
            <a:ext cx="640800" cy="470880"/>
            <a:chOff x="6792916" y="1946482"/>
            <a:chExt cx="640800" cy="47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6C1F965-A4F0-CB81-D65B-FD1AEFBA0262}"/>
                    </a:ext>
                  </a:extLst>
                </p14:cNvPr>
                <p14:cNvContentPartPr/>
                <p14:nvPr/>
              </p14:nvContentPartPr>
              <p14:xfrm>
                <a:off x="6899836" y="2129362"/>
                <a:ext cx="360" cy="61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6C1F965-A4F0-CB81-D65B-FD1AEFBA026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890836" y="2120722"/>
                  <a:ext cx="180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43597CF-22E3-5949-C209-6E793E3F6401}"/>
                    </a:ext>
                  </a:extLst>
                </p14:cNvPr>
                <p14:cNvContentPartPr/>
                <p14:nvPr/>
              </p14:nvContentPartPr>
              <p14:xfrm>
                <a:off x="6827836" y="2263642"/>
                <a:ext cx="11160" cy="205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43597CF-22E3-5949-C209-6E793E3F640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819196" y="2254642"/>
                  <a:ext cx="288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CD3C1C6-5665-CC5C-DC6C-62B0F676E176}"/>
                    </a:ext>
                  </a:extLst>
                </p14:cNvPr>
                <p14:cNvContentPartPr/>
                <p14:nvPr/>
              </p14:nvContentPartPr>
              <p14:xfrm>
                <a:off x="6846196" y="2364082"/>
                <a:ext cx="51840" cy="79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CD3C1C6-5665-CC5C-DC6C-62B0F676E17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837556" y="2355442"/>
                  <a:ext cx="694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B1F8DA8-4868-646E-499D-D5EC8F23E551}"/>
                    </a:ext>
                  </a:extLst>
                </p14:cNvPr>
                <p14:cNvContentPartPr/>
                <p14:nvPr/>
              </p14:nvContentPartPr>
              <p14:xfrm>
                <a:off x="7193596" y="2352922"/>
                <a:ext cx="22320" cy="122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B1F8DA8-4868-646E-499D-D5EC8F23E55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184596" y="2343922"/>
                  <a:ext cx="399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3E09BD1-DD84-B5FC-36DA-E437D24F790D}"/>
                    </a:ext>
                  </a:extLst>
                </p14:cNvPr>
                <p14:cNvContentPartPr/>
                <p14:nvPr/>
              </p14:nvContentPartPr>
              <p14:xfrm>
                <a:off x="7279636" y="2181562"/>
                <a:ext cx="66240" cy="1116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3E09BD1-DD84-B5FC-36DA-E437D24F790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270996" y="2172922"/>
                  <a:ext cx="838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51D3E26-7FFB-CDBD-4ED1-2A4E02463F90}"/>
                    </a:ext>
                  </a:extLst>
                </p14:cNvPr>
                <p14:cNvContentPartPr/>
                <p14:nvPr/>
              </p14:nvContentPartPr>
              <p14:xfrm>
                <a:off x="7202236" y="2040082"/>
                <a:ext cx="117360" cy="583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51D3E26-7FFB-CDBD-4ED1-2A4E02463F9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193596" y="2031442"/>
                  <a:ext cx="1350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3136593-824E-8D5C-AB51-587F38172F9A}"/>
                    </a:ext>
                  </a:extLst>
                </p14:cNvPr>
                <p14:cNvContentPartPr/>
                <p14:nvPr/>
              </p14:nvContentPartPr>
              <p14:xfrm>
                <a:off x="6836116" y="2014882"/>
                <a:ext cx="163440" cy="702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3136593-824E-8D5C-AB51-587F38172F9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827476" y="2006242"/>
                  <a:ext cx="1810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390AD06-0F45-FB60-B6DB-B95CA5753586}"/>
                    </a:ext>
                  </a:extLst>
                </p14:cNvPr>
                <p14:cNvContentPartPr/>
                <p14:nvPr/>
              </p14:nvContentPartPr>
              <p14:xfrm>
                <a:off x="6792916" y="2169682"/>
                <a:ext cx="400320" cy="2476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390AD06-0F45-FB60-B6DB-B95CA575358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783916" y="2161042"/>
                  <a:ext cx="4179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C4E8C0C-41C8-61DA-4920-F3B0AD91B1C8}"/>
                    </a:ext>
                  </a:extLst>
                </p14:cNvPr>
                <p14:cNvContentPartPr/>
                <p14:nvPr/>
              </p14:nvContentPartPr>
              <p14:xfrm>
                <a:off x="7337596" y="2115682"/>
                <a:ext cx="96120" cy="2613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C4E8C0C-41C8-61DA-4920-F3B0AD91B1C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328596" y="2106682"/>
                  <a:ext cx="1137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91F11CD-3723-9483-E905-3DDA809E69B7}"/>
                    </a:ext>
                  </a:extLst>
                </p14:cNvPr>
                <p14:cNvContentPartPr/>
                <p14:nvPr/>
              </p14:nvContentPartPr>
              <p14:xfrm>
                <a:off x="7328236" y="1982482"/>
                <a:ext cx="87120" cy="392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91F11CD-3723-9483-E905-3DDA809E69B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319236" y="1973482"/>
                  <a:ext cx="1047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C5ECBA7-5814-7648-FDCC-7ABB9F7488E1}"/>
                    </a:ext>
                  </a:extLst>
                </p14:cNvPr>
                <p14:cNvContentPartPr/>
                <p14:nvPr/>
              </p14:nvContentPartPr>
              <p14:xfrm>
                <a:off x="6805156" y="1946482"/>
                <a:ext cx="469080" cy="1778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C5ECBA7-5814-7648-FDCC-7ABB9F7488E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796516" y="1937482"/>
                  <a:ext cx="486720" cy="19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D6B7EF4C-008A-88D6-2436-1F3774385040}"/>
              </a:ext>
            </a:extLst>
          </p:cNvPr>
          <p:cNvGrpSpPr/>
          <p:nvPr/>
        </p:nvGrpSpPr>
        <p:grpSpPr>
          <a:xfrm>
            <a:off x="323356" y="718522"/>
            <a:ext cx="7389720" cy="3151440"/>
            <a:chOff x="323356" y="718522"/>
            <a:chExt cx="7389720" cy="315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E7BF70D-F56B-D00C-B5EC-E58CE4D60BB7}"/>
                    </a:ext>
                  </a:extLst>
                </p14:cNvPr>
                <p14:cNvContentPartPr/>
                <p14:nvPr/>
              </p14:nvContentPartPr>
              <p14:xfrm>
                <a:off x="4811836" y="1650202"/>
                <a:ext cx="51480" cy="19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E7BF70D-F56B-D00C-B5EC-E58CE4D60BB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802836" y="1641202"/>
                  <a:ext cx="691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F288328-DCB6-3BD3-71F6-95517F71AEEA}"/>
                    </a:ext>
                  </a:extLst>
                </p14:cNvPr>
                <p14:cNvContentPartPr/>
                <p14:nvPr/>
              </p14:nvContentPartPr>
              <p14:xfrm>
                <a:off x="5086156" y="897082"/>
                <a:ext cx="136080" cy="1779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F288328-DCB6-3BD3-71F6-95517F71AEE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077156" y="888442"/>
                  <a:ext cx="153720" cy="17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4468C1F-FFFE-D391-B32B-225CD0B83736}"/>
                    </a:ext>
                  </a:extLst>
                </p14:cNvPr>
                <p14:cNvContentPartPr/>
                <p14:nvPr/>
              </p14:nvContentPartPr>
              <p14:xfrm>
                <a:off x="4538596" y="2368042"/>
                <a:ext cx="3127680" cy="316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4468C1F-FFFE-D391-B32B-225CD0B8373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529956" y="2359042"/>
                  <a:ext cx="31453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FB50283-D948-4C27-9CAD-BD8DCB286FAF}"/>
                    </a:ext>
                  </a:extLst>
                </p14:cNvPr>
                <p14:cNvContentPartPr/>
                <p14:nvPr/>
              </p14:nvContentPartPr>
              <p14:xfrm>
                <a:off x="7518676" y="2528242"/>
                <a:ext cx="159480" cy="1072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FB50283-D948-4C27-9CAD-BD8DCB286FA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510036" y="2519602"/>
                  <a:ext cx="1771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578271C-7169-0487-95B7-B4D0677FD53E}"/>
                    </a:ext>
                  </a:extLst>
                </p14:cNvPr>
                <p14:cNvContentPartPr/>
                <p14:nvPr/>
              </p14:nvContentPartPr>
              <p14:xfrm>
                <a:off x="7527676" y="2540122"/>
                <a:ext cx="185400" cy="921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578271C-7169-0487-95B7-B4D0677FD53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518676" y="2531482"/>
                  <a:ext cx="2030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13DE324-965C-DCF6-576C-23E5515AF174}"/>
                    </a:ext>
                  </a:extLst>
                </p14:cNvPr>
                <p14:cNvContentPartPr/>
                <p14:nvPr/>
              </p14:nvContentPartPr>
              <p14:xfrm>
                <a:off x="4796716" y="1021642"/>
                <a:ext cx="286920" cy="290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13DE324-965C-DCF6-576C-23E5515AF17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787716" y="1013002"/>
                  <a:ext cx="30456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C1A0D84-317E-9565-2F08-4ADE31935C38}"/>
                    </a:ext>
                  </a:extLst>
                </p14:cNvPr>
                <p14:cNvContentPartPr/>
                <p14:nvPr/>
              </p14:nvContentPartPr>
              <p14:xfrm>
                <a:off x="1066396" y="762802"/>
                <a:ext cx="317880" cy="290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C1A0D84-317E-9565-2F08-4ADE31935C3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57396" y="754162"/>
                  <a:ext cx="33552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6616D80-8AC1-E617-A876-6C97C8C9D287}"/>
                    </a:ext>
                  </a:extLst>
                </p14:cNvPr>
                <p14:cNvContentPartPr/>
                <p14:nvPr/>
              </p14:nvContentPartPr>
              <p14:xfrm>
                <a:off x="1543036" y="911122"/>
                <a:ext cx="31680" cy="972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6616D80-8AC1-E617-A876-6C97C8C9D28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534396" y="902122"/>
                  <a:ext cx="493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E9BB9F2-96B1-3A4A-264B-7E4C52C956F7}"/>
                    </a:ext>
                  </a:extLst>
                </p14:cNvPr>
                <p14:cNvContentPartPr/>
                <p14:nvPr/>
              </p14:nvContentPartPr>
              <p14:xfrm>
                <a:off x="1456996" y="806722"/>
                <a:ext cx="146880" cy="64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E9BB9F2-96B1-3A4A-264B-7E4C52C956F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447996" y="797722"/>
                  <a:ext cx="1645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F326456-C077-7AEC-EAB7-9A9B7194241C}"/>
                    </a:ext>
                  </a:extLst>
                </p14:cNvPr>
                <p14:cNvContentPartPr/>
                <p14:nvPr/>
              </p14:nvContentPartPr>
              <p14:xfrm>
                <a:off x="1614676" y="841282"/>
                <a:ext cx="217440" cy="203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F326456-C077-7AEC-EAB7-9A9B7194241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606036" y="832642"/>
                  <a:ext cx="2350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2B0402A-F840-AEC1-FED9-72D818B52EB9}"/>
                    </a:ext>
                  </a:extLst>
                </p14:cNvPr>
                <p14:cNvContentPartPr/>
                <p14:nvPr/>
              </p14:nvContentPartPr>
              <p14:xfrm>
                <a:off x="1788556" y="820402"/>
                <a:ext cx="569880" cy="196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2B0402A-F840-AEC1-FED9-72D818B52EB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779556" y="811762"/>
                  <a:ext cx="5875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4A9166C-5BBE-9A1E-96E0-A27C38AF8E22}"/>
                    </a:ext>
                  </a:extLst>
                </p14:cNvPr>
                <p14:cNvContentPartPr/>
                <p14:nvPr/>
              </p14:nvContentPartPr>
              <p14:xfrm>
                <a:off x="2365276" y="820042"/>
                <a:ext cx="272880" cy="460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4A9166C-5BBE-9A1E-96E0-A27C38AF8E2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356276" y="811402"/>
                  <a:ext cx="29052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CD0D380-3B86-4E9C-A8A2-908014C3DEF3}"/>
                    </a:ext>
                  </a:extLst>
                </p14:cNvPr>
                <p14:cNvContentPartPr/>
                <p14:nvPr/>
              </p14:nvContentPartPr>
              <p14:xfrm>
                <a:off x="2705116" y="796642"/>
                <a:ext cx="273960" cy="161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CD0D380-3B86-4E9C-A8A2-908014C3DEF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696116" y="787642"/>
                  <a:ext cx="2916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2B88975-8D27-559C-5576-93626BFAD9A1}"/>
                    </a:ext>
                  </a:extLst>
                </p14:cNvPr>
                <p14:cNvContentPartPr/>
                <p14:nvPr/>
              </p14:nvContentPartPr>
              <p14:xfrm>
                <a:off x="3026596" y="765682"/>
                <a:ext cx="201600" cy="144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2B88975-8D27-559C-5576-93626BFAD9A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017596" y="757042"/>
                  <a:ext cx="2192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7D5A8CD-AA6E-71B2-9D3C-17E42934362F}"/>
                    </a:ext>
                  </a:extLst>
                </p14:cNvPr>
                <p14:cNvContentPartPr/>
                <p14:nvPr/>
              </p14:nvContentPartPr>
              <p14:xfrm>
                <a:off x="3236116" y="744442"/>
                <a:ext cx="266040" cy="171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7D5A8CD-AA6E-71B2-9D3C-17E42934362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227116" y="735802"/>
                  <a:ext cx="2836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8F39536-BFDC-EE34-B001-F9BAA4207B40}"/>
                    </a:ext>
                  </a:extLst>
                </p14:cNvPr>
                <p14:cNvContentPartPr/>
                <p14:nvPr/>
              </p14:nvContentPartPr>
              <p14:xfrm>
                <a:off x="3463636" y="718522"/>
                <a:ext cx="337680" cy="236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8F39536-BFDC-EE34-B001-F9BAA4207B4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454996" y="709522"/>
                  <a:ext cx="3553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D14DE8B-C2AB-F1D3-1546-F03A750A018C}"/>
                    </a:ext>
                  </a:extLst>
                </p14:cNvPr>
                <p14:cNvContentPartPr/>
                <p14:nvPr/>
              </p14:nvContentPartPr>
              <p14:xfrm>
                <a:off x="325156" y="1479562"/>
                <a:ext cx="462600" cy="102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D14DE8B-C2AB-F1D3-1546-F03A750A018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16516" y="1470922"/>
                  <a:ext cx="4802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38FFB4A-F4D0-0E78-95ED-D99DCD9953BF}"/>
                    </a:ext>
                  </a:extLst>
                </p14:cNvPr>
                <p14:cNvContentPartPr/>
                <p14:nvPr/>
              </p14:nvContentPartPr>
              <p14:xfrm>
                <a:off x="652756" y="1373362"/>
                <a:ext cx="218160" cy="245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38FFB4A-F4D0-0E78-95ED-D99DCD9953B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44116" y="1364722"/>
                  <a:ext cx="2358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F3C8039-6CFC-E652-2101-E389CAC5E732}"/>
                    </a:ext>
                  </a:extLst>
                </p14:cNvPr>
                <p14:cNvContentPartPr/>
                <p14:nvPr/>
              </p14:nvContentPartPr>
              <p14:xfrm>
                <a:off x="1124716" y="1234762"/>
                <a:ext cx="179280" cy="357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F3C8039-6CFC-E652-2101-E389CAC5E73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16076" y="1225762"/>
                  <a:ext cx="19692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CCFC9AF-8068-2F10-6573-96E558F0AB2F}"/>
                    </a:ext>
                  </a:extLst>
                </p14:cNvPr>
                <p14:cNvContentPartPr/>
                <p14:nvPr/>
              </p14:nvContentPartPr>
              <p14:xfrm>
                <a:off x="1111036" y="1277602"/>
                <a:ext cx="320040" cy="378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CCFC9AF-8068-2F10-6573-96E558F0AB2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02036" y="1268962"/>
                  <a:ext cx="33768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607CD91-8562-24A8-0006-617658068746}"/>
                    </a:ext>
                  </a:extLst>
                </p14:cNvPr>
                <p14:cNvContentPartPr/>
                <p14:nvPr/>
              </p14:nvContentPartPr>
              <p14:xfrm>
                <a:off x="1508836" y="1320082"/>
                <a:ext cx="113760" cy="237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607CD91-8562-24A8-0006-61765806874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500196" y="1311082"/>
                  <a:ext cx="1314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2F6C586-72B4-EE1A-6A71-B6CD4448836E}"/>
                    </a:ext>
                  </a:extLst>
                </p14:cNvPr>
                <p14:cNvContentPartPr/>
                <p14:nvPr/>
              </p14:nvContentPartPr>
              <p14:xfrm>
                <a:off x="1706476" y="1170682"/>
                <a:ext cx="32400" cy="448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2F6C586-72B4-EE1A-6A71-B6CD4448836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697836" y="1162042"/>
                  <a:ext cx="5004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94A7933-C294-6C09-CC2F-1D356630BF07}"/>
                    </a:ext>
                  </a:extLst>
                </p14:cNvPr>
                <p14:cNvContentPartPr/>
                <p14:nvPr/>
              </p14:nvContentPartPr>
              <p14:xfrm>
                <a:off x="1646356" y="1347442"/>
                <a:ext cx="298440" cy="109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94A7933-C294-6C09-CC2F-1D356630BF0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637356" y="1338802"/>
                  <a:ext cx="3160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C312BA3-0EFB-4AE1-A2DB-FB340C720ED5}"/>
                    </a:ext>
                  </a:extLst>
                </p14:cNvPr>
                <p14:cNvContentPartPr/>
                <p14:nvPr/>
              </p14:nvContentPartPr>
              <p14:xfrm>
                <a:off x="1995916" y="1142602"/>
                <a:ext cx="24840" cy="372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C312BA3-0EFB-4AE1-A2DB-FB340C720ED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987276" y="1133602"/>
                  <a:ext cx="4248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36FE171-5E25-F64A-1F3D-E526FD9CD5B7}"/>
                    </a:ext>
                  </a:extLst>
                </p14:cNvPr>
                <p14:cNvContentPartPr/>
                <p14:nvPr/>
              </p14:nvContentPartPr>
              <p14:xfrm>
                <a:off x="2162596" y="1444282"/>
                <a:ext cx="19800" cy="140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36FE171-5E25-F64A-1F3D-E526FD9CD5B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153956" y="1435642"/>
                  <a:ext cx="374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7275E03-9EFC-4209-9373-A739EC26CF18}"/>
                    </a:ext>
                  </a:extLst>
                </p14:cNvPr>
                <p14:cNvContentPartPr/>
                <p14:nvPr/>
              </p14:nvContentPartPr>
              <p14:xfrm>
                <a:off x="2161516" y="1263202"/>
                <a:ext cx="210600" cy="86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7275E03-9EFC-4209-9373-A739EC26CF1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152516" y="1254562"/>
                  <a:ext cx="2282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7C5B497-492E-E322-FCFE-E3FCE6D2B4E5}"/>
                    </a:ext>
                  </a:extLst>
                </p14:cNvPr>
                <p14:cNvContentPartPr/>
                <p14:nvPr/>
              </p14:nvContentPartPr>
              <p14:xfrm>
                <a:off x="2323516" y="1213522"/>
                <a:ext cx="501840" cy="371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7C5B497-492E-E322-FCFE-E3FCE6D2B4E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314876" y="1204882"/>
                  <a:ext cx="51948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483713B-9D85-E20B-B89A-EEBA4DA7FC29}"/>
                    </a:ext>
                  </a:extLst>
                </p14:cNvPr>
                <p14:cNvContentPartPr/>
                <p14:nvPr/>
              </p14:nvContentPartPr>
              <p14:xfrm>
                <a:off x="2788636" y="1206682"/>
                <a:ext cx="239400" cy="228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483713B-9D85-E20B-B89A-EEBA4DA7FC2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779996" y="1197682"/>
                  <a:ext cx="2570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F4DC84F-5E56-33F1-7E61-D0F2FAF364B6}"/>
                    </a:ext>
                  </a:extLst>
                </p14:cNvPr>
                <p14:cNvContentPartPr/>
                <p14:nvPr/>
              </p14:nvContentPartPr>
              <p14:xfrm>
                <a:off x="1324876" y="1626082"/>
                <a:ext cx="1346040" cy="194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F4DC84F-5E56-33F1-7E61-D0F2FAF364B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315876" y="1617442"/>
                  <a:ext cx="13636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A57F6A2-DD02-AEE9-90A4-C5E7677E6DAA}"/>
                    </a:ext>
                  </a:extLst>
                </p14:cNvPr>
                <p14:cNvContentPartPr/>
                <p14:nvPr/>
              </p14:nvContentPartPr>
              <p14:xfrm>
                <a:off x="2649676" y="1353202"/>
                <a:ext cx="72000" cy="106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A57F6A2-DD02-AEE9-90A4-C5E7677E6DA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640676" y="1344562"/>
                  <a:ext cx="896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4656638-C007-74C4-1A3C-B42A43E97A2D}"/>
                    </a:ext>
                  </a:extLst>
                </p14:cNvPr>
                <p14:cNvContentPartPr/>
                <p14:nvPr/>
              </p14:nvContentPartPr>
              <p14:xfrm>
                <a:off x="496876" y="2033242"/>
                <a:ext cx="320400" cy="306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4656638-C007-74C4-1A3C-B42A43E97A2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88236" y="2024602"/>
                  <a:ext cx="3380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7522B20-D6BF-1790-232E-8057B4E26A33}"/>
                    </a:ext>
                  </a:extLst>
                </p14:cNvPr>
                <p14:cNvContentPartPr/>
                <p14:nvPr/>
              </p14:nvContentPartPr>
              <p14:xfrm>
                <a:off x="661756" y="1929562"/>
                <a:ext cx="209520" cy="227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7522B20-D6BF-1790-232E-8057B4E26A3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52756" y="1920562"/>
                  <a:ext cx="2271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1820BBC-10C1-7F65-C38A-704F3C56AA7F}"/>
                    </a:ext>
                  </a:extLst>
                </p14:cNvPr>
                <p14:cNvContentPartPr/>
                <p14:nvPr/>
              </p14:nvContentPartPr>
              <p14:xfrm>
                <a:off x="1102756" y="1892122"/>
                <a:ext cx="241920" cy="4276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1820BBC-10C1-7F65-C38A-704F3C56AA7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94116" y="1883122"/>
                  <a:ext cx="25956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4FB1A83-2B0F-5E09-1C8B-37918F3A1D0A}"/>
                    </a:ext>
                  </a:extLst>
                </p14:cNvPr>
                <p14:cNvContentPartPr/>
                <p14:nvPr/>
              </p14:nvContentPartPr>
              <p14:xfrm>
                <a:off x="1372396" y="2076442"/>
                <a:ext cx="145800" cy="1566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4FB1A83-2B0F-5E09-1C8B-37918F3A1D0A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363756" y="2067442"/>
                  <a:ext cx="1634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1CDD1B8-F631-76B6-28AC-6F475894AD11}"/>
                    </a:ext>
                  </a:extLst>
                </p14:cNvPr>
                <p14:cNvContentPartPr/>
                <p14:nvPr/>
              </p14:nvContentPartPr>
              <p14:xfrm>
                <a:off x="1638076" y="1901122"/>
                <a:ext cx="33840" cy="3016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1CDD1B8-F631-76B6-28AC-6F475894AD11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629076" y="1892482"/>
                  <a:ext cx="514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4350962-A231-0F46-1A84-2DF25877E824}"/>
                    </a:ext>
                  </a:extLst>
                </p14:cNvPr>
                <p14:cNvContentPartPr/>
                <p14:nvPr/>
              </p14:nvContentPartPr>
              <p14:xfrm>
                <a:off x="1728436" y="2038282"/>
                <a:ext cx="154440" cy="1087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4350962-A231-0F46-1A84-2DF25877E824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719796" y="2029642"/>
                  <a:ext cx="1720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CBB72D8-1FB9-18CA-BDA0-5314C9852B6D}"/>
                    </a:ext>
                  </a:extLst>
                </p14:cNvPr>
                <p14:cNvContentPartPr/>
                <p14:nvPr/>
              </p14:nvContentPartPr>
              <p14:xfrm>
                <a:off x="1941916" y="1870162"/>
                <a:ext cx="30600" cy="3085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CBB72D8-1FB9-18CA-BDA0-5314C9852B6D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932916" y="1861522"/>
                  <a:ext cx="4824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3B8A85D-8017-87A6-0A6F-8B4BFA95A616}"/>
                    </a:ext>
                  </a:extLst>
                </p14:cNvPr>
                <p14:cNvContentPartPr/>
                <p14:nvPr/>
              </p14:nvContentPartPr>
              <p14:xfrm>
                <a:off x="1873156" y="1920922"/>
                <a:ext cx="576000" cy="2109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3B8A85D-8017-87A6-0A6F-8B4BFA95A61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864516" y="1912282"/>
                  <a:ext cx="5936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E3AA39D-8A97-BC68-5ED2-AAA71F766EDB}"/>
                    </a:ext>
                  </a:extLst>
                </p14:cNvPr>
                <p14:cNvContentPartPr/>
                <p14:nvPr/>
              </p14:nvContentPartPr>
              <p14:xfrm>
                <a:off x="2561476" y="1940002"/>
                <a:ext cx="127800" cy="1580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E3AA39D-8A97-BC68-5ED2-AAA71F766ED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552836" y="1931362"/>
                  <a:ext cx="1454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237A18A-8CB0-2AAA-974E-A9DE632A53B7}"/>
                    </a:ext>
                  </a:extLst>
                </p14:cNvPr>
                <p14:cNvContentPartPr/>
                <p14:nvPr/>
              </p14:nvContentPartPr>
              <p14:xfrm>
                <a:off x="2703676" y="1775842"/>
                <a:ext cx="540000" cy="7444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237A18A-8CB0-2AAA-974E-A9DE632A53B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695036" y="1766842"/>
                  <a:ext cx="557640" cy="76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E9AB01B-09B0-94CA-6906-5129B6077529}"/>
                    </a:ext>
                  </a:extLst>
                </p14:cNvPr>
                <p14:cNvContentPartPr/>
                <p14:nvPr/>
              </p14:nvContentPartPr>
              <p14:xfrm>
                <a:off x="3385156" y="1632562"/>
                <a:ext cx="141480" cy="3452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E9AB01B-09B0-94CA-6906-5129B6077529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376156" y="1623562"/>
                  <a:ext cx="15912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822B744-9750-36F8-1B57-9A3198C2F408}"/>
                    </a:ext>
                  </a:extLst>
                </p14:cNvPr>
                <p14:cNvContentPartPr/>
                <p14:nvPr/>
              </p14:nvContentPartPr>
              <p14:xfrm>
                <a:off x="3530956" y="1799962"/>
                <a:ext cx="196200" cy="1616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822B744-9750-36F8-1B57-9A3198C2F408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521956" y="1791322"/>
                  <a:ext cx="2138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CEFDD95-7A35-B3A6-F725-E9B4640B23CD}"/>
                    </a:ext>
                  </a:extLst>
                </p14:cNvPr>
                <p14:cNvContentPartPr/>
                <p14:nvPr/>
              </p14:nvContentPartPr>
              <p14:xfrm>
                <a:off x="3699436" y="1730842"/>
                <a:ext cx="135720" cy="2318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CEFDD95-7A35-B3A6-F725-E9B4640B23C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690796" y="1721842"/>
                  <a:ext cx="1533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CB83169-8501-B412-C3BD-307EB4CCA0D5}"/>
                    </a:ext>
                  </a:extLst>
                </p14:cNvPr>
                <p14:cNvContentPartPr/>
                <p14:nvPr/>
              </p14:nvContentPartPr>
              <p14:xfrm>
                <a:off x="3752356" y="1812922"/>
                <a:ext cx="95400" cy="1324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CB83169-8501-B412-C3BD-307EB4CCA0D5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743716" y="1804282"/>
                  <a:ext cx="1130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53CA9B0-0511-6543-B1F2-4EC5CCBD54F5}"/>
                    </a:ext>
                  </a:extLst>
                </p14:cNvPr>
                <p14:cNvContentPartPr/>
                <p14:nvPr/>
              </p14:nvContentPartPr>
              <p14:xfrm>
                <a:off x="3966916" y="1749562"/>
                <a:ext cx="99000" cy="1180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53CA9B0-0511-6543-B1F2-4EC5CCBD54F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957916" y="1740562"/>
                  <a:ext cx="1166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3C7D6E0-2DBB-3446-B737-2EABC17AF659}"/>
                    </a:ext>
                  </a:extLst>
                </p14:cNvPr>
                <p14:cNvContentPartPr/>
                <p14:nvPr/>
              </p14:nvContentPartPr>
              <p14:xfrm>
                <a:off x="3951796" y="1791682"/>
                <a:ext cx="138240" cy="1004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3C7D6E0-2DBB-3446-B737-2EABC17AF659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943156" y="1783042"/>
                  <a:ext cx="1558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FFC03A8-F304-6190-8E02-55828946EBE0}"/>
                    </a:ext>
                  </a:extLst>
                </p14:cNvPr>
                <p14:cNvContentPartPr/>
                <p14:nvPr/>
              </p14:nvContentPartPr>
              <p14:xfrm>
                <a:off x="3996436" y="1780882"/>
                <a:ext cx="322200" cy="3780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FFC03A8-F304-6190-8E02-55828946EBE0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987796" y="1771882"/>
                  <a:ext cx="33984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1455050-062C-22F0-28A5-9F746912DC27}"/>
                    </a:ext>
                  </a:extLst>
                </p14:cNvPr>
                <p14:cNvContentPartPr/>
                <p14:nvPr/>
              </p14:nvContentPartPr>
              <p14:xfrm>
                <a:off x="3655516" y="1960162"/>
                <a:ext cx="655920" cy="1022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1455050-062C-22F0-28A5-9F746912DC27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646876" y="1951522"/>
                  <a:ext cx="6735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D2B9D57-D5C2-FC57-F7AB-D924C05628D1}"/>
                    </a:ext>
                  </a:extLst>
                </p14:cNvPr>
                <p14:cNvContentPartPr/>
                <p14:nvPr/>
              </p14:nvContentPartPr>
              <p14:xfrm>
                <a:off x="2466076" y="2347162"/>
                <a:ext cx="85320" cy="2728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D2B9D57-D5C2-FC57-F7AB-D924C05628D1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2457076" y="2338522"/>
                  <a:ext cx="1029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F33BD36-6ECE-E3FA-2A3D-3C4188319FB4}"/>
                    </a:ext>
                  </a:extLst>
                </p14:cNvPr>
                <p14:cNvContentPartPr/>
                <p14:nvPr/>
              </p14:nvContentPartPr>
              <p14:xfrm>
                <a:off x="2413876" y="2549842"/>
                <a:ext cx="263160" cy="1627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F33BD36-6ECE-E3FA-2A3D-3C4188319FB4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404876" y="2540842"/>
                  <a:ext cx="2808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622F4DC-53AD-EB07-2213-48331150DADD}"/>
                    </a:ext>
                  </a:extLst>
                </p14:cNvPr>
                <p14:cNvContentPartPr/>
                <p14:nvPr/>
              </p14:nvContentPartPr>
              <p14:xfrm>
                <a:off x="2762356" y="2662522"/>
                <a:ext cx="224280" cy="3790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622F4DC-53AD-EB07-2213-48331150DADD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2753356" y="2653522"/>
                  <a:ext cx="24192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C64B546-E983-2B93-B714-4AAF4EB277DA}"/>
                    </a:ext>
                  </a:extLst>
                </p14:cNvPr>
                <p14:cNvContentPartPr/>
                <p14:nvPr/>
              </p14:nvContentPartPr>
              <p14:xfrm>
                <a:off x="3032716" y="2754682"/>
                <a:ext cx="182160" cy="1990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C64B546-E983-2B93-B714-4AAF4EB277DA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024076" y="2746042"/>
                  <a:ext cx="1998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E6B630A-3452-183C-3B01-E0888F14B814}"/>
                    </a:ext>
                  </a:extLst>
                </p14:cNvPr>
                <p14:cNvContentPartPr/>
                <p14:nvPr/>
              </p14:nvContentPartPr>
              <p14:xfrm>
                <a:off x="3144676" y="2741722"/>
                <a:ext cx="261720" cy="4978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E6B630A-3452-183C-3B01-E0888F14B814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3135676" y="2732722"/>
                  <a:ext cx="279360" cy="51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01FDFC8-EC23-A8A0-4EE6-31872B2EF7D8}"/>
                    </a:ext>
                  </a:extLst>
                </p14:cNvPr>
                <p14:cNvContentPartPr/>
                <p14:nvPr/>
              </p14:nvContentPartPr>
              <p14:xfrm>
                <a:off x="3537796" y="2644522"/>
                <a:ext cx="151920" cy="4478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01FDFC8-EC23-A8A0-4EE6-31872B2EF7D8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528796" y="2635882"/>
                  <a:ext cx="16956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AB4E3E7-1D5E-EFB0-92B2-1CAD5D357480}"/>
                    </a:ext>
                  </a:extLst>
                </p14:cNvPr>
                <p14:cNvContentPartPr/>
                <p14:nvPr/>
              </p14:nvContentPartPr>
              <p14:xfrm>
                <a:off x="3780076" y="2482522"/>
                <a:ext cx="6120" cy="3387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AB4E3E7-1D5E-EFB0-92B2-1CAD5D357480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3771436" y="2473522"/>
                  <a:ext cx="2376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7050184-006D-4759-79BF-9B1F1FCAB1F2}"/>
                    </a:ext>
                  </a:extLst>
                </p14:cNvPr>
                <p14:cNvContentPartPr/>
                <p14:nvPr/>
              </p14:nvContentPartPr>
              <p14:xfrm>
                <a:off x="3781156" y="2713642"/>
                <a:ext cx="227880" cy="1494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7050184-006D-4759-79BF-9B1F1FCAB1F2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3772156" y="2705002"/>
                  <a:ext cx="2455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21B3CB8-0A6B-6EDD-2FAF-282CB1290F9E}"/>
                    </a:ext>
                  </a:extLst>
                </p14:cNvPr>
                <p14:cNvContentPartPr/>
                <p14:nvPr/>
              </p14:nvContentPartPr>
              <p14:xfrm>
                <a:off x="4034236" y="2499442"/>
                <a:ext cx="56880" cy="3942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21B3CB8-0A6B-6EDD-2FAF-282CB1290F9E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025236" y="2490442"/>
                  <a:ext cx="7452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AD50A4C-6F3C-DB2E-2B6A-E7A7122EC20B}"/>
                    </a:ext>
                  </a:extLst>
                </p14:cNvPr>
                <p14:cNvContentPartPr/>
                <p14:nvPr/>
              </p14:nvContentPartPr>
              <p14:xfrm>
                <a:off x="3951076" y="2661802"/>
                <a:ext cx="280800" cy="1450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AD50A4C-6F3C-DB2E-2B6A-E7A7122EC20B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3942436" y="2652802"/>
                  <a:ext cx="2984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B88A8C6-0015-DB3D-EB7B-82C656E9C30F}"/>
                    </a:ext>
                  </a:extLst>
                </p14:cNvPr>
                <p14:cNvContentPartPr/>
                <p14:nvPr/>
              </p14:nvContentPartPr>
              <p14:xfrm>
                <a:off x="2876116" y="2883922"/>
                <a:ext cx="1480320" cy="2192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B88A8C6-0015-DB3D-EB7B-82C656E9C30F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2867476" y="2874922"/>
                  <a:ext cx="14979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7F0384D-AD76-684C-541A-447DFBF07256}"/>
                    </a:ext>
                  </a:extLst>
                </p14:cNvPr>
                <p14:cNvContentPartPr/>
                <p14:nvPr/>
              </p14:nvContentPartPr>
              <p14:xfrm>
                <a:off x="492556" y="3305122"/>
                <a:ext cx="420120" cy="946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7F0384D-AD76-684C-541A-447DFBF07256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83556" y="3296482"/>
                  <a:ext cx="4377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9D97E60-A013-9341-148F-97A053880817}"/>
                    </a:ext>
                  </a:extLst>
                </p14:cNvPr>
                <p14:cNvContentPartPr/>
                <p14:nvPr/>
              </p14:nvContentPartPr>
              <p14:xfrm>
                <a:off x="693076" y="3210802"/>
                <a:ext cx="285840" cy="4014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9D97E60-A013-9341-148F-97A053880817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84436" y="3201802"/>
                  <a:ext cx="30348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BB3AA85-58AD-3FE8-17F8-35104D5EE3A6}"/>
                    </a:ext>
                  </a:extLst>
                </p14:cNvPr>
                <p14:cNvContentPartPr/>
                <p14:nvPr/>
              </p14:nvContentPartPr>
              <p14:xfrm>
                <a:off x="522076" y="3336082"/>
                <a:ext cx="54360" cy="1929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BB3AA85-58AD-3FE8-17F8-35104D5EE3A6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13076" y="3327082"/>
                  <a:ext cx="720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D428A0B-6CD5-7D82-B239-6E21FC30859D}"/>
                    </a:ext>
                  </a:extLst>
                </p14:cNvPr>
                <p14:cNvContentPartPr/>
                <p14:nvPr/>
              </p14:nvContentPartPr>
              <p14:xfrm>
                <a:off x="453676" y="1997242"/>
                <a:ext cx="61200" cy="2822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D428A0B-6CD5-7D82-B239-6E21FC30859D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44676" y="1988602"/>
                  <a:ext cx="7884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49C8D41-B0F6-2286-97BE-4687A7542D2B}"/>
                    </a:ext>
                  </a:extLst>
                </p14:cNvPr>
                <p14:cNvContentPartPr/>
                <p14:nvPr/>
              </p14:nvContentPartPr>
              <p14:xfrm>
                <a:off x="323356" y="1550842"/>
                <a:ext cx="8640" cy="3099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49C8D41-B0F6-2286-97BE-4687A7542D2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314356" y="1541842"/>
                  <a:ext cx="262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5554455-08FA-0968-0BFA-46ABDD54C918}"/>
                    </a:ext>
                  </a:extLst>
                </p14:cNvPr>
                <p14:cNvContentPartPr/>
                <p14:nvPr/>
              </p14:nvContentPartPr>
              <p14:xfrm>
                <a:off x="510556" y="855682"/>
                <a:ext cx="246960" cy="84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5554455-08FA-0968-0BFA-46ABDD54C918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01916" y="846682"/>
                  <a:ext cx="2646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2F15E16-54BD-392B-B18D-B1F1AAC8A598}"/>
                    </a:ext>
                  </a:extLst>
                </p14:cNvPr>
                <p14:cNvContentPartPr/>
                <p14:nvPr/>
              </p14:nvContentPartPr>
              <p14:xfrm>
                <a:off x="520636" y="804562"/>
                <a:ext cx="320760" cy="3405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2F15E16-54BD-392B-B18D-B1F1AAC8A598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511996" y="795922"/>
                  <a:ext cx="33840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F3DB24B-92A4-8BC9-06A6-F2FD998B8B8D}"/>
                    </a:ext>
                  </a:extLst>
                </p14:cNvPr>
                <p14:cNvContentPartPr/>
                <p14:nvPr/>
              </p14:nvContentPartPr>
              <p14:xfrm>
                <a:off x="381676" y="933082"/>
                <a:ext cx="43920" cy="1080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F3DB24B-92A4-8BC9-06A6-F2FD998B8B8D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373036" y="924082"/>
                  <a:ext cx="615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762315E-FFB6-00EE-1CD3-A06CE55510E0}"/>
                    </a:ext>
                  </a:extLst>
                </p14:cNvPr>
                <p14:cNvContentPartPr/>
                <p14:nvPr/>
              </p14:nvContentPartPr>
              <p14:xfrm>
                <a:off x="425956" y="813562"/>
                <a:ext cx="5400" cy="3909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762315E-FFB6-00EE-1CD3-A06CE55510E0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16956" y="804562"/>
                  <a:ext cx="2304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267B79F-080B-87BD-826A-F357471BAEB9}"/>
                    </a:ext>
                  </a:extLst>
                </p14:cNvPr>
                <p14:cNvContentPartPr/>
                <p14:nvPr/>
              </p14:nvContentPartPr>
              <p14:xfrm>
                <a:off x="1236316" y="3141682"/>
                <a:ext cx="269640" cy="5245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267B79F-080B-87BD-826A-F357471BAEB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227676" y="3133042"/>
                  <a:ext cx="28728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8BB8126-B7A1-C91A-580A-5686B88D13A0}"/>
                    </a:ext>
                  </a:extLst>
                </p14:cNvPr>
                <p14:cNvContentPartPr/>
                <p14:nvPr/>
              </p14:nvContentPartPr>
              <p14:xfrm>
                <a:off x="1559596" y="3255082"/>
                <a:ext cx="167040" cy="3438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8BB8126-B7A1-C91A-580A-5686B88D13A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550596" y="3246082"/>
                  <a:ext cx="18468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6F9DF5D-65EA-23B8-861E-B060C1AD2D1A}"/>
                    </a:ext>
                  </a:extLst>
                </p14:cNvPr>
                <p14:cNvContentPartPr/>
                <p14:nvPr/>
              </p14:nvContentPartPr>
              <p14:xfrm>
                <a:off x="1618636" y="3328522"/>
                <a:ext cx="195840" cy="2494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6F9DF5D-65EA-23B8-861E-B060C1AD2D1A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609636" y="3319522"/>
                  <a:ext cx="2134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BBAECA3-2A0D-9BAD-BC70-A6ED42A86A24}"/>
                    </a:ext>
                  </a:extLst>
                </p14:cNvPr>
                <p14:cNvContentPartPr/>
                <p14:nvPr/>
              </p14:nvContentPartPr>
              <p14:xfrm>
                <a:off x="1783516" y="3149962"/>
                <a:ext cx="267840" cy="4161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BBAECA3-2A0D-9BAD-BC70-A6ED42A86A24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774516" y="3140962"/>
                  <a:ext cx="28548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FCD792E-56E5-D267-D606-00F18A8B33C5}"/>
                    </a:ext>
                  </a:extLst>
                </p14:cNvPr>
                <p14:cNvContentPartPr/>
                <p14:nvPr/>
              </p14:nvContentPartPr>
              <p14:xfrm>
                <a:off x="2091316" y="3430042"/>
                <a:ext cx="86040" cy="1058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FCD792E-56E5-D267-D606-00F18A8B33C5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2082316" y="3421042"/>
                  <a:ext cx="1036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690C39D-CA9D-C11A-A357-929C0877AD56}"/>
                    </a:ext>
                  </a:extLst>
                </p14:cNvPr>
                <p14:cNvContentPartPr/>
                <p14:nvPr/>
              </p14:nvContentPartPr>
              <p14:xfrm>
                <a:off x="2162236" y="3133042"/>
                <a:ext cx="145440" cy="4096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690C39D-CA9D-C11A-A357-929C0877AD56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2153236" y="3124042"/>
                  <a:ext cx="16308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8AD974A-8F17-C2DA-BD04-6DDF073FE800}"/>
                    </a:ext>
                  </a:extLst>
                </p14:cNvPr>
                <p14:cNvContentPartPr/>
                <p14:nvPr/>
              </p14:nvContentPartPr>
              <p14:xfrm>
                <a:off x="2344756" y="3184162"/>
                <a:ext cx="227520" cy="3384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8AD974A-8F17-C2DA-BD04-6DDF073FE800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2336116" y="3175162"/>
                  <a:ext cx="24516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634A272-FFE6-464E-0763-80E764D1D564}"/>
                    </a:ext>
                  </a:extLst>
                </p14:cNvPr>
                <p14:cNvContentPartPr/>
                <p14:nvPr/>
              </p14:nvContentPartPr>
              <p14:xfrm>
                <a:off x="2461396" y="3351922"/>
                <a:ext cx="577800" cy="1508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634A272-FFE6-464E-0763-80E764D1D564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2452756" y="3342922"/>
                  <a:ext cx="5954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D8271F6-AA61-1953-4DFA-CBC689E37A5A}"/>
                    </a:ext>
                  </a:extLst>
                </p14:cNvPr>
                <p14:cNvContentPartPr/>
                <p14:nvPr/>
              </p14:nvContentPartPr>
              <p14:xfrm>
                <a:off x="3077716" y="3326002"/>
                <a:ext cx="365040" cy="5439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D8271F6-AA61-1953-4DFA-CBC689E37A5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3068716" y="3317002"/>
                  <a:ext cx="382680" cy="56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DF6A717-46DB-2AA6-812A-E5FDD95AD7F8}"/>
                    </a:ext>
                  </a:extLst>
                </p14:cNvPr>
                <p14:cNvContentPartPr/>
                <p14:nvPr/>
              </p14:nvContentPartPr>
              <p14:xfrm>
                <a:off x="3733636" y="3232402"/>
                <a:ext cx="22320" cy="331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DF6A717-46DB-2AA6-812A-E5FDD95AD7F8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3724636" y="3223402"/>
                  <a:ext cx="399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582BEFE-5E03-4F3F-4109-5BB12D3C0209}"/>
                    </a:ext>
                  </a:extLst>
                </p14:cNvPr>
                <p14:cNvContentPartPr/>
                <p14:nvPr/>
              </p14:nvContentPartPr>
              <p14:xfrm>
                <a:off x="3659836" y="3135562"/>
                <a:ext cx="448920" cy="3049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582BEFE-5E03-4F3F-4109-5BB12D3C0209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3651196" y="3126562"/>
                  <a:ext cx="4665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DDD6F30-0D2A-46DD-6925-02C9E50B6B18}"/>
                    </a:ext>
                  </a:extLst>
                </p14:cNvPr>
                <p14:cNvContentPartPr/>
                <p14:nvPr/>
              </p14:nvContentPartPr>
              <p14:xfrm>
                <a:off x="4273996" y="3140962"/>
                <a:ext cx="223560" cy="2822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DDD6F30-0D2A-46DD-6925-02C9E50B6B18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264996" y="3132322"/>
                  <a:ext cx="2412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46CA8B1-AC3F-7315-1BC3-D95B43BF9BFA}"/>
                    </a:ext>
                  </a:extLst>
                </p14:cNvPr>
                <p14:cNvContentPartPr/>
                <p14:nvPr/>
              </p14:nvContentPartPr>
              <p14:xfrm>
                <a:off x="4289116" y="3214042"/>
                <a:ext cx="220680" cy="1645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46CA8B1-AC3F-7315-1BC3-D95B43BF9BF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4280116" y="3205042"/>
                  <a:ext cx="238320" cy="18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0C7F081C-4F60-38BE-B297-CDF427A0E7FA}"/>
              </a:ext>
            </a:extLst>
          </p:cNvPr>
          <p:cNvGrpSpPr/>
          <p:nvPr/>
        </p:nvGrpSpPr>
        <p:grpSpPr>
          <a:xfrm>
            <a:off x="358636" y="3791842"/>
            <a:ext cx="2782440" cy="1339920"/>
            <a:chOff x="358636" y="3791842"/>
            <a:chExt cx="2782440" cy="133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92AC7D4-065D-B397-B276-B860D4AE3A9F}"/>
                    </a:ext>
                  </a:extLst>
                </p14:cNvPr>
                <p14:cNvContentPartPr/>
                <p14:nvPr/>
              </p14:nvContentPartPr>
              <p14:xfrm>
                <a:off x="1790356" y="3791842"/>
                <a:ext cx="934920" cy="9763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92AC7D4-065D-B397-B276-B860D4AE3A9F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781716" y="3783202"/>
                  <a:ext cx="952560" cy="9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C096313-C091-F860-1FE9-C9FEC68D0D24}"/>
                    </a:ext>
                  </a:extLst>
                </p14:cNvPr>
                <p14:cNvContentPartPr/>
                <p14:nvPr/>
              </p14:nvContentPartPr>
              <p14:xfrm>
                <a:off x="437116" y="3805882"/>
                <a:ext cx="986760" cy="9165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C096313-C091-F860-1FE9-C9FEC68D0D24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428476" y="3796882"/>
                  <a:ext cx="1004400" cy="9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1E54D5C-6613-A3AD-A178-8CD381F8FCA6}"/>
                    </a:ext>
                  </a:extLst>
                </p14:cNvPr>
                <p14:cNvContentPartPr/>
                <p14:nvPr/>
              </p14:nvContentPartPr>
              <p14:xfrm>
                <a:off x="1709716" y="4835842"/>
                <a:ext cx="168840" cy="1468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1E54D5C-6613-A3AD-A178-8CD381F8FCA6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701076" y="4826842"/>
                  <a:ext cx="1864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3E4A113-991D-894A-3A2F-20F2550446DE}"/>
                    </a:ext>
                  </a:extLst>
                </p14:cNvPr>
                <p14:cNvContentPartPr/>
                <p14:nvPr/>
              </p14:nvContentPartPr>
              <p14:xfrm>
                <a:off x="1809076" y="4910002"/>
                <a:ext cx="68400" cy="1090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3E4A113-991D-894A-3A2F-20F2550446DE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800436" y="4901002"/>
                  <a:ext cx="860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F789A83-F974-B61C-3643-F6C1E3A57923}"/>
                    </a:ext>
                  </a:extLst>
                </p14:cNvPr>
                <p14:cNvContentPartPr/>
                <p14:nvPr/>
              </p14:nvContentPartPr>
              <p14:xfrm>
                <a:off x="1929316" y="4886602"/>
                <a:ext cx="80280" cy="777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F789A83-F974-B61C-3643-F6C1E3A57923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920676" y="4877962"/>
                  <a:ext cx="979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F673FEB6-B212-5183-3E9A-8BA3FE802E0C}"/>
                    </a:ext>
                  </a:extLst>
                </p14:cNvPr>
                <p14:cNvContentPartPr/>
                <p14:nvPr/>
              </p14:nvContentPartPr>
              <p14:xfrm>
                <a:off x="2052076" y="4876522"/>
                <a:ext cx="125640" cy="1231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F673FEB6-B212-5183-3E9A-8BA3FE802E0C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043076" y="4867882"/>
                  <a:ext cx="1432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2AB2AAF-5C25-7E7E-4D36-F71E54A12C45}"/>
                    </a:ext>
                  </a:extLst>
                </p14:cNvPr>
                <p14:cNvContentPartPr/>
                <p14:nvPr/>
              </p14:nvContentPartPr>
              <p14:xfrm>
                <a:off x="2235676" y="4647202"/>
                <a:ext cx="239040" cy="3690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2AB2AAF-5C25-7E7E-4D36-F71E54A12C45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2226676" y="4638202"/>
                  <a:ext cx="25668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1EEF3C03-4AE2-F79E-E4E8-79CE3E24268D}"/>
                    </a:ext>
                  </a:extLst>
                </p14:cNvPr>
                <p14:cNvContentPartPr/>
                <p14:nvPr/>
              </p14:nvContentPartPr>
              <p14:xfrm>
                <a:off x="2516476" y="4877962"/>
                <a:ext cx="114480" cy="874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1EEF3C03-4AE2-F79E-E4E8-79CE3E24268D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2507476" y="4868962"/>
                  <a:ext cx="1321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07C9211-1D78-A6CB-EA57-61CBF2EB1DE6}"/>
                    </a:ext>
                  </a:extLst>
                </p14:cNvPr>
                <p14:cNvContentPartPr/>
                <p14:nvPr/>
              </p14:nvContentPartPr>
              <p14:xfrm>
                <a:off x="2677396" y="4656922"/>
                <a:ext cx="14040" cy="2854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07C9211-1D78-A6CB-EA57-61CBF2EB1DE6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2668396" y="4648282"/>
                  <a:ext cx="3168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54C649D-CB74-06C7-D531-AA03EB3D4C46}"/>
                    </a:ext>
                  </a:extLst>
                </p14:cNvPr>
                <p14:cNvContentPartPr/>
                <p14:nvPr/>
              </p14:nvContentPartPr>
              <p14:xfrm>
                <a:off x="2630236" y="4814962"/>
                <a:ext cx="165240" cy="568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54C649D-CB74-06C7-D531-AA03EB3D4C46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2621236" y="4806322"/>
                  <a:ext cx="1828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89691EF-C847-0ADB-61E7-9912AD83C0DE}"/>
                    </a:ext>
                  </a:extLst>
                </p14:cNvPr>
                <p14:cNvContentPartPr/>
                <p14:nvPr/>
              </p14:nvContentPartPr>
              <p14:xfrm>
                <a:off x="2764876" y="4660162"/>
                <a:ext cx="75960" cy="424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89691EF-C847-0ADB-61E7-9912AD83C0DE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2755876" y="4651522"/>
                  <a:ext cx="936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C59EC93-8629-9D25-A00E-6336744931E2}"/>
                    </a:ext>
                  </a:extLst>
                </p14:cNvPr>
                <p14:cNvContentPartPr/>
                <p14:nvPr/>
              </p14:nvContentPartPr>
              <p14:xfrm>
                <a:off x="2780356" y="4767802"/>
                <a:ext cx="150840" cy="1897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C59EC93-8629-9D25-A00E-6336744931E2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2771716" y="4759162"/>
                  <a:ext cx="1684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501E1DD-127E-7D6D-C756-E74AC40A16CC}"/>
                    </a:ext>
                  </a:extLst>
                </p14:cNvPr>
                <p14:cNvContentPartPr/>
                <p14:nvPr/>
              </p14:nvContentPartPr>
              <p14:xfrm>
                <a:off x="358636" y="4764922"/>
                <a:ext cx="52560" cy="2289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501E1DD-127E-7D6D-C756-E74AC40A16CC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349636" y="4756282"/>
                  <a:ext cx="702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B1773B61-B356-DB96-8272-6D9F88781F53}"/>
                    </a:ext>
                  </a:extLst>
                </p14:cNvPr>
                <p14:cNvContentPartPr/>
                <p14:nvPr/>
              </p14:nvContentPartPr>
              <p14:xfrm>
                <a:off x="484996" y="4857082"/>
                <a:ext cx="6120" cy="1015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B1773B61-B356-DB96-8272-6D9F88781F53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475996" y="4848442"/>
                  <a:ext cx="237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7DD1F90-C941-EAE5-AB3C-F3BC501588C5}"/>
                    </a:ext>
                  </a:extLst>
                </p14:cNvPr>
                <p14:cNvContentPartPr/>
                <p14:nvPr/>
              </p14:nvContentPartPr>
              <p14:xfrm>
                <a:off x="454756" y="4736122"/>
                <a:ext cx="335520" cy="1746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7DD1F90-C941-EAE5-AB3C-F3BC501588C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445756" y="4727482"/>
                  <a:ext cx="3531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087047B-A0DE-A03A-3747-37C95B5BF869}"/>
                    </a:ext>
                  </a:extLst>
                </p14:cNvPr>
                <p14:cNvContentPartPr/>
                <p14:nvPr/>
              </p14:nvContentPartPr>
              <p14:xfrm>
                <a:off x="796396" y="4706962"/>
                <a:ext cx="254520" cy="1692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087047B-A0DE-A03A-3747-37C95B5BF869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87396" y="4697962"/>
                  <a:ext cx="2721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16A2143-B129-12B2-B1D1-91599F2EF0F3}"/>
                    </a:ext>
                  </a:extLst>
                </p14:cNvPr>
                <p14:cNvContentPartPr/>
                <p14:nvPr/>
              </p14:nvContentPartPr>
              <p14:xfrm>
                <a:off x="560956" y="4838362"/>
                <a:ext cx="481680" cy="1940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16A2143-B129-12B2-B1D1-91599F2EF0F3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552316" y="4829362"/>
                  <a:ext cx="4993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D98C241-E83F-E083-4203-584D40D50BCA}"/>
                    </a:ext>
                  </a:extLst>
                </p14:cNvPr>
                <p14:cNvContentPartPr/>
                <p14:nvPr/>
              </p14:nvContentPartPr>
              <p14:xfrm>
                <a:off x="771196" y="5016922"/>
                <a:ext cx="157680" cy="777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D98C241-E83F-E083-4203-584D40D50BCA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762196" y="5007922"/>
                  <a:ext cx="1753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409FC9CC-671E-5331-2741-131E23AF25DB}"/>
                    </a:ext>
                  </a:extLst>
                </p14:cNvPr>
                <p14:cNvContentPartPr/>
                <p14:nvPr/>
              </p14:nvContentPartPr>
              <p14:xfrm>
                <a:off x="802156" y="4926922"/>
                <a:ext cx="307080" cy="1494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409FC9CC-671E-5331-2741-131E23AF25DB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793516" y="4918282"/>
                  <a:ext cx="3247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6A4B4C3-B9B3-9DCA-108A-FAEE4788F580}"/>
                    </a:ext>
                  </a:extLst>
                </p14:cNvPr>
                <p14:cNvContentPartPr/>
                <p14:nvPr/>
              </p14:nvContentPartPr>
              <p14:xfrm>
                <a:off x="2550676" y="4904242"/>
                <a:ext cx="583560" cy="2142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6A4B4C3-B9B3-9DCA-108A-FAEE4788F580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2542036" y="4895602"/>
                  <a:ext cx="6012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A6DEFAD-F9A5-BDDA-402E-21625F730E4A}"/>
                    </a:ext>
                  </a:extLst>
                </p14:cNvPr>
                <p14:cNvContentPartPr/>
                <p14:nvPr/>
              </p14:nvContentPartPr>
              <p14:xfrm>
                <a:off x="2682796" y="4994962"/>
                <a:ext cx="458280" cy="1368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A6DEFAD-F9A5-BDDA-402E-21625F730E4A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2674156" y="4985962"/>
                  <a:ext cx="47592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68FD188D-449B-276B-76BC-0722A05E09D2}"/>
              </a:ext>
            </a:extLst>
          </p:cNvPr>
          <p:cNvGrpSpPr/>
          <p:nvPr/>
        </p:nvGrpSpPr>
        <p:grpSpPr>
          <a:xfrm>
            <a:off x="2128036" y="3593482"/>
            <a:ext cx="332280" cy="404280"/>
            <a:chOff x="2128036" y="3593482"/>
            <a:chExt cx="332280" cy="40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0392C6D3-B910-78AD-754A-BB1ABDD50F3B}"/>
                    </a:ext>
                  </a:extLst>
                </p14:cNvPr>
                <p14:cNvContentPartPr/>
                <p14:nvPr/>
              </p14:nvContentPartPr>
              <p14:xfrm>
                <a:off x="2204356" y="3782842"/>
                <a:ext cx="163800" cy="1720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0392C6D3-B910-78AD-754A-BB1ABDD50F3B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2195356" y="3774202"/>
                  <a:ext cx="1814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172FF038-E523-819A-C165-0932F666BBFF}"/>
                    </a:ext>
                  </a:extLst>
                </p14:cNvPr>
                <p14:cNvContentPartPr/>
                <p14:nvPr/>
              </p14:nvContentPartPr>
              <p14:xfrm>
                <a:off x="2304076" y="3593482"/>
                <a:ext cx="156240" cy="4042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172FF038-E523-819A-C165-0932F666BBFF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2295436" y="3584482"/>
                  <a:ext cx="17388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4F320185-3058-7B9D-21F5-2D81232446A2}"/>
                    </a:ext>
                  </a:extLst>
                </p14:cNvPr>
                <p14:cNvContentPartPr/>
                <p14:nvPr/>
              </p14:nvContentPartPr>
              <p14:xfrm>
                <a:off x="2128036" y="3657562"/>
                <a:ext cx="132480" cy="2570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4F320185-3058-7B9D-21F5-2D81232446A2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2119396" y="3648562"/>
                  <a:ext cx="150120" cy="27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A9CD2C34-3495-1EB4-BF85-3EE7190C992C}"/>
              </a:ext>
            </a:extLst>
          </p:cNvPr>
          <p:cNvGrpSpPr/>
          <p:nvPr/>
        </p:nvGrpSpPr>
        <p:grpSpPr>
          <a:xfrm>
            <a:off x="598756" y="3674122"/>
            <a:ext cx="333000" cy="457560"/>
            <a:chOff x="598756" y="3674122"/>
            <a:chExt cx="333000" cy="45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76F2923-4A76-6879-6983-E3C53893815F}"/>
                    </a:ext>
                  </a:extLst>
                </p14:cNvPr>
                <p14:cNvContentPartPr/>
                <p14:nvPr/>
              </p14:nvContentPartPr>
              <p14:xfrm>
                <a:off x="776956" y="3790762"/>
                <a:ext cx="29880" cy="1940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76F2923-4A76-6879-6983-E3C53893815F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767956" y="3782122"/>
                  <a:ext cx="475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26342233-882A-79DE-083F-F0CB2EBA1357}"/>
                    </a:ext>
                  </a:extLst>
                </p14:cNvPr>
                <p14:cNvContentPartPr/>
                <p14:nvPr/>
              </p14:nvContentPartPr>
              <p14:xfrm>
                <a:off x="740236" y="3674122"/>
                <a:ext cx="191520" cy="4575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26342233-882A-79DE-083F-F0CB2EBA1357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731596" y="3665122"/>
                  <a:ext cx="20916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B836E1E-C798-E015-F017-6392D6F6B683}"/>
                    </a:ext>
                  </a:extLst>
                </p14:cNvPr>
                <p14:cNvContentPartPr/>
                <p14:nvPr/>
              </p14:nvContentPartPr>
              <p14:xfrm>
                <a:off x="598756" y="3701482"/>
                <a:ext cx="178560" cy="3546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B836E1E-C798-E015-F017-6392D6F6B683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590116" y="3692842"/>
                  <a:ext cx="196200" cy="37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DC1FAF75-4781-62A9-EBA0-9523B9A4790D}"/>
              </a:ext>
            </a:extLst>
          </p:cNvPr>
          <p:cNvGrpSpPr/>
          <p:nvPr/>
        </p:nvGrpSpPr>
        <p:grpSpPr>
          <a:xfrm>
            <a:off x="3496756" y="3630562"/>
            <a:ext cx="1937880" cy="1492920"/>
            <a:chOff x="3496756" y="3630562"/>
            <a:chExt cx="1937880" cy="149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B6CE8AE-9A50-C1BB-883E-F81B655E79FF}"/>
                    </a:ext>
                  </a:extLst>
                </p14:cNvPr>
                <p14:cNvContentPartPr/>
                <p14:nvPr/>
              </p14:nvContentPartPr>
              <p14:xfrm>
                <a:off x="3496756" y="3663682"/>
                <a:ext cx="1937880" cy="11289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B6CE8AE-9A50-C1BB-883E-F81B655E79FF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3488116" y="3655042"/>
                  <a:ext cx="1955520" cy="11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F997D2FD-50E0-1C74-ACBF-689A05C62959}"/>
                    </a:ext>
                  </a:extLst>
                </p14:cNvPr>
                <p14:cNvContentPartPr/>
                <p14:nvPr/>
              </p14:nvContentPartPr>
              <p14:xfrm>
                <a:off x="3844876" y="4823962"/>
                <a:ext cx="296280" cy="2271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F997D2FD-50E0-1C74-ACBF-689A05C62959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3835876" y="4814962"/>
                  <a:ext cx="3139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7B4A6B0-D525-639B-E42F-244E6D1B3D1B}"/>
                    </a:ext>
                  </a:extLst>
                </p14:cNvPr>
                <p14:cNvContentPartPr/>
                <p14:nvPr/>
              </p14:nvContentPartPr>
              <p14:xfrm>
                <a:off x="4202716" y="4603642"/>
                <a:ext cx="120960" cy="3895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7B4A6B0-D525-639B-E42F-244E6D1B3D1B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4194076" y="4594642"/>
                  <a:ext cx="13860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34C4C4ED-6D17-4F69-A3D0-32FBFE050B8F}"/>
                    </a:ext>
                  </a:extLst>
                </p14:cNvPr>
                <p14:cNvContentPartPr/>
                <p14:nvPr/>
              </p14:nvContentPartPr>
              <p14:xfrm>
                <a:off x="4402156" y="4831882"/>
                <a:ext cx="31680" cy="1040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34C4C4ED-6D17-4F69-A3D0-32FBFE050B8F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4393516" y="4823242"/>
                  <a:ext cx="493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75D4E03B-6207-CD04-C666-600E545D5567}"/>
                    </a:ext>
                  </a:extLst>
                </p14:cNvPr>
                <p14:cNvContentPartPr/>
                <p14:nvPr/>
              </p14:nvContentPartPr>
              <p14:xfrm>
                <a:off x="4387036" y="4682122"/>
                <a:ext cx="69480" cy="651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75D4E03B-6207-CD04-C666-600E545D5567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4378396" y="4673482"/>
                  <a:ext cx="871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4A51523-E6A2-6256-363D-D1544B78E862}"/>
                    </a:ext>
                  </a:extLst>
                </p14:cNvPr>
                <p14:cNvContentPartPr/>
                <p14:nvPr/>
              </p14:nvContentPartPr>
              <p14:xfrm>
                <a:off x="4482436" y="4781482"/>
                <a:ext cx="203040" cy="1486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4A51523-E6A2-6256-363D-D1544B78E862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4473796" y="4772842"/>
                  <a:ext cx="2206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D32773B6-E8EF-FA17-63A4-9FF30F5AE01D}"/>
                    </a:ext>
                  </a:extLst>
                </p14:cNvPr>
                <p14:cNvContentPartPr/>
                <p14:nvPr/>
              </p14:nvContentPartPr>
              <p14:xfrm>
                <a:off x="4581796" y="3752962"/>
                <a:ext cx="165960" cy="1634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D32773B6-E8EF-FA17-63A4-9FF30F5AE01D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4573156" y="3744322"/>
                  <a:ext cx="1836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B270868-450F-5776-5F95-422D68422DE8}"/>
                    </a:ext>
                  </a:extLst>
                </p14:cNvPr>
                <p14:cNvContentPartPr/>
                <p14:nvPr/>
              </p14:nvContentPartPr>
              <p14:xfrm>
                <a:off x="4655596" y="3662602"/>
                <a:ext cx="207720" cy="2595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B270868-450F-5776-5F95-422D68422DE8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4646956" y="3653602"/>
                  <a:ext cx="2253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BB9E7D3-2DC8-865D-B91C-B01A618DCD7F}"/>
                    </a:ext>
                  </a:extLst>
                </p14:cNvPr>
                <p14:cNvContentPartPr/>
                <p14:nvPr/>
              </p14:nvContentPartPr>
              <p14:xfrm>
                <a:off x="4367596" y="3630562"/>
                <a:ext cx="135000" cy="3520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BB9E7D3-2DC8-865D-B91C-B01A618DCD7F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4358956" y="3621562"/>
                  <a:ext cx="15264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BB8C22C0-EC4E-ABCB-7A5F-FC1B22D31EF9}"/>
                    </a:ext>
                  </a:extLst>
                </p14:cNvPr>
                <p14:cNvContentPartPr/>
                <p14:nvPr/>
              </p14:nvContentPartPr>
              <p14:xfrm>
                <a:off x="4393516" y="3676282"/>
                <a:ext cx="96120" cy="2055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BB8C22C0-EC4E-ABCB-7A5F-FC1B22D31EF9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4384516" y="3667642"/>
                  <a:ext cx="1137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37210B77-1BA1-4442-C4A4-D78890140671}"/>
                    </a:ext>
                  </a:extLst>
                </p14:cNvPr>
                <p14:cNvContentPartPr/>
                <p14:nvPr/>
              </p14:nvContentPartPr>
              <p14:xfrm>
                <a:off x="4254916" y="4911082"/>
                <a:ext cx="563400" cy="2066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37210B77-1BA1-4442-C4A4-D78890140671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4246276" y="4902442"/>
                  <a:ext cx="5810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4887C48F-08D9-DFBB-C277-5986DA792BFB}"/>
                    </a:ext>
                  </a:extLst>
                </p14:cNvPr>
                <p14:cNvContentPartPr/>
                <p14:nvPr/>
              </p14:nvContentPartPr>
              <p14:xfrm>
                <a:off x="4503676" y="5019442"/>
                <a:ext cx="331920" cy="1040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4887C48F-08D9-DFBB-C277-5986DA792BFB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4494676" y="5010442"/>
                  <a:ext cx="349560" cy="1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D6FB82F7-B10E-A3DA-0E48-1826CC03A3CD}"/>
              </a:ext>
            </a:extLst>
          </p:cNvPr>
          <p:cNvGrpSpPr/>
          <p:nvPr/>
        </p:nvGrpSpPr>
        <p:grpSpPr>
          <a:xfrm>
            <a:off x="5928556" y="3471442"/>
            <a:ext cx="2632320" cy="1693440"/>
            <a:chOff x="5928556" y="3471442"/>
            <a:chExt cx="2632320" cy="169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8013C3F-2FE4-6FB4-B0FE-29FE289984A1}"/>
                    </a:ext>
                  </a:extLst>
                </p14:cNvPr>
                <p14:cNvContentPartPr/>
                <p14:nvPr/>
              </p14:nvContentPartPr>
              <p14:xfrm>
                <a:off x="5928556" y="3471442"/>
                <a:ext cx="2632320" cy="12952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8013C3F-2FE4-6FB4-B0FE-29FE289984A1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5919916" y="3462442"/>
                  <a:ext cx="2649960" cy="13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F14D93F6-6C56-23C1-262F-C717281DEA4D}"/>
                    </a:ext>
                  </a:extLst>
                </p14:cNvPr>
                <p14:cNvContentPartPr/>
                <p14:nvPr/>
              </p14:nvContentPartPr>
              <p14:xfrm>
                <a:off x="6907396" y="5012962"/>
                <a:ext cx="126720" cy="921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F14D93F6-6C56-23C1-262F-C717281DEA4D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6898396" y="5004322"/>
                  <a:ext cx="1443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0CDFCA1-372E-2A6A-1670-B4AEF5897AD1}"/>
                    </a:ext>
                  </a:extLst>
                </p14:cNvPr>
                <p14:cNvContentPartPr/>
                <p14:nvPr/>
              </p14:nvContentPartPr>
              <p14:xfrm>
                <a:off x="7105396" y="4799842"/>
                <a:ext cx="48240" cy="1375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0CDFCA1-372E-2A6A-1670-B4AEF5897AD1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7096756" y="4791202"/>
                  <a:ext cx="658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EF3EE6E3-54B1-D8A5-12EF-A57509523307}"/>
                    </a:ext>
                  </a:extLst>
                </p14:cNvPr>
                <p14:cNvContentPartPr/>
                <p14:nvPr/>
              </p14:nvContentPartPr>
              <p14:xfrm>
                <a:off x="7019716" y="4732522"/>
                <a:ext cx="340200" cy="2397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EF3EE6E3-54B1-D8A5-12EF-A57509523307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7011076" y="4723522"/>
                  <a:ext cx="3578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813D17E-7BCB-443A-A7F1-6BF4C512C381}"/>
                    </a:ext>
                  </a:extLst>
                </p14:cNvPr>
                <p14:cNvContentPartPr/>
                <p14:nvPr/>
              </p14:nvContentPartPr>
              <p14:xfrm>
                <a:off x="7251556" y="4844482"/>
                <a:ext cx="351360" cy="2664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813D17E-7BCB-443A-A7F1-6BF4C512C381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7242556" y="4835482"/>
                  <a:ext cx="36900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2953660E-36D1-B524-FD0A-6A21C163C656}"/>
                    </a:ext>
                  </a:extLst>
                </p14:cNvPr>
                <p14:cNvContentPartPr/>
                <p14:nvPr/>
              </p14:nvContentPartPr>
              <p14:xfrm>
                <a:off x="7601476" y="4744402"/>
                <a:ext cx="122040" cy="3279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2953660E-36D1-B524-FD0A-6A21C163C656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7592476" y="4735762"/>
                  <a:ext cx="13968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AA179CAB-0FBF-725F-DF58-DD032085F365}"/>
                    </a:ext>
                  </a:extLst>
                </p14:cNvPr>
                <p14:cNvContentPartPr/>
                <p14:nvPr/>
              </p14:nvContentPartPr>
              <p14:xfrm>
                <a:off x="7751956" y="4628122"/>
                <a:ext cx="57600" cy="1753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AA179CAB-0FBF-725F-DF58-DD032085F365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7743316" y="4619482"/>
                  <a:ext cx="752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E55B5BA8-CB5E-34E3-D1FB-1EDF4C49F6B7}"/>
                    </a:ext>
                  </a:extLst>
                </p14:cNvPr>
                <p14:cNvContentPartPr/>
                <p14:nvPr/>
              </p14:nvContentPartPr>
              <p14:xfrm>
                <a:off x="7833316" y="4422202"/>
                <a:ext cx="193320" cy="2941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E55B5BA8-CB5E-34E3-D1FB-1EDF4C49F6B7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7824316" y="4413562"/>
                  <a:ext cx="21096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55F952BC-9ED1-8D00-9E5D-8127D72F2559}"/>
                    </a:ext>
                  </a:extLst>
                </p14:cNvPr>
                <p14:cNvContentPartPr/>
                <p14:nvPr/>
              </p14:nvContentPartPr>
              <p14:xfrm>
                <a:off x="7784716" y="4901002"/>
                <a:ext cx="78480" cy="2638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55F952BC-9ED1-8D00-9E5D-8127D72F2559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7776076" y="4892002"/>
                  <a:ext cx="961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FE7E6964-9698-9F60-AB8F-A0FB6CA2A13B}"/>
                    </a:ext>
                  </a:extLst>
                </p14:cNvPr>
                <p14:cNvContentPartPr/>
                <p14:nvPr/>
              </p14:nvContentPartPr>
              <p14:xfrm>
                <a:off x="7844116" y="4884802"/>
                <a:ext cx="98640" cy="1227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FE7E6964-9698-9F60-AB8F-A0FB6CA2A13B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7835116" y="4876162"/>
                  <a:ext cx="1162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35D8076B-38F8-735F-1CB4-2A834CDE65B5}"/>
                    </a:ext>
                  </a:extLst>
                </p14:cNvPr>
                <p14:cNvContentPartPr/>
                <p14:nvPr/>
              </p14:nvContentPartPr>
              <p14:xfrm>
                <a:off x="7925836" y="4682122"/>
                <a:ext cx="56520" cy="2487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35D8076B-38F8-735F-1CB4-2A834CDE65B5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7916836" y="4673482"/>
                  <a:ext cx="741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8F1F3DD3-1506-8EF1-69DE-A3EC6AA22145}"/>
                    </a:ext>
                  </a:extLst>
                </p14:cNvPr>
                <p14:cNvContentPartPr/>
                <p14:nvPr/>
              </p14:nvContentPartPr>
              <p14:xfrm>
                <a:off x="7926916" y="4766002"/>
                <a:ext cx="142920" cy="3272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8F1F3DD3-1506-8EF1-69DE-A3EC6AA22145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7918276" y="4757002"/>
                  <a:ext cx="160560" cy="344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69400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3AA308B-6D87-B3FC-FAD5-00446D1C8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BE41698-986B-EA97-1D51-E16D22AAEA65}"/>
                  </a:ext>
                </a:extLst>
              </p14:cNvPr>
              <p14:cNvContentPartPr/>
              <p14:nvPr/>
            </p14:nvContentPartPr>
            <p14:xfrm>
              <a:off x="725116" y="160522"/>
              <a:ext cx="322560" cy="347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BE41698-986B-EA97-1D51-E16D22AAEA6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6116" y="151882"/>
                <a:ext cx="340200" cy="36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0109CF28-5D03-EA3D-7FDB-0B9D1D48499A}"/>
              </a:ext>
            </a:extLst>
          </p:cNvPr>
          <p:cNvGrpSpPr/>
          <p:nvPr/>
        </p:nvGrpSpPr>
        <p:grpSpPr>
          <a:xfrm>
            <a:off x="1140916" y="-33878"/>
            <a:ext cx="2600640" cy="652680"/>
            <a:chOff x="1140916" y="-33878"/>
            <a:chExt cx="2600640" cy="65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F0D9C74-9060-9769-4081-509616298558}"/>
                    </a:ext>
                  </a:extLst>
                </p14:cNvPr>
                <p14:cNvContentPartPr/>
                <p14:nvPr/>
              </p14:nvContentPartPr>
              <p14:xfrm>
                <a:off x="1140916" y="-33878"/>
                <a:ext cx="75240" cy="6526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F0D9C74-9060-9769-4081-50961629855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32276" y="-42518"/>
                  <a:ext cx="92880" cy="67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BFCD4E9-424F-8640-D6EC-964D02A396C8}"/>
                    </a:ext>
                  </a:extLst>
                </p14:cNvPr>
                <p14:cNvContentPartPr/>
                <p14:nvPr/>
              </p14:nvContentPartPr>
              <p14:xfrm>
                <a:off x="1264756" y="278242"/>
                <a:ext cx="250200" cy="1756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BFCD4E9-424F-8640-D6EC-964D02A396C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56116" y="269242"/>
                  <a:ext cx="2678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4A51C3F-F842-40BA-7669-08A0C8A9E8F9}"/>
                    </a:ext>
                  </a:extLst>
                </p14:cNvPr>
                <p14:cNvContentPartPr/>
                <p14:nvPr/>
              </p14:nvContentPartPr>
              <p14:xfrm>
                <a:off x="1544836" y="203362"/>
                <a:ext cx="212040" cy="270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4A51C3F-F842-40BA-7669-08A0C8A9E8F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535836" y="194362"/>
                  <a:ext cx="2296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446991F-53DA-F6AA-595C-614678344423}"/>
                    </a:ext>
                  </a:extLst>
                </p14:cNvPr>
                <p14:cNvContentPartPr/>
                <p14:nvPr/>
              </p14:nvContentPartPr>
              <p14:xfrm>
                <a:off x="1739956" y="224242"/>
                <a:ext cx="205920" cy="259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446991F-53DA-F6AA-595C-61467834442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731316" y="215242"/>
                  <a:ext cx="2235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2AF5481-0354-7954-A756-FC0E4A1574B1}"/>
                    </a:ext>
                  </a:extLst>
                </p14:cNvPr>
                <p14:cNvContentPartPr/>
                <p14:nvPr/>
              </p14:nvContentPartPr>
              <p14:xfrm>
                <a:off x="2023636" y="396322"/>
                <a:ext cx="66960" cy="101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2AF5481-0354-7954-A756-FC0E4A1574B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014996" y="387682"/>
                  <a:ext cx="846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533DB97-1C11-CA78-070E-90C7FF9F74BE}"/>
                    </a:ext>
                  </a:extLst>
                </p14:cNvPr>
                <p14:cNvContentPartPr/>
                <p14:nvPr/>
              </p14:nvContentPartPr>
              <p14:xfrm>
                <a:off x="1990156" y="139282"/>
                <a:ext cx="241560" cy="391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533DB97-1C11-CA78-070E-90C7FF9F74B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981516" y="130282"/>
                  <a:ext cx="25920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E125A1C-7AFB-C70F-237C-9EFE3D4DE5FE}"/>
                    </a:ext>
                  </a:extLst>
                </p14:cNvPr>
                <p14:cNvContentPartPr/>
                <p14:nvPr/>
              </p14:nvContentPartPr>
              <p14:xfrm>
                <a:off x="2120476" y="340882"/>
                <a:ext cx="255600" cy="828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E125A1C-7AFB-C70F-237C-9EFE3D4DE5F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111836" y="332242"/>
                  <a:ext cx="2732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C3B2712-F774-B3A2-2DA6-D683F556FAE1}"/>
                    </a:ext>
                  </a:extLst>
                </p14:cNvPr>
                <p14:cNvContentPartPr/>
                <p14:nvPr/>
              </p14:nvContentPartPr>
              <p14:xfrm>
                <a:off x="2358436" y="157282"/>
                <a:ext cx="181440" cy="151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C3B2712-F774-B3A2-2DA6-D683F556FAE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349436" y="148642"/>
                  <a:ext cx="1990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7B57B1F-B6A0-AA66-C1C8-E052464B13BF}"/>
                    </a:ext>
                  </a:extLst>
                </p14:cNvPr>
                <p14:cNvContentPartPr/>
                <p14:nvPr/>
              </p14:nvContentPartPr>
              <p14:xfrm>
                <a:off x="2489836" y="291562"/>
                <a:ext cx="160920" cy="151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7B57B1F-B6A0-AA66-C1C8-E052464B13B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480836" y="282562"/>
                  <a:ext cx="1785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2F42FC7-1B34-2B55-C269-A62C989268D1}"/>
                    </a:ext>
                  </a:extLst>
                </p14:cNvPr>
                <p14:cNvContentPartPr/>
                <p14:nvPr/>
              </p14:nvContentPartPr>
              <p14:xfrm>
                <a:off x="2716276" y="190762"/>
                <a:ext cx="329400" cy="240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2F42FC7-1B34-2B55-C269-A62C989268D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707276" y="181762"/>
                  <a:ext cx="3470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1AD2A57-A0BA-3D60-C48C-5504A37AD494}"/>
                    </a:ext>
                  </a:extLst>
                </p14:cNvPr>
                <p14:cNvContentPartPr/>
                <p14:nvPr/>
              </p14:nvContentPartPr>
              <p14:xfrm>
                <a:off x="3072316" y="122002"/>
                <a:ext cx="33840" cy="312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1AD2A57-A0BA-3D60-C48C-5504A37AD49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063676" y="113362"/>
                  <a:ext cx="5148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EF67E5B-A293-78FB-F466-01AC535249E0}"/>
                    </a:ext>
                  </a:extLst>
                </p14:cNvPr>
                <p14:cNvContentPartPr/>
                <p14:nvPr/>
              </p14:nvContentPartPr>
              <p14:xfrm>
                <a:off x="2988076" y="142522"/>
                <a:ext cx="753480" cy="252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EF67E5B-A293-78FB-F466-01AC535249E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979076" y="133882"/>
                  <a:ext cx="771120" cy="27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15FB552-FB3A-29F8-288A-65D1E0443BF2}"/>
              </a:ext>
            </a:extLst>
          </p:cNvPr>
          <p:cNvGrpSpPr/>
          <p:nvPr/>
        </p:nvGrpSpPr>
        <p:grpSpPr>
          <a:xfrm>
            <a:off x="255676" y="947482"/>
            <a:ext cx="4402440" cy="2250720"/>
            <a:chOff x="255676" y="947482"/>
            <a:chExt cx="4402440" cy="225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7F0C33C-7A08-C4EE-4610-65D7290445AE}"/>
                    </a:ext>
                  </a:extLst>
                </p14:cNvPr>
                <p14:cNvContentPartPr/>
                <p14:nvPr/>
              </p14:nvContentPartPr>
              <p14:xfrm>
                <a:off x="905836" y="965482"/>
                <a:ext cx="84960" cy="2103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7F0C33C-7A08-C4EE-4610-65D7290445A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96836" y="956842"/>
                  <a:ext cx="102600" cy="21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BF8514C-F5B2-24F0-5E17-E76CFD4D5991}"/>
                    </a:ext>
                  </a:extLst>
                </p14:cNvPr>
                <p14:cNvContentPartPr/>
                <p14:nvPr/>
              </p14:nvContentPartPr>
              <p14:xfrm>
                <a:off x="255676" y="2541562"/>
                <a:ext cx="4402440" cy="385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BF8514C-F5B2-24F0-5E17-E76CFD4D599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46676" y="2532562"/>
                  <a:ext cx="442008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31A2016-FC82-A13C-7EA9-6E69F0F79945}"/>
                    </a:ext>
                  </a:extLst>
                </p14:cNvPr>
                <p14:cNvContentPartPr/>
                <p14:nvPr/>
              </p14:nvContentPartPr>
              <p14:xfrm>
                <a:off x="4406116" y="3007042"/>
                <a:ext cx="11520" cy="11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31A2016-FC82-A13C-7EA9-6E69F0F7994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397116" y="2998402"/>
                  <a:ext cx="291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B6A956D-EE59-CD2E-E46B-490A54FFEB7B}"/>
                    </a:ext>
                  </a:extLst>
                </p14:cNvPr>
                <p14:cNvContentPartPr/>
                <p14:nvPr/>
              </p14:nvContentPartPr>
              <p14:xfrm>
                <a:off x="4253116" y="2787442"/>
                <a:ext cx="182880" cy="213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B6A956D-EE59-CD2E-E46B-490A54FFEB7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244476" y="2778802"/>
                  <a:ext cx="2005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01EFBED-15D9-FBB3-B231-E5A795C97FA4}"/>
                    </a:ext>
                  </a:extLst>
                </p14:cNvPr>
                <p14:cNvContentPartPr/>
                <p14:nvPr/>
              </p14:nvContentPartPr>
              <p14:xfrm>
                <a:off x="4205956" y="2853682"/>
                <a:ext cx="306000" cy="172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01EFBED-15D9-FBB3-B231-E5A795C97FA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197316" y="2844682"/>
                  <a:ext cx="3236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B3EC431-1AFD-ABB4-15A2-D5E9947B273F}"/>
                    </a:ext>
                  </a:extLst>
                </p14:cNvPr>
                <p14:cNvContentPartPr/>
                <p14:nvPr/>
              </p14:nvContentPartPr>
              <p14:xfrm>
                <a:off x="4619956" y="2946202"/>
                <a:ext cx="11520" cy="252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B3EC431-1AFD-ABB4-15A2-D5E9947B273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610956" y="2937202"/>
                  <a:ext cx="291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BC7784D-7868-8643-6615-3230567F5F9A}"/>
                    </a:ext>
                  </a:extLst>
                </p14:cNvPr>
                <p14:cNvContentPartPr/>
                <p14:nvPr/>
              </p14:nvContentPartPr>
              <p14:xfrm>
                <a:off x="326596" y="947482"/>
                <a:ext cx="164520" cy="427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BC7784D-7868-8643-6615-3230567F5F9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17596" y="938842"/>
                  <a:ext cx="18216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4BCA6B2-9BE1-E9EA-6B7C-4338FB50356E}"/>
                    </a:ext>
                  </a:extLst>
                </p14:cNvPr>
                <p14:cNvContentPartPr/>
                <p14:nvPr/>
              </p14:nvContentPartPr>
              <p14:xfrm>
                <a:off x="261796" y="1036042"/>
                <a:ext cx="240840" cy="316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4BCA6B2-9BE1-E9EA-6B7C-4338FB50356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52796" y="1027402"/>
                  <a:ext cx="25848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9CE60E0-BED6-0B7C-10DC-7E21EF251FCD}"/>
                    </a:ext>
                  </a:extLst>
                </p14:cNvPr>
                <p14:cNvContentPartPr/>
                <p14:nvPr/>
              </p14:nvContentPartPr>
              <p14:xfrm>
                <a:off x="601996" y="1256722"/>
                <a:ext cx="297360" cy="2541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9CE60E0-BED6-0B7C-10DC-7E21EF251FC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93356" y="1247722"/>
                  <a:ext cx="315000" cy="27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CC924D0-F402-8E30-C34A-640DAA45C028}"/>
              </a:ext>
            </a:extLst>
          </p:cNvPr>
          <p:cNvGrpSpPr/>
          <p:nvPr/>
        </p:nvGrpSpPr>
        <p:grpSpPr>
          <a:xfrm>
            <a:off x="1207876" y="971602"/>
            <a:ext cx="1254960" cy="895320"/>
            <a:chOff x="1207876" y="971602"/>
            <a:chExt cx="1254960" cy="89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1795ED4-D68A-4EA6-C964-76159AFDA2E0}"/>
                    </a:ext>
                  </a:extLst>
                </p14:cNvPr>
                <p14:cNvContentPartPr/>
                <p14:nvPr/>
              </p14:nvContentPartPr>
              <p14:xfrm>
                <a:off x="1244236" y="1095082"/>
                <a:ext cx="117360" cy="137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1795ED4-D68A-4EA6-C964-76159AFDA2E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238116" y="1088962"/>
                  <a:ext cx="1296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1A9C507-5C0B-54CE-5A08-812C485B1399}"/>
                    </a:ext>
                  </a:extLst>
                </p14:cNvPr>
                <p14:cNvContentPartPr/>
                <p14:nvPr/>
              </p14:nvContentPartPr>
              <p14:xfrm>
                <a:off x="1444396" y="1024522"/>
                <a:ext cx="91440" cy="1072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1A9C507-5C0B-54CE-5A08-812C485B139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438276" y="1018402"/>
                  <a:ext cx="1036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DB39318-A426-A44A-56BC-CE83C518ED41}"/>
                    </a:ext>
                  </a:extLst>
                </p14:cNvPr>
                <p14:cNvContentPartPr/>
                <p14:nvPr/>
              </p14:nvContentPartPr>
              <p14:xfrm>
                <a:off x="1665076" y="971602"/>
                <a:ext cx="181440" cy="134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DB39318-A426-A44A-56BC-CE83C518ED4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658956" y="965482"/>
                  <a:ext cx="1936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6A8D1B7-21EB-964F-92B8-B1DE085E6745}"/>
                    </a:ext>
                  </a:extLst>
                </p14:cNvPr>
                <p14:cNvContentPartPr/>
                <p14:nvPr/>
              </p14:nvContentPartPr>
              <p14:xfrm>
                <a:off x="2059276" y="1003642"/>
                <a:ext cx="131040" cy="102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6A8D1B7-21EB-964F-92B8-B1DE085E674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053156" y="997522"/>
                  <a:ext cx="1432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9AF0C9B-3A0B-2901-4F99-F63E5DA2A2E3}"/>
                    </a:ext>
                  </a:extLst>
                </p14:cNvPr>
                <p14:cNvContentPartPr/>
                <p14:nvPr/>
              </p14:nvContentPartPr>
              <p14:xfrm>
                <a:off x="1670116" y="1219642"/>
                <a:ext cx="104760" cy="99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9AF0C9B-3A0B-2901-4F99-F63E5DA2A2E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663996" y="1213522"/>
                  <a:ext cx="1170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83F234B-A03C-3AD4-66EA-CB2024F51FC6}"/>
                    </a:ext>
                  </a:extLst>
                </p14:cNvPr>
                <p14:cNvContentPartPr/>
                <p14:nvPr/>
              </p14:nvContentPartPr>
              <p14:xfrm>
                <a:off x="1302556" y="1346362"/>
                <a:ext cx="141840" cy="131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83F234B-A03C-3AD4-66EA-CB2024F51FC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296436" y="1340242"/>
                  <a:ext cx="1540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3AD474C-CC0E-6993-3016-B7E3B2B6A731}"/>
                    </a:ext>
                  </a:extLst>
                </p14:cNvPr>
                <p14:cNvContentPartPr/>
                <p14:nvPr/>
              </p14:nvContentPartPr>
              <p14:xfrm>
                <a:off x="1207876" y="1731202"/>
                <a:ext cx="155160" cy="1357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3AD474C-CC0E-6993-3016-B7E3B2B6A73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201756" y="1725082"/>
                  <a:ext cx="1674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29A812A-0C31-A577-DAED-F434B515007A}"/>
                    </a:ext>
                  </a:extLst>
                </p14:cNvPr>
                <p14:cNvContentPartPr/>
                <p14:nvPr/>
              </p14:nvContentPartPr>
              <p14:xfrm>
                <a:off x="1452316" y="1531042"/>
                <a:ext cx="94320" cy="127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29A812A-0C31-A577-DAED-F434B515007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446196" y="1524922"/>
                  <a:ext cx="1065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847B97B-DB26-6B90-0777-519AEAC5FF3D}"/>
                    </a:ext>
                  </a:extLst>
                </p14:cNvPr>
                <p14:cNvContentPartPr/>
                <p14:nvPr/>
              </p14:nvContentPartPr>
              <p14:xfrm>
                <a:off x="1712236" y="1359322"/>
                <a:ext cx="141840" cy="138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847B97B-DB26-6B90-0777-519AEAC5FF3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706116" y="1353202"/>
                  <a:ext cx="1540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FC8488D-65D4-54CA-E431-F8375E37962A}"/>
                    </a:ext>
                  </a:extLst>
                </p14:cNvPr>
                <p14:cNvContentPartPr/>
                <p14:nvPr/>
              </p14:nvContentPartPr>
              <p14:xfrm>
                <a:off x="2305876" y="1050802"/>
                <a:ext cx="156960" cy="164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FC8488D-65D4-54CA-E431-F8375E37962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299756" y="1044682"/>
                  <a:ext cx="1692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A245E02-2AC8-0C63-D390-9932EE82D388}"/>
                    </a:ext>
                  </a:extLst>
                </p14:cNvPr>
                <p14:cNvContentPartPr/>
                <p14:nvPr/>
              </p14:nvContentPartPr>
              <p14:xfrm>
                <a:off x="2017876" y="1209922"/>
                <a:ext cx="132120" cy="1598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A245E02-2AC8-0C63-D390-9932EE82D38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011756" y="1203802"/>
                  <a:ext cx="144360" cy="17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E10AD63-6F93-BE95-83EF-75BFF56559F2}"/>
                  </a:ext>
                </a:extLst>
              </p14:cNvPr>
              <p14:cNvContentPartPr/>
              <p14:nvPr/>
            </p14:nvContentPartPr>
            <p14:xfrm>
              <a:off x="1084036" y="2183362"/>
              <a:ext cx="149040" cy="1861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E10AD63-6F93-BE95-83EF-75BFF56559F2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077916" y="2177242"/>
                <a:ext cx="161280" cy="19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CDB95209-613D-DA81-973C-47F1D1C99A9C}"/>
              </a:ext>
            </a:extLst>
          </p:cNvPr>
          <p:cNvGrpSpPr/>
          <p:nvPr/>
        </p:nvGrpSpPr>
        <p:grpSpPr>
          <a:xfrm>
            <a:off x="1578316" y="1785562"/>
            <a:ext cx="2162160" cy="952200"/>
            <a:chOff x="1578316" y="1785562"/>
            <a:chExt cx="2162160" cy="95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EB74592-7AE6-61E1-D6A0-872634F94B9B}"/>
                    </a:ext>
                  </a:extLst>
                </p14:cNvPr>
                <p14:cNvContentPartPr/>
                <p14:nvPr/>
              </p14:nvContentPartPr>
              <p14:xfrm>
                <a:off x="1578316" y="2509162"/>
                <a:ext cx="190800" cy="2286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EB74592-7AE6-61E1-D6A0-872634F94B9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569676" y="2500522"/>
                  <a:ext cx="2084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EB78C81-9956-4B9C-9862-1C5C7FF75CB9}"/>
                    </a:ext>
                  </a:extLst>
                </p14:cNvPr>
                <p14:cNvContentPartPr/>
                <p14:nvPr/>
              </p14:nvContentPartPr>
              <p14:xfrm>
                <a:off x="1943716" y="2392162"/>
                <a:ext cx="156960" cy="1540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EB78C81-9956-4B9C-9862-1C5C7FF75CB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934716" y="2383162"/>
                  <a:ext cx="1746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6C5FCE7-3F1E-BAF3-EC95-AC08710A82F2}"/>
                    </a:ext>
                  </a:extLst>
                </p14:cNvPr>
                <p14:cNvContentPartPr/>
                <p14:nvPr/>
              </p14:nvContentPartPr>
              <p14:xfrm>
                <a:off x="2321716" y="2140162"/>
                <a:ext cx="136800" cy="180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6C5FCE7-3F1E-BAF3-EC95-AC08710A82F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312716" y="2131522"/>
                  <a:ext cx="1544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05FFE5F-753C-398A-D1FE-F964B942B727}"/>
                    </a:ext>
                  </a:extLst>
                </p14:cNvPr>
                <p14:cNvContentPartPr/>
                <p14:nvPr/>
              </p14:nvContentPartPr>
              <p14:xfrm>
                <a:off x="2551396" y="1999762"/>
                <a:ext cx="189000" cy="187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05FFE5F-753C-398A-D1FE-F964B942B72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542756" y="1991122"/>
                  <a:ext cx="2066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D17F96C-2A1B-DF68-3CB3-8800FCBA1A53}"/>
                    </a:ext>
                  </a:extLst>
                </p14:cNvPr>
                <p14:cNvContentPartPr/>
                <p14:nvPr/>
              </p14:nvContentPartPr>
              <p14:xfrm>
                <a:off x="2915356" y="1821922"/>
                <a:ext cx="177840" cy="166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D17F96C-2A1B-DF68-3CB3-8800FCBA1A5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906356" y="1813282"/>
                  <a:ext cx="1954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2473E49-EF76-567A-C268-2CD77BF861D6}"/>
                    </a:ext>
                  </a:extLst>
                </p14:cNvPr>
                <p14:cNvContentPartPr/>
                <p14:nvPr/>
              </p14:nvContentPartPr>
              <p14:xfrm>
                <a:off x="3158716" y="1785562"/>
                <a:ext cx="304560" cy="2102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2473E49-EF76-567A-C268-2CD77BF861D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150076" y="1776922"/>
                  <a:ext cx="3222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E6DDA97-5FD9-F30B-7DB7-2900839C8396}"/>
                    </a:ext>
                  </a:extLst>
                </p14:cNvPr>
                <p14:cNvContentPartPr/>
                <p14:nvPr/>
              </p14:nvContentPartPr>
              <p14:xfrm>
                <a:off x="3513316" y="1928482"/>
                <a:ext cx="227160" cy="1465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E6DDA97-5FD9-F30B-7DB7-2900839C839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504676" y="1919842"/>
                  <a:ext cx="2448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8DE636E-1732-3CC9-9EDC-5307CE7892C4}"/>
                    </a:ext>
                  </a:extLst>
                </p14:cNvPr>
                <p14:cNvContentPartPr/>
                <p14:nvPr/>
              </p14:nvContentPartPr>
              <p14:xfrm>
                <a:off x="2957836" y="2206762"/>
                <a:ext cx="142200" cy="135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8DE636E-1732-3CC9-9EDC-5307CE7892C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949196" y="2198122"/>
                  <a:ext cx="1598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CCB719A-1CD6-C337-B237-6A059EBE8AA4}"/>
                    </a:ext>
                  </a:extLst>
                </p14:cNvPr>
                <p14:cNvContentPartPr/>
                <p14:nvPr/>
              </p14:nvContentPartPr>
              <p14:xfrm>
                <a:off x="2510716" y="2355802"/>
                <a:ext cx="182520" cy="180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CCB719A-1CD6-C337-B237-6A059EBE8AA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502076" y="2346802"/>
                  <a:ext cx="2001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079133F-D690-9DA5-C0A0-06823C1796BE}"/>
                    </a:ext>
                  </a:extLst>
                </p14:cNvPr>
                <p14:cNvContentPartPr/>
                <p14:nvPr/>
              </p14:nvContentPartPr>
              <p14:xfrm>
                <a:off x="2002396" y="2594482"/>
                <a:ext cx="116280" cy="1328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079133F-D690-9DA5-C0A0-06823C1796B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993396" y="2585842"/>
                  <a:ext cx="1339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7600DB2-DA51-6D08-D466-A816A861F141}"/>
                    </a:ext>
                  </a:extLst>
                </p14:cNvPr>
                <p14:cNvContentPartPr/>
                <p14:nvPr/>
              </p14:nvContentPartPr>
              <p14:xfrm>
                <a:off x="2230636" y="2413762"/>
                <a:ext cx="172800" cy="1598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7600DB2-DA51-6D08-D466-A816A861F14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221996" y="2405122"/>
                  <a:ext cx="1904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A42367D-91DB-AD89-DC88-07DF25E3C06F}"/>
                    </a:ext>
                  </a:extLst>
                </p14:cNvPr>
                <p14:cNvContentPartPr/>
                <p14:nvPr/>
              </p14:nvContentPartPr>
              <p14:xfrm>
                <a:off x="2804836" y="2307562"/>
                <a:ext cx="93960" cy="1224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A42367D-91DB-AD89-DC88-07DF25E3C06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796196" y="2298922"/>
                  <a:ext cx="1116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08975F5-B6EB-9DE8-C23F-2226A56D47AA}"/>
                    </a:ext>
                  </a:extLst>
                </p14:cNvPr>
                <p14:cNvContentPartPr/>
                <p14:nvPr/>
              </p14:nvContentPartPr>
              <p14:xfrm>
                <a:off x="3332596" y="2166442"/>
                <a:ext cx="189000" cy="1418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08975F5-B6EB-9DE8-C23F-2226A56D47A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323596" y="2157802"/>
                  <a:ext cx="206640" cy="15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B83C562-B5C1-AD8F-C408-560128D5772C}"/>
              </a:ext>
            </a:extLst>
          </p:cNvPr>
          <p:cNvGrpSpPr/>
          <p:nvPr/>
        </p:nvGrpSpPr>
        <p:grpSpPr>
          <a:xfrm>
            <a:off x="6031156" y="575602"/>
            <a:ext cx="2756160" cy="577080"/>
            <a:chOff x="6031156" y="575602"/>
            <a:chExt cx="2756160" cy="57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34A3034-FE81-E2F5-1C5F-286E6073BEEA}"/>
                    </a:ext>
                  </a:extLst>
                </p14:cNvPr>
                <p14:cNvContentPartPr/>
                <p14:nvPr/>
              </p14:nvContentPartPr>
              <p14:xfrm>
                <a:off x="6031156" y="902482"/>
                <a:ext cx="192240" cy="2448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34A3034-FE81-E2F5-1C5F-286E6073BEE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025036" y="896362"/>
                  <a:ext cx="2044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E035A99-2C74-B1A2-6E22-6FA9689700A6}"/>
                    </a:ext>
                  </a:extLst>
                </p14:cNvPr>
                <p14:cNvContentPartPr/>
                <p14:nvPr/>
              </p14:nvContentPartPr>
              <p14:xfrm>
                <a:off x="6439756" y="951442"/>
                <a:ext cx="348840" cy="406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E035A99-2C74-B1A2-6E22-6FA9689700A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433636" y="945322"/>
                  <a:ext cx="3610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8A5EA29-F636-87A9-910D-F89015263141}"/>
                    </a:ext>
                  </a:extLst>
                </p14:cNvPr>
                <p14:cNvContentPartPr/>
                <p14:nvPr/>
              </p14:nvContentPartPr>
              <p14:xfrm>
                <a:off x="6874996" y="749122"/>
                <a:ext cx="284760" cy="403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8A5EA29-F636-87A9-910D-F8901526314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868876" y="743002"/>
                  <a:ext cx="29700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9D24CF8-CDA1-ADF2-2740-236C1E1A65B8}"/>
                    </a:ext>
                  </a:extLst>
                </p14:cNvPr>
                <p14:cNvContentPartPr/>
                <p14:nvPr/>
              </p14:nvContentPartPr>
              <p14:xfrm>
                <a:off x="7214836" y="853522"/>
                <a:ext cx="326160" cy="2412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9D24CF8-CDA1-ADF2-2740-236C1E1A65B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208716" y="847402"/>
                  <a:ext cx="3384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D2359C3-5A38-5412-F320-065CA2F7C5E2}"/>
                    </a:ext>
                  </a:extLst>
                </p14:cNvPr>
                <p14:cNvContentPartPr/>
                <p14:nvPr/>
              </p14:nvContentPartPr>
              <p14:xfrm>
                <a:off x="7591036" y="575602"/>
                <a:ext cx="104040" cy="4521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D2359C3-5A38-5412-F320-065CA2F7C5E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584916" y="569482"/>
                  <a:ext cx="11628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3EA3599-5032-9956-2C4A-A22978CBF7DE}"/>
                    </a:ext>
                  </a:extLst>
                </p14:cNvPr>
                <p14:cNvContentPartPr/>
                <p14:nvPr/>
              </p14:nvContentPartPr>
              <p14:xfrm>
                <a:off x="7538116" y="921562"/>
                <a:ext cx="253800" cy="111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3EA3599-5032-9956-2C4A-A22978CBF7D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531996" y="915442"/>
                  <a:ext cx="266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BB01980-683D-3401-B610-82E088D051AE}"/>
                    </a:ext>
                  </a:extLst>
                </p14:cNvPr>
                <p14:cNvContentPartPr/>
                <p14:nvPr/>
              </p14:nvContentPartPr>
              <p14:xfrm>
                <a:off x="7633876" y="841642"/>
                <a:ext cx="439920" cy="1983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BB01980-683D-3401-B610-82E088D051A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627756" y="835522"/>
                  <a:ext cx="4521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D6568F0-E940-16E5-5ECF-914E6DB8A3EF}"/>
                    </a:ext>
                  </a:extLst>
                </p14:cNvPr>
                <p14:cNvContentPartPr/>
                <p14:nvPr/>
              </p14:nvContentPartPr>
              <p14:xfrm>
                <a:off x="8160916" y="638602"/>
                <a:ext cx="59400" cy="4532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D6568F0-E940-16E5-5ECF-914E6DB8A3E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154796" y="632482"/>
                  <a:ext cx="7164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6FBEE7F-A00E-CA14-B0AA-34062FF3B0F6}"/>
                    </a:ext>
                  </a:extLst>
                </p14:cNvPr>
                <p14:cNvContentPartPr/>
                <p14:nvPr/>
              </p14:nvContentPartPr>
              <p14:xfrm>
                <a:off x="8252356" y="680722"/>
                <a:ext cx="534960" cy="3463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6FBEE7F-A00E-CA14-B0AA-34062FF3B0F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246236" y="674602"/>
                  <a:ext cx="547200" cy="35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3DEF4AB-EF18-A201-FDC8-71D97C440E08}"/>
              </a:ext>
            </a:extLst>
          </p:cNvPr>
          <p:cNvGrpSpPr/>
          <p:nvPr/>
        </p:nvGrpSpPr>
        <p:grpSpPr>
          <a:xfrm>
            <a:off x="4998676" y="741922"/>
            <a:ext cx="4158360" cy="1283400"/>
            <a:chOff x="4998676" y="741922"/>
            <a:chExt cx="4158360" cy="128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D24F85A-23E5-6108-E90D-FFC7EF963CD9}"/>
                    </a:ext>
                  </a:extLst>
                </p14:cNvPr>
                <p14:cNvContentPartPr/>
                <p14:nvPr/>
              </p14:nvContentPartPr>
              <p14:xfrm>
                <a:off x="5216836" y="741922"/>
                <a:ext cx="289440" cy="460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D24F85A-23E5-6108-E90D-FFC7EF963CD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208196" y="733282"/>
                  <a:ext cx="30708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8CE11DE-3512-3684-08E3-C9498EE4591A}"/>
                    </a:ext>
                  </a:extLst>
                </p14:cNvPr>
                <p14:cNvContentPartPr/>
                <p14:nvPr/>
              </p14:nvContentPartPr>
              <p14:xfrm>
                <a:off x="5505196" y="928762"/>
                <a:ext cx="304560" cy="1612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8CE11DE-3512-3684-08E3-C9498EE4591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496556" y="919762"/>
                  <a:ext cx="3222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FFA799A-4DE2-E32E-D2DA-DADF35CC05D2}"/>
                    </a:ext>
                  </a:extLst>
                </p14:cNvPr>
                <p14:cNvContentPartPr/>
                <p14:nvPr/>
              </p14:nvContentPartPr>
              <p14:xfrm>
                <a:off x="5752876" y="754882"/>
                <a:ext cx="186480" cy="327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FFA799A-4DE2-E32E-D2DA-DADF35CC05D2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744236" y="746242"/>
                  <a:ext cx="20412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76D6335-F9E5-4EEA-B736-AA199B3C27CD}"/>
                    </a:ext>
                  </a:extLst>
                </p14:cNvPr>
                <p14:cNvContentPartPr/>
                <p14:nvPr/>
              </p14:nvContentPartPr>
              <p14:xfrm>
                <a:off x="5233396" y="1200562"/>
                <a:ext cx="600480" cy="817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76D6335-F9E5-4EEA-B736-AA199B3C27C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224396" y="1191562"/>
                  <a:ext cx="6181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0941739-D3EB-D600-F71B-10B2220E738C}"/>
                    </a:ext>
                  </a:extLst>
                </p14:cNvPr>
                <p14:cNvContentPartPr/>
                <p14:nvPr/>
              </p14:nvContentPartPr>
              <p14:xfrm>
                <a:off x="5142676" y="1802482"/>
                <a:ext cx="16200" cy="122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0941739-D3EB-D600-F71B-10B2220E738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133676" y="1793482"/>
                  <a:ext cx="338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364C889-1190-5376-CFCD-6689B70B0D24}"/>
                    </a:ext>
                  </a:extLst>
                </p14:cNvPr>
                <p14:cNvContentPartPr/>
                <p14:nvPr/>
              </p14:nvContentPartPr>
              <p14:xfrm>
                <a:off x="4998676" y="1586482"/>
                <a:ext cx="327240" cy="4388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364C889-1190-5376-CFCD-6689B70B0D2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989676" y="1577482"/>
                  <a:ext cx="34488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A4A7EA1-6D29-46D9-A3BB-446BB164BFE7}"/>
                    </a:ext>
                  </a:extLst>
                </p14:cNvPr>
                <p14:cNvContentPartPr/>
                <p14:nvPr/>
              </p14:nvContentPartPr>
              <p14:xfrm>
                <a:off x="5360476" y="1502242"/>
                <a:ext cx="83520" cy="5212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A4A7EA1-6D29-46D9-A3BB-446BB164BFE7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351476" y="1493602"/>
                  <a:ext cx="101160" cy="53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648EA28-8F8B-8C5E-9AC7-CC4B823BA961}"/>
                    </a:ext>
                  </a:extLst>
                </p14:cNvPr>
                <p14:cNvContentPartPr/>
                <p14:nvPr/>
              </p14:nvContentPartPr>
              <p14:xfrm>
                <a:off x="5482516" y="1826602"/>
                <a:ext cx="163080" cy="892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648EA28-8F8B-8C5E-9AC7-CC4B823BA96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473876" y="1817962"/>
                  <a:ext cx="1807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70DE617-6F25-CF02-CBFC-7BF0FBC0C3DB}"/>
                    </a:ext>
                  </a:extLst>
                </p14:cNvPr>
                <p14:cNvContentPartPr/>
                <p14:nvPr/>
              </p14:nvContentPartPr>
              <p14:xfrm>
                <a:off x="5704996" y="1569202"/>
                <a:ext cx="253080" cy="4143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70DE617-6F25-CF02-CBFC-7BF0FBC0C3D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695996" y="1560202"/>
                  <a:ext cx="2707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D3AF7D8-1C00-1CE5-4B83-C445F9F41182}"/>
                    </a:ext>
                  </a:extLst>
                </p14:cNvPr>
                <p14:cNvContentPartPr/>
                <p14:nvPr/>
              </p14:nvContentPartPr>
              <p14:xfrm>
                <a:off x="5958436" y="1724362"/>
                <a:ext cx="214920" cy="1472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D3AF7D8-1C00-1CE5-4B83-C445F9F4118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949796" y="1715722"/>
                  <a:ext cx="2325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C92CCF3-C062-8827-2D5F-2E719F21F753}"/>
                    </a:ext>
                  </a:extLst>
                </p14:cNvPr>
                <p14:cNvContentPartPr/>
                <p14:nvPr/>
              </p14:nvContentPartPr>
              <p14:xfrm>
                <a:off x="6481876" y="1691602"/>
                <a:ext cx="172800" cy="273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C92CCF3-C062-8827-2D5F-2E719F21F75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473236" y="1682962"/>
                  <a:ext cx="1904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AE815EA-C895-9BB7-F6BF-E8EA26CC10D1}"/>
                    </a:ext>
                  </a:extLst>
                </p14:cNvPr>
                <p14:cNvContentPartPr/>
                <p14:nvPr/>
              </p14:nvContentPartPr>
              <p14:xfrm>
                <a:off x="6846196" y="1504042"/>
                <a:ext cx="288360" cy="3186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AE815EA-C895-9BB7-F6BF-E8EA26CC10D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837556" y="1495402"/>
                  <a:ext cx="3060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D9FDA7B-4EAB-DF8B-AE58-7B6A486CC30D}"/>
                    </a:ext>
                  </a:extLst>
                </p14:cNvPr>
                <p14:cNvContentPartPr/>
                <p14:nvPr/>
              </p14:nvContentPartPr>
              <p14:xfrm>
                <a:off x="7140316" y="1610602"/>
                <a:ext cx="320400" cy="2052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D9FDA7B-4EAB-DF8B-AE58-7B6A486CC30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131316" y="1601602"/>
                  <a:ext cx="3380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8FB722C-74A2-59F2-4E28-1519274E9607}"/>
                    </a:ext>
                  </a:extLst>
                </p14:cNvPr>
                <p14:cNvContentPartPr/>
                <p14:nvPr/>
              </p14:nvContentPartPr>
              <p14:xfrm>
                <a:off x="7597876" y="1608082"/>
                <a:ext cx="104040" cy="230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8FB722C-74A2-59F2-4E28-1519274E960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589236" y="1599082"/>
                  <a:ext cx="1216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B5F386E-C71E-F0DE-5C2E-DF5678CB4BDA}"/>
                    </a:ext>
                  </a:extLst>
                </p14:cNvPr>
                <p14:cNvContentPartPr/>
                <p14:nvPr/>
              </p14:nvContentPartPr>
              <p14:xfrm>
                <a:off x="7670956" y="1311082"/>
                <a:ext cx="663480" cy="4626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B5F386E-C71E-F0DE-5C2E-DF5678CB4BD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662316" y="1302442"/>
                  <a:ext cx="68112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BB0A6CE-E9A1-6775-3078-1578E91C11C8}"/>
                    </a:ext>
                  </a:extLst>
                </p14:cNvPr>
                <p14:cNvContentPartPr/>
                <p14:nvPr/>
              </p14:nvContentPartPr>
              <p14:xfrm>
                <a:off x="8149036" y="1504042"/>
                <a:ext cx="505080" cy="1292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BB0A6CE-E9A1-6775-3078-1578E91C11C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140036" y="1495402"/>
                  <a:ext cx="5227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71C62D5-8E9A-DBDC-1E44-26B4F6716646}"/>
                    </a:ext>
                  </a:extLst>
                </p14:cNvPr>
                <p14:cNvContentPartPr/>
                <p14:nvPr/>
              </p14:nvContentPartPr>
              <p14:xfrm>
                <a:off x="8701276" y="1261402"/>
                <a:ext cx="20520" cy="3621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71C62D5-8E9A-DBDC-1E44-26B4F671664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692636" y="1252762"/>
                  <a:ext cx="3816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9473D9C-3252-E75B-C910-ED35A8673AC1}"/>
                    </a:ext>
                  </a:extLst>
                </p14:cNvPr>
                <p14:cNvContentPartPr/>
                <p14:nvPr/>
              </p14:nvContentPartPr>
              <p14:xfrm>
                <a:off x="8727916" y="1289482"/>
                <a:ext cx="429120" cy="3157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9473D9C-3252-E75B-C910-ED35A8673AC1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719276" y="1280842"/>
                  <a:ext cx="44676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4150179-073D-DF65-575D-FA7D43B1C240}"/>
                    </a:ext>
                  </a:extLst>
                </p14:cNvPr>
                <p14:cNvContentPartPr/>
                <p14:nvPr/>
              </p14:nvContentPartPr>
              <p14:xfrm>
                <a:off x="7738996" y="1882402"/>
                <a:ext cx="968040" cy="457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4150179-073D-DF65-575D-FA7D43B1C240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729996" y="1873402"/>
                  <a:ext cx="985680" cy="6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DC6652EE-C509-CC47-7B4D-6FCF0B6E2720}"/>
                  </a:ext>
                </a:extLst>
              </p14:cNvPr>
              <p14:cNvContentPartPr/>
              <p14:nvPr/>
            </p14:nvContentPartPr>
            <p14:xfrm>
              <a:off x="803236" y="1726882"/>
              <a:ext cx="552600" cy="46908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DC6652EE-C509-CC47-7B4D-6FCF0B6E2720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794596" y="1718242"/>
                <a:ext cx="570240" cy="48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5F720DD-A69F-B385-941E-CDEA28C1F70D}"/>
              </a:ext>
            </a:extLst>
          </p:cNvPr>
          <p:cNvGrpSpPr/>
          <p:nvPr/>
        </p:nvGrpSpPr>
        <p:grpSpPr>
          <a:xfrm>
            <a:off x="737716" y="746242"/>
            <a:ext cx="4150440" cy="2121120"/>
            <a:chOff x="737716" y="746242"/>
            <a:chExt cx="4150440" cy="212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2008687-A938-CC92-8529-0A1E1BFD69FE}"/>
                    </a:ext>
                  </a:extLst>
                </p14:cNvPr>
                <p14:cNvContentPartPr/>
                <p14:nvPr/>
              </p14:nvContentPartPr>
              <p14:xfrm>
                <a:off x="737716" y="746242"/>
                <a:ext cx="2942640" cy="21211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2008687-A938-CC92-8529-0A1E1BFD69FE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29076" y="737242"/>
                  <a:ext cx="2960280" cy="21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3CEC159-CD66-A254-CE67-E0EA9D32C6A3}"/>
                    </a:ext>
                  </a:extLst>
                </p14:cNvPr>
                <p14:cNvContentPartPr/>
                <p14:nvPr/>
              </p14:nvContentPartPr>
              <p14:xfrm>
                <a:off x="2966116" y="1209202"/>
                <a:ext cx="287280" cy="550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3CEC159-CD66-A254-CE67-E0EA9D32C6A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957116" y="1200202"/>
                  <a:ext cx="3049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1BD19DC-F023-A505-FAB4-BA30E8A8A4F7}"/>
                    </a:ext>
                  </a:extLst>
                </p14:cNvPr>
                <p14:cNvContentPartPr/>
                <p14:nvPr/>
              </p14:nvContentPartPr>
              <p14:xfrm>
                <a:off x="3371116" y="1197322"/>
                <a:ext cx="9720" cy="687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1BD19DC-F023-A505-FAB4-BA30E8A8A4F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362476" y="1188322"/>
                  <a:ext cx="273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7DFB9FB-C54A-0624-71A0-B662014083CC}"/>
                    </a:ext>
                  </a:extLst>
                </p14:cNvPr>
                <p14:cNvContentPartPr/>
                <p14:nvPr/>
              </p14:nvContentPartPr>
              <p14:xfrm>
                <a:off x="3337276" y="1076002"/>
                <a:ext cx="171360" cy="3052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7DFB9FB-C54A-0624-71A0-B662014083C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328276" y="1067362"/>
                  <a:ext cx="18900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1C6C283-A307-2F7C-84C6-16B12F4C0DF5}"/>
                    </a:ext>
                  </a:extLst>
                </p14:cNvPr>
                <p14:cNvContentPartPr/>
                <p14:nvPr/>
              </p14:nvContentPartPr>
              <p14:xfrm>
                <a:off x="3518356" y="1204882"/>
                <a:ext cx="145800" cy="1108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1C6C283-A307-2F7C-84C6-16B12F4C0DF5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509356" y="1195882"/>
                  <a:ext cx="1634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2C6E2C2-105A-D010-D450-40446A3F34FC}"/>
                    </a:ext>
                  </a:extLst>
                </p14:cNvPr>
                <p14:cNvContentPartPr/>
                <p14:nvPr/>
              </p14:nvContentPartPr>
              <p14:xfrm>
                <a:off x="3681796" y="1189042"/>
                <a:ext cx="158400" cy="1105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2C6E2C2-105A-D010-D450-40446A3F34FC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3673156" y="1180402"/>
                  <a:ext cx="1760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587D489-746B-7D47-DECD-416EE1CA859B}"/>
                    </a:ext>
                  </a:extLst>
                </p14:cNvPr>
                <p14:cNvContentPartPr/>
                <p14:nvPr/>
              </p14:nvContentPartPr>
              <p14:xfrm>
                <a:off x="3813556" y="1144402"/>
                <a:ext cx="182880" cy="2109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587D489-746B-7D47-DECD-416EE1CA859B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3804556" y="1135762"/>
                  <a:ext cx="2005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93B81FB-B48C-91B5-9BD9-EB8D0C2A0D4F}"/>
                    </a:ext>
                  </a:extLst>
                </p14:cNvPr>
                <p14:cNvContentPartPr/>
                <p14:nvPr/>
              </p14:nvContentPartPr>
              <p14:xfrm>
                <a:off x="4023796" y="1106242"/>
                <a:ext cx="414000" cy="1796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93B81FB-B48C-91B5-9BD9-EB8D0C2A0D4F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015156" y="1097242"/>
                  <a:ext cx="4316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71546AF-1F7C-3CDF-9B4B-EC145C17C19C}"/>
                    </a:ext>
                  </a:extLst>
                </p14:cNvPr>
                <p14:cNvContentPartPr/>
                <p14:nvPr/>
              </p14:nvContentPartPr>
              <p14:xfrm>
                <a:off x="3838756" y="1516642"/>
                <a:ext cx="9000" cy="961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71546AF-1F7C-3CDF-9B4B-EC145C17C19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829756" y="1508002"/>
                  <a:ext cx="266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364BCDA-41C0-E3C0-BF5B-A2D295E2A5F1}"/>
                    </a:ext>
                  </a:extLst>
                </p14:cNvPr>
                <p14:cNvContentPartPr/>
                <p14:nvPr/>
              </p14:nvContentPartPr>
              <p14:xfrm>
                <a:off x="3848116" y="1463002"/>
                <a:ext cx="167040" cy="2372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364BCDA-41C0-E3C0-BF5B-A2D295E2A5F1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839116" y="1454002"/>
                  <a:ext cx="1846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5D8FAA1-D3E3-8D1B-B0D5-0934E64B0CB3}"/>
                    </a:ext>
                  </a:extLst>
                </p14:cNvPr>
                <p14:cNvContentPartPr/>
                <p14:nvPr/>
              </p14:nvContentPartPr>
              <p14:xfrm>
                <a:off x="4069516" y="1500082"/>
                <a:ext cx="382320" cy="1324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5D8FAA1-D3E3-8D1B-B0D5-0934E64B0CB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060516" y="1491082"/>
                  <a:ext cx="3999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9CDE4E7-9567-CA7B-914B-39ABA972E080}"/>
                    </a:ext>
                  </a:extLst>
                </p14:cNvPr>
                <p14:cNvContentPartPr/>
                <p14:nvPr/>
              </p14:nvContentPartPr>
              <p14:xfrm>
                <a:off x="4435636" y="1282282"/>
                <a:ext cx="452520" cy="6444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9CDE4E7-9567-CA7B-914B-39ABA972E080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426636" y="1273282"/>
                  <a:ext cx="470160" cy="66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BE83ACB-B273-CFF9-88D4-C1BD39AB40DC}"/>
                    </a:ext>
                  </a:extLst>
                </p14:cNvPr>
                <p14:cNvContentPartPr/>
                <p14:nvPr/>
              </p14:nvContentPartPr>
              <p14:xfrm>
                <a:off x="4192636" y="1540042"/>
                <a:ext cx="560160" cy="1771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BE83ACB-B273-CFF9-88D4-C1BD39AB40DC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183996" y="1531402"/>
                  <a:ext cx="57780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181063F0-8197-1969-C2E1-665792F1FF39}"/>
              </a:ext>
            </a:extLst>
          </p:cNvPr>
          <p:cNvGrpSpPr/>
          <p:nvPr/>
        </p:nvGrpSpPr>
        <p:grpSpPr>
          <a:xfrm>
            <a:off x="1724476" y="1491802"/>
            <a:ext cx="970920" cy="432720"/>
            <a:chOff x="1724476" y="1491802"/>
            <a:chExt cx="970920" cy="43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DB15E10-6A44-9F78-EDB4-C06CE3EB9519}"/>
                    </a:ext>
                  </a:extLst>
                </p14:cNvPr>
                <p14:cNvContentPartPr/>
                <p14:nvPr/>
              </p14:nvContentPartPr>
              <p14:xfrm>
                <a:off x="2423596" y="1666042"/>
                <a:ext cx="206640" cy="2109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DB15E10-6A44-9F78-EDB4-C06CE3EB9519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414956" y="1657042"/>
                  <a:ext cx="2242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DC37F3B-04B9-4495-A8B3-67F47657141C}"/>
                    </a:ext>
                  </a:extLst>
                </p14:cNvPr>
                <p14:cNvContentPartPr/>
                <p14:nvPr/>
              </p14:nvContentPartPr>
              <p14:xfrm>
                <a:off x="2387956" y="1706002"/>
                <a:ext cx="307440" cy="2185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DC37F3B-04B9-4495-A8B3-67F47657141C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378956" y="1697362"/>
                  <a:ext cx="3250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F629B74-42A4-CB28-4D0A-190136C78B98}"/>
                    </a:ext>
                  </a:extLst>
                </p14:cNvPr>
                <p14:cNvContentPartPr/>
                <p14:nvPr/>
              </p14:nvContentPartPr>
              <p14:xfrm>
                <a:off x="1724476" y="1491802"/>
                <a:ext cx="523440" cy="3002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F629B74-42A4-CB28-4D0A-190136C78B98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715836" y="1482802"/>
                  <a:ext cx="541080" cy="31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BF33B5F5-E092-4622-7BFF-9021D1155033}"/>
              </a:ext>
            </a:extLst>
          </p:cNvPr>
          <p:cNvGrpSpPr/>
          <p:nvPr/>
        </p:nvGrpSpPr>
        <p:grpSpPr>
          <a:xfrm>
            <a:off x="707476" y="3378922"/>
            <a:ext cx="3862440" cy="1428480"/>
            <a:chOff x="707476" y="3378922"/>
            <a:chExt cx="3862440" cy="142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AE31312-36C8-E3F8-7C4F-11A8CF48A9D3}"/>
                    </a:ext>
                  </a:extLst>
                </p14:cNvPr>
                <p14:cNvContentPartPr/>
                <p14:nvPr/>
              </p14:nvContentPartPr>
              <p14:xfrm>
                <a:off x="1012756" y="3378922"/>
                <a:ext cx="93600" cy="14284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AE31312-36C8-E3F8-7C4F-11A8CF48A9D3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03756" y="3369922"/>
                  <a:ext cx="111240" cy="14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193E348-29CA-15D7-5DFD-E9A2E43B1E44}"/>
                    </a:ext>
                  </a:extLst>
                </p14:cNvPr>
                <p14:cNvContentPartPr/>
                <p14:nvPr/>
              </p14:nvContentPartPr>
              <p14:xfrm>
                <a:off x="754996" y="4324282"/>
                <a:ext cx="3792960" cy="2059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193E348-29CA-15D7-5DFD-E9A2E43B1E4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45996" y="4315642"/>
                  <a:ext cx="38106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5A28A18-F1BB-6468-4D93-B85CC2CE63AC}"/>
                    </a:ext>
                  </a:extLst>
                </p14:cNvPr>
                <p14:cNvContentPartPr/>
                <p14:nvPr/>
              </p14:nvContentPartPr>
              <p14:xfrm>
                <a:off x="4277596" y="4484122"/>
                <a:ext cx="182880" cy="1954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5A28A18-F1BB-6468-4D93-B85CC2CE63A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268956" y="4475122"/>
                  <a:ext cx="2005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C29B5BC-2B20-32D0-30C9-30733CE98625}"/>
                    </a:ext>
                  </a:extLst>
                </p14:cNvPr>
                <p14:cNvContentPartPr/>
                <p14:nvPr/>
              </p14:nvContentPartPr>
              <p14:xfrm>
                <a:off x="4254916" y="4542082"/>
                <a:ext cx="201600" cy="1335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C29B5BC-2B20-32D0-30C9-30733CE98625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4246276" y="4533082"/>
                  <a:ext cx="2192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2BF76F2-27C5-5623-B4A9-04F9B7C0ACF4}"/>
                    </a:ext>
                  </a:extLst>
                </p14:cNvPr>
                <p14:cNvContentPartPr/>
                <p14:nvPr/>
              </p14:nvContentPartPr>
              <p14:xfrm>
                <a:off x="4561996" y="4601842"/>
                <a:ext cx="7920" cy="1274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2BF76F2-27C5-5623-B4A9-04F9B7C0ACF4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4553356" y="4592842"/>
                  <a:ext cx="255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8D38138-E778-CDE6-E511-E23DB9C7A817}"/>
                    </a:ext>
                  </a:extLst>
                </p14:cNvPr>
                <p14:cNvContentPartPr/>
                <p14:nvPr/>
              </p14:nvContentPartPr>
              <p14:xfrm>
                <a:off x="758596" y="3543082"/>
                <a:ext cx="89640" cy="2419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8D38138-E778-CDE6-E511-E23DB9C7A817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49956" y="3534082"/>
                  <a:ext cx="1072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8812090-FE4C-B37D-6091-F66055694CA4}"/>
                    </a:ext>
                  </a:extLst>
                </p14:cNvPr>
                <p14:cNvContentPartPr/>
                <p14:nvPr/>
              </p14:nvContentPartPr>
              <p14:xfrm>
                <a:off x="707476" y="3529762"/>
                <a:ext cx="160920" cy="1324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8812090-FE4C-B37D-6091-F66055694CA4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98836" y="3521122"/>
                  <a:ext cx="1785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B44EC27-6F97-3741-316F-569D7C683E07}"/>
                    </a:ext>
                  </a:extLst>
                </p14:cNvPr>
                <p14:cNvContentPartPr/>
                <p14:nvPr/>
              </p14:nvContentPartPr>
              <p14:xfrm>
                <a:off x="856876" y="3677362"/>
                <a:ext cx="182160" cy="1479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B44EC27-6F97-3741-316F-569D7C683E07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47876" y="3668722"/>
                  <a:ext cx="1998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2AB2710-1966-7952-3C15-AD28A3ED1197}"/>
                    </a:ext>
                  </a:extLst>
                </p14:cNvPr>
                <p14:cNvContentPartPr/>
                <p14:nvPr/>
              </p14:nvContentPartPr>
              <p14:xfrm>
                <a:off x="1258276" y="3572602"/>
                <a:ext cx="3186720" cy="8395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2AB2710-1966-7952-3C15-AD28A3ED1197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249276" y="3563962"/>
                  <a:ext cx="3204360" cy="85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FA66CD45-57AC-BA4B-5866-9CEF66FD7370}"/>
              </a:ext>
            </a:extLst>
          </p:cNvPr>
          <p:cNvGrpSpPr/>
          <p:nvPr/>
        </p:nvGrpSpPr>
        <p:grpSpPr>
          <a:xfrm>
            <a:off x="1315876" y="3214402"/>
            <a:ext cx="3067200" cy="920880"/>
            <a:chOff x="1315876" y="3214402"/>
            <a:chExt cx="3067200" cy="92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4B3236E-0DB9-7D33-30A3-1F1485EF662D}"/>
                    </a:ext>
                  </a:extLst>
                </p14:cNvPr>
                <p14:cNvContentPartPr/>
                <p14:nvPr/>
              </p14:nvContentPartPr>
              <p14:xfrm>
                <a:off x="1315876" y="3464962"/>
                <a:ext cx="147240" cy="1216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4B3236E-0DB9-7D33-30A3-1F1485EF662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307236" y="3456322"/>
                  <a:ext cx="1648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9FB10E3-6745-E949-CC40-AE2B1AFB36A1}"/>
                    </a:ext>
                  </a:extLst>
                </p14:cNvPr>
                <p14:cNvContentPartPr/>
                <p14:nvPr/>
              </p14:nvContentPartPr>
              <p14:xfrm>
                <a:off x="1601716" y="3531202"/>
                <a:ext cx="65880" cy="1047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9FB10E3-6745-E949-CC40-AE2B1AFB36A1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593076" y="3522202"/>
                  <a:ext cx="835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C5661CE-98FA-A29F-25FA-9D407282374C}"/>
                    </a:ext>
                  </a:extLst>
                </p14:cNvPr>
                <p14:cNvContentPartPr/>
                <p14:nvPr/>
              </p14:nvContentPartPr>
              <p14:xfrm>
                <a:off x="1836436" y="3556042"/>
                <a:ext cx="98640" cy="1216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C5661CE-98FA-A29F-25FA-9D407282374C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827436" y="3547402"/>
                  <a:ext cx="1162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FCC6BCA-B621-C721-9654-B22386CBD703}"/>
                    </a:ext>
                  </a:extLst>
                </p14:cNvPr>
                <p14:cNvContentPartPr/>
                <p14:nvPr/>
              </p14:nvContentPartPr>
              <p14:xfrm>
                <a:off x="1978636" y="3695362"/>
                <a:ext cx="100080" cy="1206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FCC6BCA-B621-C721-9654-B22386CBD703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969636" y="3686722"/>
                  <a:ext cx="1177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819C8EC-10E2-9712-2FC1-3FE8276F2EEC}"/>
                    </a:ext>
                  </a:extLst>
                </p14:cNvPr>
                <p14:cNvContentPartPr/>
                <p14:nvPr/>
              </p14:nvContentPartPr>
              <p14:xfrm>
                <a:off x="2109316" y="3968242"/>
                <a:ext cx="84600" cy="1260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819C8EC-10E2-9712-2FC1-3FE8276F2EEC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100676" y="3959602"/>
                  <a:ext cx="1022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DF3760F-A013-84EF-634E-063E7238BE96}"/>
                    </a:ext>
                  </a:extLst>
                </p14:cNvPr>
                <p14:cNvContentPartPr/>
                <p14:nvPr/>
              </p14:nvContentPartPr>
              <p14:xfrm>
                <a:off x="2372836" y="3854482"/>
                <a:ext cx="98280" cy="1490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DF3760F-A013-84EF-634E-063E7238BE96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363836" y="3845842"/>
                  <a:ext cx="1159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8BAAFC0-ADEE-0CAA-68D7-90BF9C878485}"/>
                    </a:ext>
                  </a:extLst>
                </p14:cNvPr>
                <p14:cNvContentPartPr/>
                <p14:nvPr/>
              </p14:nvContentPartPr>
              <p14:xfrm>
                <a:off x="2266996" y="3486922"/>
                <a:ext cx="168480" cy="1033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8BAAFC0-ADEE-0CAA-68D7-90BF9C878485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2258356" y="3478282"/>
                  <a:ext cx="1861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DCE8E53-BCD1-EF11-2179-929C4F19E31A}"/>
                    </a:ext>
                  </a:extLst>
                </p14:cNvPr>
                <p14:cNvContentPartPr/>
                <p14:nvPr/>
              </p14:nvContentPartPr>
              <p14:xfrm>
                <a:off x="1820236" y="3375322"/>
                <a:ext cx="201240" cy="849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DCE8E53-BCD1-EF11-2179-929C4F19E31A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811236" y="3366322"/>
                  <a:ext cx="2188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67FF2C8-64D9-67DC-635E-FD2853BF4648}"/>
                    </a:ext>
                  </a:extLst>
                </p14:cNvPr>
                <p14:cNvContentPartPr/>
                <p14:nvPr/>
              </p14:nvContentPartPr>
              <p14:xfrm>
                <a:off x="2413876" y="3626602"/>
                <a:ext cx="85320" cy="1357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67FF2C8-64D9-67DC-635E-FD2853BF4648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404876" y="3617962"/>
                  <a:ext cx="1029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CBEF4B9-ECE6-07C0-7204-1EAAEC107A8D}"/>
                    </a:ext>
                  </a:extLst>
                </p14:cNvPr>
                <p14:cNvContentPartPr/>
                <p14:nvPr/>
              </p14:nvContentPartPr>
              <p14:xfrm>
                <a:off x="2615836" y="3460642"/>
                <a:ext cx="116640" cy="1645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CBEF4B9-ECE6-07C0-7204-1EAAEC107A8D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607196" y="3452002"/>
                  <a:ext cx="1342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0C8A7B3-85BD-BF06-BCBB-5DEB6971FD1A}"/>
                    </a:ext>
                  </a:extLst>
                </p14:cNvPr>
                <p14:cNvContentPartPr/>
                <p14:nvPr/>
              </p14:nvContentPartPr>
              <p14:xfrm>
                <a:off x="2192116" y="3231322"/>
                <a:ext cx="138960" cy="997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0C8A7B3-85BD-BF06-BCBB-5DEB6971FD1A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183476" y="3222682"/>
                  <a:ext cx="1566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46A7210-6EC7-699A-4EF4-F2450442858F}"/>
                    </a:ext>
                  </a:extLst>
                </p14:cNvPr>
                <p14:cNvContentPartPr/>
                <p14:nvPr/>
              </p14:nvContentPartPr>
              <p14:xfrm>
                <a:off x="2874316" y="3296482"/>
                <a:ext cx="110520" cy="1141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46A7210-6EC7-699A-4EF4-F2450442858F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865316" y="3287842"/>
                  <a:ext cx="1281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9AD90BD-B3E5-4231-3D65-8F49A26AAA80}"/>
                    </a:ext>
                  </a:extLst>
                </p14:cNvPr>
                <p14:cNvContentPartPr/>
                <p14:nvPr/>
              </p14:nvContentPartPr>
              <p14:xfrm>
                <a:off x="3179956" y="3391522"/>
                <a:ext cx="129960" cy="1497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9AD90BD-B3E5-4231-3D65-8F49A26AAA80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3171316" y="3382882"/>
                  <a:ext cx="1476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6FBE273-1C2C-74F0-7C13-5537B150BABF}"/>
                    </a:ext>
                  </a:extLst>
                </p14:cNvPr>
                <p14:cNvContentPartPr/>
                <p14:nvPr/>
              </p14:nvContentPartPr>
              <p14:xfrm>
                <a:off x="3412156" y="3576922"/>
                <a:ext cx="159120" cy="1177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6FBE273-1C2C-74F0-7C13-5537B150BABF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403156" y="3568282"/>
                  <a:ext cx="1767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C25B54B-C0F9-329B-11EA-EC486BE9D956}"/>
                    </a:ext>
                  </a:extLst>
                </p14:cNvPr>
                <p14:cNvContentPartPr/>
                <p14:nvPr/>
              </p14:nvContentPartPr>
              <p14:xfrm>
                <a:off x="3676756" y="3769522"/>
                <a:ext cx="128880" cy="1188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C25B54B-C0F9-329B-11EA-EC486BE9D956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668116" y="3760522"/>
                  <a:ext cx="1465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682DDEC-9461-EFC2-436B-768DC54645F7}"/>
                    </a:ext>
                  </a:extLst>
                </p14:cNvPr>
                <p14:cNvContentPartPr/>
                <p14:nvPr/>
              </p14:nvContentPartPr>
              <p14:xfrm>
                <a:off x="3675676" y="3386122"/>
                <a:ext cx="171000" cy="1767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682DDEC-9461-EFC2-436B-768DC54645F7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666676" y="3377482"/>
                  <a:ext cx="1886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BD3A420-82F9-3768-E679-35767E8CF494}"/>
                    </a:ext>
                  </a:extLst>
                </p14:cNvPr>
                <p14:cNvContentPartPr/>
                <p14:nvPr/>
              </p14:nvContentPartPr>
              <p14:xfrm>
                <a:off x="3435556" y="3214402"/>
                <a:ext cx="88560" cy="1976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BD3A420-82F9-3768-E679-35767E8CF494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426916" y="3205762"/>
                  <a:ext cx="1062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435CCBC-EBD3-6629-0721-3B36E12CDE29}"/>
                    </a:ext>
                  </a:extLst>
                </p14:cNvPr>
                <p14:cNvContentPartPr/>
                <p14:nvPr/>
              </p14:nvContentPartPr>
              <p14:xfrm>
                <a:off x="3901036" y="3623002"/>
                <a:ext cx="123120" cy="2145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435CCBC-EBD3-6629-0721-3B36E12CDE2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892036" y="3614002"/>
                  <a:ext cx="1407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452E64B-DCBB-10F5-A702-04BD0CDA2FF8}"/>
                    </a:ext>
                  </a:extLst>
                </p14:cNvPr>
                <p14:cNvContentPartPr/>
                <p14:nvPr/>
              </p14:nvContentPartPr>
              <p14:xfrm>
                <a:off x="3875836" y="3999202"/>
                <a:ext cx="113040" cy="1360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452E64B-DCBB-10F5-A702-04BD0CDA2FF8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3866836" y="3990202"/>
                  <a:ext cx="1306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946CC91-3049-A882-C0FE-9C8E0E49EA3D}"/>
                    </a:ext>
                  </a:extLst>
                </p14:cNvPr>
                <p14:cNvContentPartPr/>
                <p14:nvPr/>
              </p14:nvContentPartPr>
              <p14:xfrm>
                <a:off x="4141876" y="3903442"/>
                <a:ext cx="122040" cy="1249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946CC91-3049-A882-C0FE-9C8E0E49EA3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132876" y="3894442"/>
                  <a:ext cx="1396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8D6B35B-5035-1AA0-3FA4-679D7041F0DC}"/>
                    </a:ext>
                  </a:extLst>
                </p14:cNvPr>
                <p14:cNvContentPartPr/>
                <p14:nvPr/>
              </p14:nvContentPartPr>
              <p14:xfrm>
                <a:off x="4106596" y="3395842"/>
                <a:ext cx="124560" cy="1558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8D6B35B-5035-1AA0-3FA4-679D7041F0DC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097596" y="3386842"/>
                  <a:ext cx="1422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B593484-5BC2-B181-F342-ED4A2D724400}"/>
                    </a:ext>
                  </a:extLst>
                </p14:cNvPr>
                <p14:cNvContentPartPr/>
                <p14:nvPr/>
              </p14:nvContentPartPr>
              <p14:xfrm>
                <a:off x="4290916" y="3675562"/>
                <a:ext cx="92160" cy="1216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B593484-5BC2-B181-F342-ED4A2D724400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281916" y="3666922"/>
                  <a:ext cx="109800" cy="13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3C5855AE-68C0-FDC6-FBC5-6CD8FFB1146C}"/>
              </a:ext>
            </a:extLst>
          </p:cNvPr>
          <p:cNvGrpSpPr/>
          <p:nvPr/>
        </p:nvGrpSpPr>
        <p:grpSpPr>
          <a:xfrm>
            <a:off x="1466716" y="3896602"/>
            <a:ext cx="399960" cy="362160"/>
            <a:chOff x="1466716" y="3896602"/>
            <a:chExt cx="399960" cy="36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00540B0-7952-8E17-E884-8050A46B3633}"/>
                    </a:ext>
                  </a:extLst>
                </p14:cNvPr>
                <p14:cNvContentPartPr/>
                <p14:nvPr/>
              </p14:nvContentPartPr>
              <p14:xfrm>
                <a:off x="1466716" y="4091002"/>
                <a:ext cx="115560" cy="1677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00540B0-7952-8E17-E884-8050A46B363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460596" y="4084882"/>
                  <a:ext cx="1278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C708350-FA2D-44F5-E52F-AACC259BD1A1}"/>
                    </a:ext>
                  </a:extLst>
                </p14:cNvPr>
                <p14:cNvContentPartPr/>
                <p14:nvPr/>
              </p14:nvContentPartPr>
              <p14:xfrm>
                <a:off x="1480396" y="3896602"/>
                <a:ext cx="77400" cy="1335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C708350-FA2D-44F5-E52F-AACC259BD1A1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474276" y="3890482"/>
                  <a:ext cx="896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8F2CAB6-4F53-1CAE-F4DD-21D7F1C881CB}"/>
                    </a:ext>
                  </a:extLst>
                </p14:cNvPr>
                <p14:cNvContentPartPr/>
                <p14:nvPr/>
              </p14:nvContentPartPr>
              <p14:xfrm>
                <a:off x="1732396" y="4103602"/>
                <a:ext cx="134280" cy="1436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8F2CAB6-4F53-1CAE-F4DD-21D7F1C881CB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726276" y="4097482"/>
                  <a:ext cx="1465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A4BE3AA-5395-6DB0-100D-929D2C310B36}"/>
                    </a:ext>
                  </a:extLst>
                </p14:cNvPr>
                <p14:cNvContentPartPr/>
                <p14:nvPr/>
              </p14:nvContentPartPr>
              <p14:xfrm>
                <a:off x="1612876" y="3917482"/>
                <a:ext cx="114840" cy="921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A4BE3AA-5395-6DB0-100D-929D2C310B36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606756" y="3911362"/>
                  <a:ext cx="12708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9AD8F9C7-BB12-1EF6-3637-EBCC7E645A20}"/>
              </a:ext>
            </a:extLst>
          </p:cNvPr>
          <p:cNvGrpSpPr/>
          <p:nvPr/>
        </p:nvGrpSpPr>
        <p:grpSpPr>
          <a:xfrm>
            <a:off x="2492716" y="3660802"/>
            <a:ext cx="1866240" cy="721800"/>
            <a:chOff x="2492716" y="3660802"/>
            <a:chExt cx="1866240" cy="72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E3B828A-70EC-E221-62AA-7ABF42C99488}"/>
                    </a:ext>
                  </a:extLst>
                </p14:cNvPr>
                <p14:cNvContentPartPr/>
                <p14:nvPr/>
              </p14:nvContentPartPr>
              <p14:xfrm>
                <a:off x="2492716" y="4301962"/>
                <a:ext cx="85680" cy="806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E3B828A-70EC-E221-62AA-7ABF42C99488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2486596" y="4295842"/>
                  <a:ext cx="979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DFA9019-5A58-587E-1945-71AEFD0BE20D}"/>
                    </a:ext>
                  </a:extLst>
                </p14:cNvPr>
                <p14:cNvContentPartPr/>
                <p14:nvPr/>
              </p14:nvContentPartPr>
              <p14:xfrm>
                <a:off x="2831116" y="4132762"/>
                <a:ext cx="115560" cy="1479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DFA9019-5A58-587E-1945-71AEFD0BE20D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2824996" y="4126642"/>
                  <a:ext cx="1278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3E4CB5A-1B01-FB00-8FB1-1AB1317F0D96}"/>
                    </a:ext>
                  </a:extLst>
                </p14:cNvPr>
                <p14:cNvContentPartPr/>
                <p14:nvPr/>
              </p14:nvContentPartPr>
              <p14:xfrm>
                <a:off x="2947396" y="3851962"/>
                <a:ext cx="90000" cy="1868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3E4CB5A-1B01-FB00-8FB1-1AB1317F0D96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2941276" y="3845842"/>
                  <a:ext cx="1022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EAD21FA-9942-09C3-A767-171CE9651887}"/>
                    </a:ext>
                  </a:extLst>
                </p14:cNvPr>
                <p14:cNvContentPartPr/>
                <p14:nvPr/>
              </p14:nvContentPartPr>
              <p14:xfrm>
                <a:off x="3159076" y="3660802"/>
                <a:ext cx="104400" cy="1440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EAD21FA-9942-09C3-A767-171CE9651887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3152956" y="3654682"/>
                  <a:ext cx="1166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D7A0A03-9192-793C-CE2D-5DF792977DDC}"/>
                    </a:ext>
                  </a:extLst>
                </p14:cNvPr>
                <p14:cNvContentPartPr/>
                <p14:nvPr/>
              </p14:nvContentPartPr>
              <p14:xfrm>
                <a:off x="3170596" y="3999562"/>
                <a:ext cx="115200" cy="1105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D7A0A03-9192-793C-CE2D-5DF792977DDC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3164476" y="3993442"/>
                  <a:ext cx="1274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FF82CB0-6ACB-67D8-60BB-EB963F965ABD}"/>
                    </a:ext>
                  </a:extLst>
                </p14:cNvPr>
                <p14:cNvContentPartPr/>
                <p14:nvPr/>
              </p14:nvContentPartPr>
              <p14:xfrm>
                <a:off x="3438436" y="3962482"/>
                <a:ext cx="104760" cy="1512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FF82CB0-6ACB-67D8-60BB-EB963F965ABD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3432316" y="3956362"/>
                  <a:ext cx="1170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DF7127A-DE8C-2DE6-A9B2-8CC469986097}"/>
                    </a:ext>
                  </a:extLst>
                </p14:cNvPr>
                <p14:cNvContentPartPr/>
                <p14:nvPr/>
              </p14:nvContentPartPr>
              <p14:xfrm>
                <a:off x="3292636" y="4200082"/>
                <a:ext cx="216000" cy="1026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DF7127A-DE8C-2DE6-A9B2-8CC469986097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3286516" y="4193962"/>
                  <a:ext cx="2282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87980B7-A385-A258-80D8-415E95FC320E}"/>
                    </a:ext>
                  </a:extLst>
                </p14:cNvPr>
                <p14:cNvContentPartPr/>
                <p14:nvPr/>
              </p14:nvContentPartPr>
              <p14:xfrm>
                <a:off x="3071236" y="4217722"/>
                <a:ext cx="90360" cy="1000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87980B7-A385-A258-80D8-415E95FC320E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065116" y="4211602"/>
                  <a:ext cx="1026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AEA4F15-9717-52AB-DB62-BD90D557E1CF}"/>
                    </a:ext>
                  </a:extLst>
                </p14:cNvPr>
                <p14:cNvContentPartPr/>
                <p14:nvPr/>
              </p14:nvContentPartPr>
              <p14:xfrm>
                <a:off x="3611956" y="4214122"/>
                <a:ext cx="121680" cy="1328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AEA4F15-9717-52AB-DB62-BD90D557E1CF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3605836" y="4208002"/>
                  <a:ext cx="1339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4C3D185-619B-789D-C7C0-0B6CD10B9188}"/>
                    </a:ext>
                  </a:extLst>
                </p14:cNvPr>
                <p14:cNvContentPartPr/>
                <p14:nvPr/>
              </p14:nvContentPartPr>
              <p14:xfrm>
                <a:off x="3865756" y="4232482"/>
                <a:ext cx="144360" cy="1026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4C3D185-619B-789D-C7C0-0B6CD10B9188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3859636" y="4226362"/>
                  <a:ext cx="1566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9B0806EF-4AF8-0412-3A35-D1A9C2F16AC8}"/>
                    </a:ext>
                  </a:extLst>
                </p14:cNvPr>
                <p14:cNvContentPartPr/>
                <p14:nvPr/>
              </p14:nvContentPartPr>
              <p14:xfrm>
                <a:off x="4232236" y="4225282"/>
                <a:ext cx="126720" cy="979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9B0806EF-4AF8-0412-3A35-D1A9C2F16AC8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226116" y="4219162"/>
                  <a:ext cx="13896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581EFD9B-4774-97BB-3F6B-0DAA4E43D275}"/>
              </a:ext>
            </a:extLst>
          </p:cNvPr>
          <p:cNvGrpSpPr/>
          <p:nvPr/>
        </p:nvGrpSpPr>
        <p:grpSpPr>
          <a:xfrm>
            <a:off x="7259476" y="4795522"/>
            <a:ext cx="328680" cy="200880"/>
            <a:chOff x="7259476" y="4795522"/>
            <a:chExt cx="328680" cy="20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792D7E8-482F-3EC2-E442-69CEF425DA00}"/>
                    </a:ext>
                  </a:extLst>
                </p14:cNvPr>
                <p14:cNvContentPartPr/>
                <p14:nvPr/>
              </p14:nvContentPartPr>
              <p14:xfrm>
                <a:off x="7319236" y="4795522"/>
                <a:ext cx="122400" cy="1188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792D7E8-482F-3EC2-E442-69CEF425DA00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313116" y="4789402"/>
                  <a:ext cx="1346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CF0B2E1-D961-3D23-FA9C-6641126C3D63}"/>
                    </a:ext>
                  </a:extLst>
                </p14:cNvPr>
                <p14:cNvContentPartPr/>
                <p14:nvPr/>
              </p14:nvContentPartPr>
              <p14:xfrm>
                <a:off x="7259476" y="4813162"/>
                <a:ext cx="216000" cy="1090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CF0B2E1-D961-3D23-FA9C-6641126C3D63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253356" y="4807042"/>
                  <a:ext cx="2282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8D897F8-50CA-1A3B-4B4C-32754C3B0FA7}"/>
                    </a:ext>
                  </a:extLst>
                </p14:cNvPr>
                <p14:cNvContentPartPr/>
                <p14:nvPr/>
              </p14:nvContentPartPr>
              <p14:xfrm>
                <a:off x="7562596" y="4854562"/>
                <a:ext cx="25560" cy="1418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8D897F8-50CA-1A3B-4B4C-32754C3B0FA7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556476" y="4848442"/>
                  <a:ext cx="37800" cy="15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307BAE7E-04EA-E322-D090-34594DA0C2CA}"/>
              </a:ext>
            </a:extLst>
          </p:cNvPr>
          <p:cNvGrpSpPr/>
          <p:nvPr/>
        </p:nvGrpSpPr>
        <p:grpSpPr>
          <a:xfrm>
            <a:off x="5135116" y="3004522"/>
            <a:ext cx="2468520" cy="1642320"/>
            <a:chOff x="5135116" y="3004522"/>
            <a:chExt cx="2468520" cy="164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CCDFC07-B070-779D-8242-7C40BEAAD237}"/>
                    </a:ext>
                  </a:extLst>
                </p14:cNvPr>
                <p14:cNvContentPartPr/>
                <p14:nvPr/>
              </p14:nvContentPartPr>
              <p14:xfrm>
                <a:off x="5701396" y="3004522"/>
                <a:ext cx="79560" cy="16423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CCDFC07-B070-779D-8242-7C40BEAAD237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5695276" y="2998402"/>
                  <a:ext cx="91800" cy="165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5E773D1-39A6-6D09-4C8A-4DD3F0560793}"/>
                    </a:ext>
                  </a:extLst>
                </p14:cNvPr>
                <p14:cNvContentPartPr/>
                <p14:nvPr/>
              </p14:nvContentPartPr>
              <p14:xfrm>
                <a:off x="5138716" y="4506802"/>
                <a:ext cx="2464920" cy="738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5E773D1-39A6-6D09-4C8A-4DD3F0560793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5132596" y="4500682"/>
                  <a:ext cx="24771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C1E56BE-83DF-AA10-B54D-2356AAE73E23}"/>
                    </a:ext>
                  </a:extLst>
                </p14:cNvPr>
                <p14:cNvContentPartPr/>
                <p14:nvPr/>
              </p14:nvContentPartPr>
              <p14:xfrm>
                <a:off x="5167876" y="3128362"/>
                <a:ext cx="137520" cy="2520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C1E56BE-83DF-AA10-B54D-2356AAE73E23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5161756" y="3122242"/>
                  <a:ext cx="1497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C75FDC5-D19B-6DB7-6001-0DE4B917431D}"/>
                    </a:ext>
                  </a:extLst>
                </p14:cNvPr>
                <p14:cNvContentPartPr/>
                <p14:nvPr/>
              </p14:nvContentPartPr>
              <p14:xfrm>
                <a:off x="5135116" y="3174442"/>
                <a:ext cx="180360" cy="939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C75FDC5-D19B-6DB7-6001-0DE4B917431D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5128996" y="3168322"/>
                  <a:ext cx="1926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F42518D1-123E-16F1-0D55-24B9FB35B10D}"/>
                    </a:ext>
                  </a:extLst>
                </p14:cNvPr>
                <p14:cNvContentPartPr/>
                <p14:nvPr/>
              </p14:nvContentPartPr>
              <p14:xfrm>
                <a:off x="5367676" y="3276322"/>
                <a:ext cx="155160" cy="1119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F42518D1-123E-16F1-0D55-24B9FB35B10D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5361556" y="3270202"/>
                  <a:ext cx="16740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1C90606C-6DB5-733D-56F0-BCA3B838D7F9}"/>
              </a:ext>
            </a:extLst>
          </p:cNvPr>
          <p:cNvGrpSpPr/>
          <p:nvPr/>
        </p:nvGrpSpPr>
        <p:grpSpPr>
          <a:xfrm>
            <a:off x="6123316" y="3250762"/>
            <a:ext cx="979920" cy="893520"/>
            <a:chOff x="6123316" y="3250762"/>
            <a:chExt cx="979920" cy="89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2845D35-117C-43CD-CC63-F27DD3A0E800}"/>
                    </a:ext>
                  </a:extLst>
                </p14:cNvPr>
                <p14:cNvContentPartPr/>
                <p14:nvPr/>
              </p14:nvContentPartPr>
              <p14:xfrm>
                <a:off x="6219076" y="3485122"/>
                <a:ext cx="104400" cy="860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2845D35-117C-43CD-CC63-F27DD3A0E800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6210436" y="3476122"/>
                  <a:ext cx="1220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AC781ED-2703-19ED-0514-F141E38BDD36}"/>
                    </a:ext>
                  </a:extLst>
                </p14:cNvPr>
                <p14:cNvContentPartPr/>
                <p14:nvPr/>
              </p14:nvContentPartPr>
              <p14:xfrm>
                <a:off x="6456676" y="3337522"/>
                <a:ext cx="96480" cy="918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AC781ED-2703-19ED-0514-F141E38BDD36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6448036" y="3328882"/>
                  <a:ext cx="1141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191D315-B9DF-381C-A43C-827A359B8482}"/>
                    </a:ext>
                  </a:extLst>
                </p14:cNvPr>
                <p14:cNvContentPartPr/>
                <p14:nvPr/>
              </p14:nvContentPartPr>
              <p14:xfrm>
                <a:off x="6638116" y="3250762"/>
                <a:ext cx="126720" cy="1188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191D315-B9DF-381C-A43C-827A359B8482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6629116" y="3242122"/>
                  <a:ext cx="1443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BF7847D-E68F-4EF5-2A25-7B75C46884BA}"/>
                    </a:ext>
                  </a:extLst>
                </p14:cNvPr>
                <p14:cNvContentPartPr/>
                <p14:nvPr/>
              </p14:nvContentPartPr>
              <p14:xfrm>
                <a:off x="6786436" y="3355162"/>
                <a:ext cx="89640" cy="543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BF7847D-E68F-4EF5-2A25-7B75C46884BA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6777796" y="3346162"/>
                  <a:ext cx="1072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8AC4070-1C80-7D1D-B9AB-2915FBC9A468}"/>
                    </a:ext>
                  </a:extLst>
                </p14:cNvPr>
                <p14:cNvContentPartPr/>
                <p14:nvPr/>
              </p14:nvContentPartPr>
              <p14:xfrm>
                <a:off x="6903796" y="3522562"/>
                <a:ext cx="86400" cy="518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8AC4070-1C80-7D1D-B9AB-2915FBC9A468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6894796" y="3513922"/>
                  <a:ext cx="1040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770EA84-6BEE-B7D2-9A77-E06955980DDD}"/>
                    </a:ext>
                  </a:extLst>
                </p14:cNvPr>
                <p14:cNvContentPartPr/>
                <p14:nvPr/>
              </p14:nvContentPartPr>
              <p14:xfrm>
                <a:off x="7030516" y="3683122"/>
                <a:ext cx="72720" cy="478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770EA84-6BEE-B7D2-9A77-E06955980DDD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7021876" y="3674122"/>
                  <a:ext cx="903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D8FAF494-4059-0448-6450-056631BD2F12}"/>
                    </a:ext>
                  </a:extLst>
                </p14:cNvPr>
                <p14:cNvContentPartPr/>
                <p14:nvPr/>
              </p14:nvContentPartPr>
              <p14:xfrm>
                <a:off x="6997036" y="3936202"/>
                <a:ext cx="106200" cy="864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D8FAF494-4059-0448-6450-056631BD2F12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6988396" y="3927202"/>
                  <a:ext cx="1238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571086B-D86C-BB4C-7A5B-9014E6713138}"/>
                    </a:ext>
                  </a:extLst>
                </p14:cNvPr>
                <p14:cNvContentPartPr/>
                <p14:nvPr/>
              </p14:nvContentPartPr>
              <p14:xfrm>
                <a:off x="6824956" y="3989842"/>
                <a:ext cx="87120" cy="788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571086B-D86C-BB4C-7A5B-9014E6713138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6815956" y="3980842"/>
                  <a:ext cx="1047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2292BB3-61D3-36B9-7492-D1C7A70EE9A9}"/>
                    </a:ext>
                  </a:extLst>
                </p14:cNvPr>
                <p14:cNvContentPartPr/>
                <p14:nvPr/>
              </p14:nvContentPartPr>
              <p14:xfrm>
                <a:off x="6574036" y="4087042"/>
                <a:ext cx="97200" cy="572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2292BB3-61D3-36B9-7492-D1C7A70EE9A9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6565036" y="4078042"/>
                  <a:ext cx="1148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310604E6-BF4D-26B7-25EE-16AD3C627BD0}"/>
                    </a:ext>
                  </a:extLst>
                </p14:cNvPr>
                <p14:cNvContentPartPr/>
                <p14:nvPr/>
              </p14:nvContentPartPr>
              <p14:xfrm>
                <a:off x="6336076" y="4031602"/>
                <a:ext cx="142920" cy="1098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310604E6-BF4D-26B7-25EE-16AD3C627BD0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6327076" y="4022602"/>
                  <a:ext cx="1605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A28B1A7-1AA2-4738-1A49-1C9A0E6EF772}"/>
                    </a:ext>
                  </a:extLst>
                </p14:cNvPr>
                <p14:cNvContentPartPr/>
                <p14:nvPr/>
              </p14:nvContentPartPr>
              <p14:xfrm>
                <a:off x="6127636" y="3783562"/>
                <a:ext cx="141840" cy="1288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A28B1A7-1AA2-4738-1A49-1C9A0E6EF772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6118996" y="3774562"/>
                  <a:ext cx="1594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C3389D2-84BC-5E9B-3A53-9AC4D471035E}"/>
                    </a:ext>
                  </a:extLst>
                </p14:cNvPr>
                <p14:cNvContentPartPr/>
                <p14:nvPr/>
              </p14:nvContentPartPr>
              <p14:xfrm>
                <a:off x="6123316" y="3630922"/>
                <a:ext cx="81720" cy="1051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C3389D2-84BC-5E9B-3A53-9AC4D471035E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6114676" y="3622282"/>
                  <a:ext cx="9936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C587C557-78A7-45F8-E604-9D826DD0B04E}"/>
              </a:ext>
            </a:extLst>
          </p:cNvPr>
          <p:cNvGrpSpPr/>
          <p:nvPr/>
        </p:nvGrpSpPr>
        <p:grpSpPr>
          <a:xfrm>
            <a:off x="6200356" y="3495202"/>
            <a:ext cx="881280" cy="813600"/>
            <a:chOff x="6200356" y="3495202"/>
            <a:chExt cx="881280" cy="81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58FC9AD-CC82-C7C4-4633-02A2F88F5835}"/>
                    </a:ext>
                  </a:extLst>
                </p14:cNvPr>
                <p14:cNvContentPartPr/>
                <p14:nvPr/>
              </p14:nvContentPartPr>
              <p14:xfrm>
                <a:off x="6365236" y="3650002"/>
                <a:ext cx="116280" cy="972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58FC9AD-CC82-C7C4-4633-02A2F88F5835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6359116" y="3643882"/>
                  <a:ext cx="1285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E7701453-387D-EF0A-30F4-AB3AF07DD6CB}"/>
                    </a:ext>
                  </a:extLst>
                </p14:cNvPr>
                <p14:cNvContentPartPr/>
                <p14:nvPr/>
              </p14:nvContentPartPr>
              <p14:xfrm>
                <a:off x="6529756" y="3558202"/>
                <a:ext cx="96480" cy="673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E7701453-387D-EF0A-30F4-AB3AF07DD6CB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6523636" y="3552082"/>
                  <a:ext cx="1087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5E7B4CB6-44DD-FD5C-DFEF-EA226973DBDB}"/>
                    </a:ext>
                  </a:extLst>
                </p14:cNvPr>
                <p14:cNvContentPartPr/>
                <p14:nvPr/>
              </p14:nvContentPartPr>
              <p14:xfrm>
                <a:off x="6467116" y="3828922"/>
                <a:ext cx="75600" cy="540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E7B4CB6-44DD-FD5C-DFEF-EA226973DBDB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6460996" y="3822802"/>
                  <a:ext cx="878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D308449-1FB3-65E7-8347-59105CAF3107}"/>
                    </a:ext>
                  </a:extLst>
                </p14:cNvPr>
                <p14:cNvContentPartPr/>
                <p14:nvPr/>
              </p14:nvContentPartPr>
              <p14:xfrm>
                <a:off x="6631276" y="3767722"/>
                <a:ext cx="102960" cy="846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D308449-1FB3-65E7-8347-59105CAF3107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6625156" y="3761602"/>
                  <a:ext cx="1152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ED292C6-3562-6B5C-D711-DDC7AF05536B}"/>
                    </a:ext>
                  </a:extLst>
                </p14:cNvPr>
                <p14:cNvContentPartPr/>
                <p14:nvPr/>
              </p14:nvContentPartPr>
              <p14:xfrm>
                <a:off x="6800116" y="3768802"/>
                <a:ext cx="122400" cy="1555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ED292C6-3562-6B5C-D711-DDC7AF05536B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6793996" y="3762682"/>
                  <a:ext cx="1346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0BDB008-6D21-223E-FCEB-E51A928D950F}"/>
                    </a:ext>
                  </a:extLst>
                </p14:cNvPr>
                <p14:cNvContentPartPr/>
                <p14:nvPr/>
              </p14:nvContentPartPr>
              <p14:xfrm>
                <a:off x="6673396" y="3598522"/>
                <a:ext cx="119160" cy="1022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0BDB008-6D21-223E-FCEB-E51A928D950F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6667276" y="3592402"/>
                  <a:ext cx="1314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FEDF0AD-8A60-EB1F-1B99-DFC9BC572B89}"/>
                    </a:ext>
                  </a:extLst>
                </p14:cNvPr>
                <p14:cNvContentPartPr/>
                <p14:nvPr/>
              </p14:nvContentPartPr>
              <p14:xfrm>
                <a:off x="6633076" y="3906682"/>
                <a:ext cx="64440" cy="1076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FEDF0AD-8A60-EB1F-1B99-DFC9BC572B89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6626956" y="3900562"/>
                  <a:ext cx="766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616EA8B-E90B-D67A-766E-3973BFF100C3}"/>
                    </a:ext>
                  </a:extLst>
                </p14:cNvPr>
                <p14:cNvContentPartPr/>
                <p14:nvPr/>
              </p14:nvContentPartPr>
              <p14:xfrm>
                <a:off x="6517876" y="3927202"/>
                <a:ext cx="70200" cy="1242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616EA8B-E90B-D67A-766E-3973BFF100C3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6511756" y="3921082"/>
                  <a:ext cx="824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DF681734-9DA1-24B1-B00B-9D812AFA297D}"/>
                    </a:ext>
                  </a:extLst>
                </p14:cNvPr>
                <p14:cNvContentPartPr/>
                <p14:nvPr/>
              </p14:nvContentPartPr>
              <p14:xfrm>
                <a:off x="6200356" y="3495202"/>
                <a:ext cx="881280" cy="8136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DF681734-9DA1-24B1-B00B-9D812AFA297D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6194236" y="3489082"/>
                  <a:ext cx="893520" cy="825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15917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B8265F04-CFE3-D3CB-99C4-BF1D9C6DA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5C31A8A-9DB8-D10B-7035-C0FE4AFB67A3}"/>
              </a:ext>
            </a:extLst>
          </p:cNvPr>
          <p:cNvGrpSpPr/>
          <p:nvPr/>
        </p:nvGrpSpPr>
        <p:grpSpPr>
          <a:xfrm>
            <a:off x="652396" y="1092202"/>
            <a:ext cx="3223800" cy="3160080"/>
            <a:chOff x="652396" y="1092202"/>
            <a:chExt cx="3223800" cy="316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9234E0D-8EA6-61C7-B164-05B598719B87}"/>
                    </a:ext>
                  </a:extLst>
                </p14:cNvPr>
                <p14:cNvContentPartPr/>
                <p14:nvPr/>
              </p14:nvContentPartPr>
              <p14:xfrm>
                <a:off x="923476" y="1092202"/>
                <a:ext cx="157680" cy="31600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9234E0D-8EA6-61C7-B164-05B598719B8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17356" y="1086082"/>
                  <a:ext cx="169920" cy="31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538B923-723D-50D7-EF61-BB1A61346805}"/>
                    </a:ext>
                  </a:extLst>
                </p14:cNvPr>
                <p14:cNvContentPartPr/>
                <p14:nvPr/>
              </p14:nvContentPartPr>
              <p14:xfrm>
                <a:off x="652396" y="3738202"/>
                <a:ext cx="2868840" cy="3992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538B923-723D-50D7-EF61-BB1A6134680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6276" y="3732082"/>
                  <a:ext cx="288108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0E3BE07-028B-4EA3-1C97-C34E67461D77}"/>
                    </a:ext>
                  </a:extLst>
                </p14:cNvPr>
                <p14:cNvContentPartPr/>
                <p14:nvPr/>
              </p14:nvContentPartPr>
              <p14:xfrm>
                <a:off x="812236" y="2018842"/>
                <a:ext cx="2372760" cy="2135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0E3BE07-028B-4EA3-1C97-C34E67461D7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06116" y="2012722"/>
                  <a:ext cx="2385000" cy="21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7A77757-8567-CAA0-2B62-3B472E182B81}"/>
                    </a:ext>
                  </a:extLst>
                </p14:cNvPr>
                <p14:cNvContentPartPr/>
                <p14:nvPr/>
              </p14:nvContentPartPr>
              <p14:xfrm>
                <a:off x="3578116" y="3871762"/>
                <a:ext cx="117360" cy="207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7A77757-8567-CAA0-2B62-3B472E182B8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571996" y="3865642"/>
                  <a:ext cx="1296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148011D-E592-AC6F-21F1-E01A1BA4AF89}"/>
                    </a:ext>
                  </a:extLst>
                </p14:cNvPr>
                <p14:cNvContentPartPr/>
                <p14:nvPr/>
              </p14:nvContentPartPr>
              <p14:xfrm>
                <a:off x="3581356" y="3931882"/>
                <a:ext cx="165240" cy="138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148011D-E592-AC6F-21F1-E01A1BA4AF8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575236" y="3925762"/>
                  <a:ext cx="1774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6DA3040-B4FF-69E9-498F-18E1BA205A6F}"/>
                    </a:ext>
                  </a:extLst>
                </p14:cNvPr>
                <p14:cNvContentPartPr/>
                <p14:nvPr/>
              </p14:nvContentPartPr>
              <p14:xfrm>
                <a:off x="3833716" y="4090282"/>
                <a:ext cx="42480" cy="144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6DA3040-B4FF-69E9-498F-18E1BA205A6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827596" y="4084162"/>
                  <a:ext cx="54720" cy="15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9A31BF3-F47A-4AD0-384B-6643EE27E7E6}"/>
              </a:ext>
            </a:extLst>
          </p:cNvPr>
          <p:cNvGrpSpPr/>
          <p:nvPr/>
        </p:nvGrpSpPr>
        <p:grpSpPr>
          <a:xfrm>
            <a:off x="488596" y="1274002"/>
            <a:ext cx="421920" cy="321840"/>
            <a:chOff x="488596" y="1274002"/>
            <a:chExt cx="421920" cy="32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7B23D94-76BC-7C0B-4CAB-D0AD13E3D7DC}"/>
                    </a:ext>
                  </a:extLst>
                </p14:cNvPr>
                <p14:cNvContentPartPr/>
                <p14:nvPr/>
              </p14:nvContentPartPr>
              <p14:xfrm>
                <a:off x="498316" y="1274002"/>
                <a:ext cx="140760" cy="236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7B23D94-76BC-7C0B-4CAB-D0AD13E3D7D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92196" y="1267882"/>
                  <a:ext cx="1530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9A15916-EA80-8BA7-8C31-E10461F535B5}"/>
                    </a:ext>
                  </a:extLst>
                </p14:cNvPr>
                <p14:cNvContentPartPr/>
                <p14:nvPr/>
              </p14:nvContentPartPr>
              <p14:xfrm>
                <a:off x="488596" y="1366522"/>
                <a:ext cx="229320" cy="143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9A15916-EA80-8BA7-8C31-E10461F535B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82476" y="1360402"/>
                  <a:ext cx="2415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940C363-E593-55C4-3C4C-0DC09ED5AA05}"/>
                    </a:ext>
                  </a:extLst>
                </p14:cNvPr>
                <p14:cNvContentPartPr/>
                <p14:nvPr/>
              </p14:nvContentPartPr>
              <p14:xfrm>
                <a:off x="784516" y="1419082"/>
                <a:ext cx="126000" cy="176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940C363-E593-55C4-3C4C-0DC09ED5AA0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78396" y="1412962"/>
                  <a:ext cx="13824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6CBD963-2235-010D-4EE7-6E2D71E8ABF1}"/>
              </a:ext>
            </a:extLst>
          </p:cNvPr>
          <p:cNvGrpSpPr/>
          <p:nvPr/>
        </p:nvGrpSpPr>
        <p:grpSpPr>
          <a:xfrm>
            <a:off x="2967196" y="1614922"/>
            <a:ext cx="612720" cy="923040"/>
            <a:chOff x="2967196" y="1614922"/>
            <a:chExt cx="612720" cy="92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86B822E-DD2A-4198-322D-B30775BF1D2E}"/>
                    </a:ext>
                  </a:extLst>
                </p14:cNvPr>
                <p14:cNvContentPartPr/>
                <p14:nvPr/>
              </p14:nvContentPartPr>
              <p14:xfrm>
                <a:off x="3177436" y="2158522"/>
                <a:ext cx="221760" cy="219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86B822E-DD2A-4198-322D-B30775BF1D2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171316" y="2152402"/>
                  <a:ext cx="2340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067709F-F25B-4525-15B5-2C046A384406}"/>
                    </a:ext>
                  </a:extLst>
                </p14:cNvPr>
                <p14:cNvContentPartPr/>
                <p14:nvPr/>
              </p14:nvContentPartPr>
              <p14:xfrm>
                <a:off x="3121996" y="2275522"/>
                <a:ext cx="265320" cy="1116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067709F-F25B-4525-15B5-2C046A38440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115876" y="2269402"/>
                  <a:ext cx="2775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6C83155-19FF-AD64-F52D-F79CDBCCB3BC}"/>
                    </a:ext>
                  </a:extLst>
                </p14:cNvPr>
                <p14:cNvContentPartPr/>
                <p14:nvPr/>
              </p14:nvContentPartPr>
              <p14:xfrm>
                <a:off x="3434116" y="2321242"/>
                <a:ext cx="145800" cy="216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6C83155-19FF-AD64-F52D-F79CDBCCB3B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427996" y="2315122"/>
                  <a:ext cx="1580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32FF7F2-8C46-9070-06FC-3054F944CBE8}"/>
                    </a:ext>
                  </a:extLst>
                </p14:cNvPr>
                <p14:cNvContentPartPr/>
                <p14:nvPr/>
              </p14:nvContentPartPr>
              <p14:xfrm>
                <a:off x="3182476" y="1621402"/>
                <a:ext cx="255600" cy="299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32FF7F2-8C46-9070-06FC-3054F944CBE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176356" y="1615282"/>
                  <a:ext cx="26784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B576CCC-8E4E-E3EA-6781-A06A9E43A0F5}"/>
                    </a:ext>
                  </a:extLst>
                </p14:cNvPr>
                <p14:cNvContentPartPr/>
                <p14:nvPr/>
              </p14:nvContentPartPr>
              <p14:xfrm>
                <a:off x="3133876" y="1614922"/>
                <a:ext cx="308160" cy="394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B576CCC-8E4E-E3EA-6781-A06A9E43A0F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127756" y="1608802"/>
                  <a:ext cx="32040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83E803E-E7AD-3624-D7E5-C69F96FE3849}"/>
                    </a:ext>
                  </a:extLst>
                </p14:cNvPr>
                <p14:cNvContentPartPr/>
                <p14:nvPr/>
              </p14:nvContentPartPr>
              <p14:xfrm>
                <a:off x="2967196" y="1860802"/>
                <a:ext cx="240840" cy="388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83E803E-E7AD-3624-D7E5-C69F96FE384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961076" y="1854682"/>
                  <a:ext cx="253080" cy="40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E37D634-AC45-89D1-CBB8-9284DE7AA3D9}"/>
              </a:ext>
            </a:extLst>
          </p:cNvPr>
          <p:cNvGrpSpPr/>
          <p:nvPr/>
        </p:nvGrpSpPr>
        <p:grpSpPr>
          <a:xfrm>
            <a:off x="2768476" y="2935402"/>
            <a:ext cx="798120" cy="559440"/>
            <a:chOff x="2768476" y="2935402"/>
            <a:chExt cx="798120" cy="55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769D9CC-517C-73F3-3790-1D52ACAA3059}"/>
                    </a:ext>
                  </a:extLst>
                </p14:cNvPr>
                <p14:cNvContentPartPr/>
                <p14:nvPr/>
              </p14:nvContentPartPr>
              <p14:xfrm>
                <a:off x="2837596" y="3334642"/>
                <a:ext cx="106200" cy="50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769D9CC-517C-73F3-3790-1D52ACAA305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831476" y="3328522"/>
                  <a:ext cx="1184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6B96B4A-2B74-E3B3-B847-28A51516FC10}"/>
                    </a:ext>
                  </a:extLst>
                </p14:cNvPr>
                <p14:cNvContentPartPr/>
                <p14:nvPr/>
              </p14:nvContentPartPr>
              <p14:xfrm>
                <a:off x="3024076" y="3306202"/>
                <a:ext cx="99720" cy="57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6B96B4A-2B74-E3B3-B847-28A51516FC1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017956" y="3300082"/>
                  <a:ext cx="1119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7219B27-497E-D09C-20DB-CD8949674EF2}"/>
                    </a:ext>
                  </a:extLst>
                </p14:cNvPr>
                <p14:cNvContentPartPr/>
                <p14:nvPr/>
              </p14:nvContentPartPr>
              <p14:xfrm>
                <a:off x="3163036" y="3161122"/>
                <a:ext cx="86040" cy="46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7219B27-497E-D09C-20DB-CD8949674EF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156916" y="3155002"/>
                  <a:ext cx="982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47121BD-A9A0-89A8-CE48-9861A58AA893}"/>
                    </a:ext>
                  </a:extLst>
                </p14:cNvPr>
                <p14:cNvContentPartPr/>
                <p14:nvPr/>
              </p14:nvContentPartPr>
              <p14:xfrm>
                <a:off x="3313156" y="3127642"/>
                <a:ext cx="103320" cy="52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47121BD-A9A0-89A8-CE48-9861A58AA89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307036" y="3121522"/>
                  <a:ext cx="1155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0C9F983-F62B-A3DC-78CA-568E9E704BE9}"/>
                    </a:ext>
                  </a:extLst>
                </p14:cNvPr>
                <p14:cNvContentPartPr/>
                <p14:nvPr/>
              </p14:nvContentPartPr>
              <p14:xfrm>
                <a:off x="3437356" y="3072202"/>
                <a:ext cx="129240" cy="50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0C9F983-F62B-A3DC-78CA-568E9E704BE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431236" y="3066082"/>
                  <a:ext cx="1414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9BB0D9C-55DF-E967-C821-95F87556184D}"/>
                    </a:ext>
                  </a:extLst>
                </p14:cNvPr>
                <p14:cNvContentPartPr/>
                <p14:nvPr/>
              </p14:nvContentPartPr>
              <p14:xfrm>
                <a:off x="3251956" y="3313402"/>
                <a:ext cx="93600" cy="30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9BB0D9C-55DF-E967-C821-95F87556184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245836" y="3307282"/>
                  <a:ext cx="1058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739D780-3B3F-BD2D-E4D6-D2C9FCD49277}"/>
                    </a:ext>
                  </a:extLst>
                </p14:cNvPr>
                <p14:cNvContentPartPr/>
                <p14:nvPr/>
              </p14:nvContentPartPr>
              <p14:xfrm>
                <a:off x="3049636" y="3451642"/>
                <a:ext cx="74880" cy="42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739D780-3B3F-BD2D-E4D6-D2C9FCD4927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043516" y="3445522"/>
                  <a:ext cx="871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D1365EC-A931-D069-C998-4B071DE5D424}"/>
                    </a:ext>
                  </a:extLst>
                </p14:cNvPr>
                <p14:cNvContentPartPr/>
                <p14:nvPr/>
              </p14:nvContentPartPr>
              <p14:xfrm>
                <a:off x="2927236" y="3117562"/>
                <a:ext cx="75600" cy="84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D1365EC-A931-D069-C998-4B071DE5D42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921116" y="3111442"/>
                  <a:ext cx="878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3F51B84-60D9-91A5-82DA-3C08A99B8A43}"/>
                    </a:ext>
                  </a:extLst>
                </p14:cNvPr>
                <p14:cNvContentPartPr/>
                <p14:nvPr/>
              </p14:nvContentPartPr>
              <p14:xfrm>
                <a:off x="3186796" y="2935402"/>
                <a:ext cx="55080" cy="43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3F51B84-60D9-91A5-82DA-3C08A99B8A4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180676" y="2929282"/>
                  <a:ext cx="673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970C199-A976-2E52-4D86-9630645A11C0}"/>
                    </a:ext>
                  </a:extLst>
                </p14:cNvPr>
                <p14:cNvContentPartPr/>
                <p14:nvPr/>
              </p14:nvContentPartPr>
              <p14:xfrm>
                <a:off x="3088876" y="2996602"/>
                <a:ext cx="29880" cy="82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970C199-A976-2E52-4D86-9630645A11C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082756" y="2990482"/>
                  <a:ext cx="421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B5F6F97-7EA3-7CF4-E5D9-8060B1FB2915}"/>
                    </a:ext>
                  </a:extLst>
                </p14:cNvPr>
                <p14:cNvContentPartPr/>
                <p14:nvPr/>
              </p14:nvContentPartPr>
              <p14:xfrm>
                <a:off x="2768476" y="3437602"/>
                <a:ext cx="47520" cy="572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B5F6F97-7EA3-7CF4-E5D9-8060B1FB291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762356" y="3431482"/>
                  <a:ext cx="5976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420A2BA-8DC8-25C1-91DF-63F18BA0FCC7}"/>
              </a:ext>
            </a:extLst>
          </p:cNvPr>
          <p:cNvGrpSpPr/>
          <p:nvPr/>
        </p:nvGrpSpPr>
        <p:grpSpPr>
          <a:xfrm>
            <a:off x="1074676" y="2070682"/>
            <a:ext cx="3379680" cy="1574280"/>
            <a:chOff x="1074676" y="2070682"/>
            <a:chExt cx="3379680" cy="157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6DADC70-6F8C-77E0-2378-36A9BF87AABC}"/>
                    </a:ext>
                  </a:extLst>
                </p14:cNvPr>
                <p14:cNvContentPartPr/>
                <p14:nvPr/>
              </p14:nvContentPartPr>
              <p14:xfrm>
                <a:off x="1612156" y="2366242"/>
                <a:ext cx="134280" cy="174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6DADC70-6F8C-77E0-2378-36A9BF87AAB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603516" y="2357242"/>
                  <a:ext cx="1519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A1C969B-64C7-C648-DD66-8448BB1268F7}"/>
                    </a:ext>
                  </a:extLst>
                </p14:cNvPr>
                <p14:cNvContentPartPr/>
                <p14:nvPr/>
              </p14:nvContentPartPr>
              <p14:xfrm>
                <a:off x="1908436" y="2387842"/>
                <a:ext cx="93960" cy="1000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A1C969B-64C7-C648-DD66-8448BB1268F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899796" y="2378842"/>
                  <a:ext cx="1116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0EFB38D-BA68-3361-5797-4EE8108688F1}"/>
                    </a:ext>
                  </a:extLst>
                </p14:cNvPr>
                <p14:cNvContentPartPr/>
                <p14:nvPr/>
              </p14:nvContentPartPr>
              <p14:xfrm>
                <a:off x="1613596" y="2668282"/>
                <a:ext cx="92160" cy="100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0EFB38D-BA68-3361-5797-4EE8108688F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604596" y="2659282"/>
                  <a:ext cx="1098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5D13D9B-9F9D-0B37-7526-7B71AA9B3037}"/>
                    </a:ext>
                  </a:extLst>
                </p14:cNvPr>
                <p14:cNvContentPartPr/>
                <p14:nvPr/>
              </p14:nvContentPartPr>
              <p14:xfrm>
                <a:off x="1964236" y="2698162"/>
                <a:ext cx="104400" cy="78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5D13D9B-9F9D-0B37-7526-7B71AA9B303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955236" y="2689162"/>
                  <a:ext cx="1220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040E82B-77C2-1D44-8367-2318DFDD7C1E}"/>
                    </a:ext>
                  </a:extLst>
                </p14:cNvPr>
                <p14:cNvContentPartPr/>
                <p14:nvPr/>
              </p14:nvContentPartPr>
              <p14:xfrm>
                <a:off x="2299756" y="2692402"/>
                <a:ext cx="78840" cy="104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040E82B-77C2-1D44-8367-2318DFDD7C1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291116" y="2683762"/>
                  <a:ext cx="964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0186597-A32D-B677-480D-581A2982CF05}"/>
                    </a:ext>
                  </a:extLst>
                </p14:cNvPr>
                <p14:cNvContentPartPr/>
                <p14:nvPr/>
              </p14:nvContentPartPr>
              <p14:xfrm>
                <a:off x="2521156" y="2609962"/>
                <a:ext cx="127440" cy="79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0186597-A32D-B677-480D-581A2982CF0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512516" y="2600962"/>
                  <a:ext cx="1450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153C150-9BCC-F6F1-928A-998CA3A9099F}"/>
                    </a:ext>
                  </a:extLst>
                </p14:cNvPr>
                <p14:cNvContentPartPr/>
                <p14:nvPr/>
              </p14:nvContentPartPr>
              <p14:xfrm>
                <a:off x="2397316" y="2353282"/>
                <a:ext cx="83160" cy="124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153C150-9BCC-F6F1-928A-998CA3A9099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388676" y="2344282"/>
                  <a:ext cx="1008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84BA00D-3263-BDC2-C768-809CA83850DF}"/>
                    </a:ext>
                  </a:extLst>
                </p14:cNvPr>
                <p14:cNvContentPartPr/>
                <p14:nvPr/>
              </p14:nvContentPartPr>
              <p14:xfrm>
                <a:off x="2261956" y="2078242"/>
                <a:ext cx="109440" cy="92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84BA00D-3263-BDC2-C768-809CA83850D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253316" y="2069602"/>
                  <a:ext cx="1270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C77472B-B5B7-2773-58EE-C9F07EA3DC1F}"/>
                    </a:ext>
                  </a:extLst>
                </p14:cNvPr>
                <p14:cNvContentPartPr/>
                <p14:nvPr/>
              </p14:nvContentPartPr>
              <p14:xfrm>
                <a:off x="2159716" y="2323402"/>
                <a:ext cx="111960" cy="109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C77472B-B5B7-2773-58EE-C9F07EA3DC1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150716" y="2314402"/>
                  <a:ext cx="1296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B97BB38-5D12-0B2F-7E08-034E56282A2C}"/>
                    </a:ext>
                  </a:extLst>
                </p14:cNvPr>
                <p14:cNvContentPartPr/>
                <p14:nvPr/>
              </p14:nvContentPartPr>
              <p14:xfrm>
                <a:off x="1885756" y="2146642"/>
                <a:ext cx="66960" cy="673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B97BB38-5D12-0B2F-7E08-034E56282A2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877116" y="2138002"/>
                  <a:ext cx="846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FB653A1-7ECE-6ECF-189E-557768911F1E}"/>
                    </a:ext>
                  </a:extLst>
                </p14:cNvPr>
                <p14:cNvContentPartPr/>
                <p14:nvPr/>
              </p14:nvContentPartPr>
              <p14:xfrm>
                <a:off x="2171596" y="2084362"/>
                <a:ext cx="2282760" cy="1560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FB653A1-7ECE-6ECF-189E-557768911F1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162596" y="2075362"/>
                  <a:ext cx="2300400" cy="157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2A09CB6-5D30-5FFD-987B-FC1B98A89EFD}"/>
                    </a:ext>
                  </a:extLst>
                </p14:cNvPr>
                <p14:cNvContentPartPr/>
                <p14:nvPr/>
              </p14:nvContentPartPr>
              <p14:xfrm>
                <a:off x="1074676" y="2070682"/>
                <a:ext cx="2010240" cy="1480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2A09CB6-5D30-5FFD-987B-FC1B98A89EF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66036" y="2061682"/>
                  <a:ext cx="2027880" cy="149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1EBB628-C74E-149E-55FF-6961F1EB63A1}"/>
              </a:ext>
            </a:extLst>
          </p:cNvPr>
          <p:cNvGrpSpPr/>
          <p:nvPr/>
        </p:nvGrpSpPr>
        <p:grpSpPr>
          <a:xfrm>
            <a:off x="3519436" y="2786362"/>
            <a:ext cx="351000" cy="135360"/>
            <a:chOff x="3519436" y="2786362"/>
            <a:chExt cx="351000" cy="13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762B657-A4AF-4555-B154-ECC44779521D}"/>
                    </a:ext>
                  </a:extLst>
                </p14:cNvPr>
                <p14:cNvContentPartPr/>
                <p14:nvPr/>
              </p14:nvContentPartPr>
              <p14:xfrm>
                <a:off x="3586396" y="2789242"/>
                <a:ext cx="18720" cy="1170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762B657-A4AF-4555-B154-ECC44779521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577396" y="2780242"/>
                  <a:ext cx="363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4842A1A-2B62-44F9-6FC7-DB63943A90D1}"/>
                    </a:ext>
                  </a:extLst>
                </p14:cNvPr>
                <p14:cNvContentPartPr/>
                <p14:nvPr/>
              </p14:nvContentPartPr>
              <p14:xfrm>
                <a:off x="3587476" y="2801482"/>
                <a:ext cx="1440" cy="72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4842A1A-2B62-44F9-6FC7-DB63943A90D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578836" y="2792482"/>
                  <a:ext cx="190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1C09801-2415-52DB-76EF-BBAAA770057E}"/>
                    </a:ext>
                  </a:extLst>
                </p14:cNvPr>
                <p14:cNvContentPartPr/>
                <p14:nvPr/>
              </p14:nvContentPartPr>
              <p14:xfrm>
                <a:off x="3519436" y="2786362"/>
                <a:ext cx="351000" cy="135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1C09801-2415-52DB-76EF-BBAAA770057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510436" y="2777362"/>
                  <a:ext cx="368640" cy="15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6100A650-55F4-6F6D-638E-1480AC0BC3D5}"/>
                  </a:ext>
                </a:extLst>
              </p14:cNvPr>
              <p14:cNvContentPartPr/>
              <p14:nvPr/>
            </p14:nvContentPartPr>
            <p14:xfrm>
              <a:off x="3743356" y="1722562"/>
              <a:ext cx="186120" cy="2646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6100A650-55F4-6F6D-638E-1480AC0BC3D5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3734356" y="1713562"/>
                <a:ext cx="203760" cy="28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18CFC459-B2D8-A359-7429-358C6340BD68}"/>
              </a:ext>
            </a:extLst>
          </p:cNvPr>
          <p:cNvGrpSpPr/>
          <p:nvPr/>
        </p:nvGrpSpPr>
        <p:grpSpPr>
          <a:xfrm>
            <a:off x="5341036" y="735442"/>
            <a:ext cx="1150920" cy="412200"/>
            <a:chOff x="5341036" y="735442"/>
            <a:chExt cx="1150920" cy="41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2C14A16-E175-329C-6D5E-1B471F295FB3}"/>
                    </a:ext>
                  </a:extLst>
                </p14:cNvPr>
                <p14:cNvContentPartPr/>
                <p14:nvPr/>
              </p14:nvContentPartPr>
              <p14:xfrm>
                <a:off x="5341036" y="852442"/>
                <a:ext cx="302400" cy="295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2C14A16-E175-329C-6D5E-1B471F295FB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332036" y="843802"/>
                  <a:ext cx="3200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B8E755C-6F2C-0B3B-D9F1-F4C29EC1C431}"/>
                    </a:ext>
                  </a:extLst>
                </p14:cNvPr>
                <p14:cNvContentPartPr/>
                <p14:nvPr/>
              </p14:nvContentPartPr>
              <p14:xfrm>
                <a:off x="5769076" y="735442"/>
                <a:ext cx="251280" cy="335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B8E755C-6F2C-0B3B-D9F1-F4C29EC1C43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760436" y="726802"/>
                  <a:ext cx="26892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D4346FE-5F09-DC98-5C42-E1749061926A}"/>
                    </a:ext>
                  </a:extLst>
                </p14:cNvPr>
                <p14:cNvContentPartPr/>
                <p14:nvPr/>
              </p14:nvContentPartPr>
              <p14:xfrm>
                <a:off x="6126556" y="921202"/>
                <a:ext cx="365400" cy="51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D4346FE-5F09-DC98-5C42-E1749061926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117556" y="912202"/>
                  <a:ext cx="383040" cy="6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8BA5F15-CCC1-857F-D605-8C37E0860960}"/>
              </a:ext>
            </a:extLst>
          </p:cNvPr>
          <p:cNvGrpSpPr/>
          <p:nvPr/>
        </p:nvGrpSpPr>
        <p:grpSpPr>
          <a:xfrm>
            <a:off x="6882556" y="700162"/>
            <a:ext cx="534600" cy="353880"/>
            <a:chOff x="6882556" y="700162"/>
            <a:chExt cx="534600" cy="35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5ED1AA8-53DB-6DC0-3440-80F1BD4F2BF8}"/>
                    </a:ext>
                  </a:extLst>
                </p14:cNvPr>
                <p14:cNvContentPartPr/>
                <p14:nvPr/>
              </p14:nvContentPartPr>
              <p14:xfrm>
                <a:off x="6882556" y="729682"/>
                <a:ext cx="19800" cy="324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5ED1AA8-53DB-6DC0-3440-80F1BD4F2BF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873916" y="721042"/>
                  <a:ext cx="3744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A42216B-9979-9526-6743-884B21E79BAB}"/>
                    </a:ext>
                  </a:extLst>
                </p14:cNvPr>
                <p14:cNvContentPartPr/>
                <p14:nvPr/>
              </p14:nvContentPartPr>
              <p14:xfrm>
                <a:off x="7032316" y="700162"/>
                <a:ext cx="384840" cy="3322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A42216B-9979-9526-6743-884B21E79BA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023676" y="691522"/>
                  <a:ext cx="402480" cy="34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ABA3862-B3FC-2EE6-3E78-0366A7E44111}"/>
              </a:ext>
            </a:extLst>
          </p:cNvPr>
          <p:cNvGrpSpPr/>
          <p:nvPr/>
        </p:nvGrpSpPr>
        <p:grpSpPr>
          <a:xfrm>
            <a:off x="5416996" y="1232962"/>
            <a:ext cx="2305080" cy="829440"/>
            <a:chOff x="5416996" y="1232962"/>
            <a:chExt cx="2305080" cy="82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4584075-A6F7-589B-133A-EC1D8CA0BAA4}"/>
                    </a:ext>
                  </a:extLst>
                </p14:cNvPr>
                <p14:cNvContentPartPr/>
                <p14:nvPr/>
              </p14:nvContentPartPr>
              <p14:xfrm>
                <a:off x="6033316" y="1232962"/>
                <a:ext cx="1358640" cy="1674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4584075-A6F7-589B-133A-EC1D8CA0BAA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024676" y="1224322"/>
                  <a:ext cx="13762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00B28FA-BB93-21CA-7456-EE8EEDA6B13A}"/>
                    </a:ext>
                  </a:extLst>
                </p14:cNvPr>
                <p14:cNvContentPartPr/>
                <p14:nvPr/>
              </p14:nvContentPartPr>
              <p14:xfrm>
                <a:off x="5416996" y="1659202"/>
                <a:ext cx="307440" cy="3679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00B28FA-BB93-21CA-7456-EE8EEDA6B13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407996" y="1650562"/>
                  <a:ext cx="32508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1F27938-3E39-BEC4-A6C3-EED1BDC5E702}"/>
                    </a:ext>
                  </a:extLst>
                </p14:cNvPr>
                <p14:cNvContentPartPr/>
                <p14:nvPr/>
              </p14:nvContentPartPr>
              <p14:xfrm>
                <a:off x="5787436" y="1563442"/>
                <a:ext cx="219600" cy="3448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1F27938-3E39-BEC4-A6C3-EED1BDC5E70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778436" y="1554442"/>
                  <a:ext cx="23724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5621AED-0E20-16E4-B5A8-B59CFF0E3A52}"/>
                    </a:ext>
                  </a:extLst>
                </p14:cNvPr>
                <p14:cNvContentPartPr/>
                <p14:nvPr/>
              </p14:nvContentPartPr>
              <p14:xfrm>
                <a:off x="6208996" y="1723642"/>
                <a:ext cx="255240" cy="662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5621AED-0E20-16E4-B5A8-B59CFF0E3A5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199996" y="1715002"/>
                  <a:ext cx="2728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F5792FC-A0E2-38FF-881A-070D0ACB36E3}"/>
                    </a:ext>
                  </a:extLst>
                </p14:cNvPr>
                <p14:cNvContentPartPr/>
                <p14:nvPr/>
              </p14:nvContentPartPr>
              <p14:xfrm>
                <a:off x="6861316" y="1500082"/>
                <a:ext cx="293040" cy="2581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F5792FC-A0E2-38FF-881A-070D0ACB36E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852316" y="1491082"/>
                  <a:ext cx="3106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CC8C941-DA76-171F-0CE0-EB74A9F43D04}"/>
                    </a:ext>
                  </a:extLst>
                </p14:cNvPr>
                <p14:cNvContentPartPr/>
                <p14:nvPr/>
              </p14:nvContentPartPr>
              <p14:xfrm>
                <a:off x="7265236" y="1391002"/>
                <a:ext cx="317880" cy="318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CC8C941-DA76-171F-0CE0-EB74A9F43D0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256596" y="1382002"/>
                  <a:ext cx="33552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2C1BCAA-6219-419D-53FB-AB6FFCF62201}"/>
                    </a:ext>
                  </a:extLst>
                </p14:cNvPr>
                <p14:cNvContentPartPr/>
                <p14:nvPr/>
              </p14:nvContentPartPr>
              <p14:xfrm>
                <a:off x="6120796" y="1872682"/>
                <a:ext cx="1601280" cy="1897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2C1BCAA-6219-419D-53FB-AB6FFCF6220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112156" y="1864042"/>
                  <a:ext cx="1618920" cy="207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70891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1CA0F4EA-0B57-4FC6-E85B-16D45E329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0B84017E-0A10-D389-09B6-CA24E8716F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323803"/>
              </p:ext>
            </p:extLst>
          </p:nvPr>
        </p:nvGraphicFramePr>
        <p:xfrm>
          <a:off x="627184" y="573214"/>
          <a:ext cx="8153400" cy="1918434"/>
        </p:xfrm>
        <a:graphic>
          <a:graphicData uri="http://schemas.openxmlformats.org/drawingml/2006/table">
            <a:tbl>
              <a:tblPr/>
              <a:tblGrid>
                <a:gridCol w="679417">
                  <a:extLst>
                    <a:ext uri="{9D8B030D-6E8A-4147-A177-3AD203B41FA5}">
                      <a16:colId xmlns:a16="http://schemas.microsoft.com/office/drawing/2014/main" val="3834183999"/>
                    </a:ext>
                  </a:extLst>
                </a:gridCol>
                <a:gridCol w="1128572">
                  <a:extLst>
                    <a:ext uri="{9D8B030D-6E8A-4147-A177-3AD203B41FA5}">
                      <a16:colId xmlns:a16="http://schemas.microsoft.com/office/drawing/2014/main" val="3201394311"/>
                    </a:ext>
                  </a:extLst>
                </a:gridCol>
                <a:gridCol w="2203485">
                  <a:extLst>
                    <a:ext uri="{9D8B030D-6E8A-4147-A177-3AD203B41FA5}">
                      <a16:colId xmlns:a16="http://schemas.microsoft.com/office/drawing/2014/main" val="1786722872"/>
                    </a:ext>
                  </a:extLst>
                </a:gridCol>
                <a:gridCol w="1393657">
                  <a:extLst>
                    <a:ext uri="{9D8B030D-6E8A-4147-A177-3AD203B41FA5}">
                      <a16:colId xmlns:a16="http://schemas.microsoft.com/office/drawing/2014/main" val="4281122348"/>
                    </a:ext>
                  </a:extLst>
                </a:gridCol>
                <a:gridCol w="795447">
                  <a:extLst>
                    <a:ext uri="{9D8B030D-6E8A-4147-A177-3AD203B41FA5}">
                      <a16:colId xmlns:a16="http://schemas.microsoft.com/office/drawing/2014/main" val="3179913272"/>
                    </a:ext>
                  </a:extLst>
                </a:gridCol>
                <a:gridCol w="976411">
                  <a:extLst>
                    <a:ext uri="{9D8B030D-6E8A-4147-A177-3AD203B41FA5}">
                      <a16:colId xmlns:a16="http://schemas.microsoft.com/office/drawing/2014/main" val="2259134017"/>
                    </a:ext>
                  </a:extLst>
                </a:gridCol>
                <a:gridCol w="976411">
                  <a:extLst>
                    <a:ext uri="{9D8B030D-6E8A-4147-A177-3AD203B41FA5}">
                      <a16:colId xmlns:a16="http://schemas.microsoft.com/office/drawing/2014/main" val="2354389433"/>
                    </a:ext>
                  </a:extLst>
                </a:gridCol>
              </a:tblGrid>
              <a:tr h="274062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Binary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327817"/>
                  </a:ext>
                </a:extLst>
              </a:tr>
              <a:tr h="274062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Hours Worked in a month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Position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Experience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Churn/Attrition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Encoded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629038"/>
                  </a:ext>
                </a:extLst>
              </a:tr>
              <a:tr h="27406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Associate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042800"/>
                  </a:ext>
                </a:extLst>
              </a:tr>
              <a:tr h="27406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91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Junior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877448"/>
                  </a:ext>
                </a:extLst>
              </a:tr>
              <a:tr h="27406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Senior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1164726"/>
                  </a:ext>
                </a:extLst>
              </a:tr>
              <a:tr h="27406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94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Manager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211116"/>
                  </a:ext>
                </a:extLst>
              </a:tr>
              <a:tr h="27406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Senior Manager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940766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D3D5FE7-D28A-7C05-6A0F-0991A4573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583302"/>
              </p:ext>
            </p:extLst>
          </p:nvPr>
        </p:nvGraphicFramePr>
        <p:xfrm>
          <a:off x="627185" y="2785420"/>
          <a:ext cx="8153399" cy="1918434"/>
        </p:xfrm>
        <a:graphic>
          <a:graphicData uri="http://schemas.openxmlformats.org/drawingml/2006/table">
            <a:tbl>
              <a:tblPr/>
              <a:tblGrid>
                <a:gridCol w="756138">
                  <a:extLst>
                    <a:ext uri="{9D8B030D-6E8A-4147-A177-3AD203B41FA5}">
                      <a16:colId xmlns:a16="http://schemas.microsoft.com/office/drawing/2014/main" val="3834183999"/>
                    </a:ext>
                  </a:extLst>
                </a:gridCol>
                <a:gridCol w="1256012">
                  <a:extLst>
                    <a:ext uri="{9D8B030D-6E8A-4147-A177-3AD203B41FA5}">
                      <a16:colId xmlns:a16="http://schemas.microsoft.com/office/drawing/2014/main" val="3201394311"/>
                    </a:ext>
                  </a:extLst>
                </a:gridCol>
                <a:gridCol w="2452307">
                  <a:extLst>
                    <a:ext uri="{9D8B030D-6E8A-4147-A177-3AD203B41FA5}">
                      <a16:colId xmlns:a16="http://schemas.microsoft.com/office/drawing/2014/main" val="1786722872"/>
                    </a:ext>
                  </a:extLst>
                </a:gridCol>
                <a:gridCol w="1551032">
                  <a:extLst>
                    <a:ext uri="{9D8B030D-6E8A-4147-A177-3AD203B41FA5}">
                      <a16:colId xmlns:a16="http://schemas.microsoft.com/office/drawing/2014/main" val="4281122348"/>
                    </a:ext>
                  </a:extLst>
                </a:gridCol>
                <a:gridCol w="1131835">
                  <a:extLst>
                    <a:ext uri="{9D8B030D-6E8A-4147-A177-3AD203B41FA5}">
                      <a16:colId xmlns:a16="http://schemas.microsoft.com/office/drawing/2014/main" val="3179913272"/>
                    </a:ext>
                  </a:extLst>
                </a:gridCol>
                <a:gridCol w="1006075">
                  <a:extLst>
                    <a:ext uri="{9D8B030D-6E8A-4147-A177-3AD203B41FA5}">
                      <a16:colId xmlns:a16="http://schemas.microsoft.com/office/drawing/2014/main" val="2259134017"/>
                    </a:ext>
                  </a:extLst>
                </a:gridCol>
              </a:tblGrid>
              <a:tr h="274062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327817"/>
                  </a:ext>
                </a:extLst>
              </a:tr>
              <a:tr h="274062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Number of Local Cals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Hours Called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Gender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Satisfaction 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Multiclass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629038"/>
                  </a:ext>
                </a:extLst>
              </a:tr>
              <a:tr h="27406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Male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7042800"/>
                  </a:ext>
                </a:extLst>
              </a:tr>
              <a:tr h="27406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91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Female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Medium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877448"/>
                  </a:ext>
                </a:extLst>
              </a:tr>
              <a:tr h="27406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Other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Low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164726"/>
                  </a:ext>
                </a:extLst>
              </a:tr>
              <a:tr h="27406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94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Male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High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211116"/>
                  </a:ext>
                </a:extLst>
              </a:tr>
              <a:tr h="27406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Female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Low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940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427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7D18478F-1416-8CE9-BA35-39FD7814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734BEFDA-A1E4-03EA-A5FE-83A7DD3084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K-Nearest Neighbors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10766574-838B-B901-7C64-8350FD9174A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684525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BD26E72-E4D8-5887-2588-F7234B33B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3">
            <a:extLst>
              <a:ext uri="{FF2B5EF4-FFF2-40B4-BE49-F238E27FC236}">
                <a16:creationId xmlns:a16="http://schemas.microsoft.com/office/drawing/2014/main" id="{FE977FE9-2951-5C87-F864-C3E213A10A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8246" y="514350"/>
            <a:ext cx="7772400" cy="4114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1400" dirty="0"/>
              <a:t>Idea: </a:t>
            </a:r>
          </a:p>
          <a:p>
            <a:pPr lvl="1">
              <a:lnSpc>
                <a:spcPct val="90000"/>
              </a:lnSpc>
            </a:pPr>
            <a:r>
              <a:rPr lang="en-US" altLang="en-US" sz="1200" dirty="0"/>
              <a:t>Similar examples have similar label.</a:t>
            </a:r>
          </a:p>
          <a:p>
            <a:pPr lvl="1">
              <a:lnSpc>
                <a:spcPct val="90000"/>
              </a:lnSpc>
            </a:pPr>
            <a:r>
              <a:rPr lang="en-US" altLang="en-US" sz="1200" dirty="0"/>
              <a:t>Classify new examples like similar training examples.</a:t>
            </a:r>
          </a:p>
          <a:p>
            <a:pPr>
              <a:lnSpc>
                <a:spcPct val="90000"/>
              </a:lnSpc>
            </a:pPr>
            <a:r>
              <a:rPr lang="en-US" altLang="en-US" sz="1400" dirty="0"/>
              <a:t>Algorithm:</a:t>
            </a:r>
          </a:p>
          <a:p>
            <a:pPr lvl="1">
              <a:lnSpc>
                <a:spcPct val="90000"/>
              </a:lnSpc>
            </a:pPr>
            <a:r>
              <a:rPr lang="en-US" altLang="en-US" sz="1200" dirty="0"/>
              <a:t>Given some new example x for which we need to predict its class y</a:t>
            </a:r>
          </a:p>
          <a:p>
            <a:pPr lvl="1">
              <a:lnSpc>
                <a:spcPct val="90000"/>
              </a:lnSpc>
            </a:pPr>
            <a:r>
              <a:rPr lang="en-US" altLang="en-US" sz="1200" dirty="0"/>
              <a:t>Find most similar training examples</a:t>
            </a:r>
          </a:p>
          <a:p>
            <a:pPr lvl="1">
              <a:lnSpc>
                <a:spcPct val="90000"/>
              </a:lnSpc>
            </a:pPr>
            <a:r>
              <a:rPr lang="en-US" altLang="en-US" sz="1200" dirty="0"/>
              <a:t>Classify </a:t>
            </a:r>
            <a:r>
              <a:rPr lang="en-US" altLang="en-US" sz="1200" i="1" dirty="0"/>
              <a:t>x</a:t>
            </a:r>
            <a:r>
              <a:rPr lang="en-US" altLang="en-US" sz="1200" dirty="0"/>
              <a:t> “like” these most similar examples</a:t>
            </a:r>
          </a:p>
          <a:p>
            <a:pPr>
              <a:lnSpc>
                <a:spcPct val="90000"/>
              </a:lnSpc>
            </a:pPr>
            <a:r>
              <a:rPr lang="en-US" altLang="en-US" sz="1400" dirty="0"/>
              <a:t>Questions:</a:t>
            </a:r>
          </a:p>
          <a:p>
            <a:pPr lvl="1">
              <a:lnSpc>
                <a:spcPct val="90000"/>
              </a:lnSpc>
            </a:pPr>
            <a:r>
              <a:rPr lang="en-US" altLang="en-US" sz="1200" dirty="0">
                <a:solidFill>
                  <a:srgbClr val="FF0000"/>
                </a:solidFill>
              </a:rPr>
              <a:t>How to determine similarity?</a:t>
            </a:r>
          </a:p>
          <a:p>
            <a:pPr lvl="1">
              <a:lnSpc>
                <a:spcPct val="90000"/>
              </a:lnSpc>
            </a:pPr>
            <a:r>
              <a:rPr lang="en-US" altLang="en-US" sz="1200" dirty="0">
                <a:solidFill>
                  <a:srgbClr val="FF0000"/>
                </a:solidFill>
              </a:rPr>
              <a:t>How many similar training examples to consider?</a:t>
            </a:r>
          </a:p>
          <a:p>
            <a:pPr lvl="1">
              <a:lnSpc>
                <a:spcPct val="90000"/>
              </a:lnSpc>
            </a:pPr>
            <a:r>
              <a:rPr lang="en-US" altLang="en-US" sz="1200" dirty="0"/>
              <a:t>How to resolve inconsistencies among the training examples?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2743083-CF66-A73B-072F-E3D4C87CF26E}"/>
              </a:ext>
            </a:extLst>
          </p:cNvPr>
          <p:cNvGrpSpPr/>
          <p:nvPr/>
        </p:nvGrpSpPr>
        <p:grpSpPr>
          <a:xfrm>
            <a:off x="564916" y="2857282"/>
            <a:ext cx="5158080" cy="2232360"/>
            <a:chOff x="564916" y="2857282"/>
            <a:chExt cx="5158080" cy="223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0A000F9-F218-2AD9-AAED-8B48211D9A8E}"/>
                    </a:ext>
                  </a:extLst>
                </p14:cNvPr>
                <p14:cNvContentPartPr/>
                <p14:nvPr/>
              </p14:nvContentPartPr>
              <p14:xfrm>
                <a:off x="1081516" y="2857282"/>
                <a:ext cx="51120" cy="1922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0A000F9-F218-2AD9-AAED-8B48211D9A8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72876" y="2848282"/>
                  <a:ext cx="68760" cy="19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09EBB82-08CB-E65A-752B-14FA476F600D}"/>
                    </a:ext>
                  </a:extLst>
                </p14:cNvPr>
                <p14:cNvContentPartPr/>
                <p14:nvPr/>
              </p14:nvContentPartPr>
              <p14:xfrm>
                <a:off x="564916" y="4442362"/>
                <a:ext cx="4048560" cy="253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09EBB82-08CB-E65A-752B-14FA476F600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55916" y="4433722"/>
                  <a:ext cx="406620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94FE755-8B7F-4255-85D2-31565959356E}"/>
                    </a:ext>
                  </a:extLst>
                </p14:cNvPr>
                <p14:cNvContentPartPr/>
                <p14:nvPr/>
              </p14:nvContentPartPr>
              <p14:xfrm>
                <a:off x="4325476" y="4625242"/>
                <a:ext cx="172440" cy="142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94FE755-8B7F-4255-85D2-31565959356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316836" y="4616242"/>
                  <a:ext cx="1900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C145CFF-555F-7643-AE43-902BE604DC99}"/>
                    </a:ext>
                  </a:extLst>
                </p14:cNvPr>
                <p14:cNvContentPartPr/>
                <p14:nvPr/>
              </p14:nvContentPartPr>
              <p14:xfrm>
                <a:off x="4286956" y="4653682"/>
                <a:ext cx="163440" cy="118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C145CFF-555F-7643-AE43-902BE604DC9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278316" y="4645042"/>
                  <a:ext cx="1810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A96EBEF-A80B-A3FD-F812-D692CE1F6DCF}"/>
                    </a:ext>
                  </a:extLst>
                </p14:cNvPr>
                <p14:cNvContentPartPr/>
                <p14:nvPr/>
              </p14:nvContentPartPr>
              <p14:xfrm>
                <a:off x="4568476" y="4755562"/>
                <a:ext cx="32400" cy="1188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A96EBEF-A80B-A3FD-F812-D692CE1F6DC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559476" y="4746922"/>
                  <a:ext cx="500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639B8C3-DD6E-F578-F5C5-C7E029CBED5E}"/>
                    </a:ext>
                  </a:extLst>
                </p14:cNvPr>
                <p14:cNvContentPartPr/>
                <p14:nvPr/>
              </p14:nvContentPartPr>
              <p14:xfrm>
                <a:off x="4727956" y="4570162"/>
                <a:ext cx="82800" cy="386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639B8C3-DD6E-F578-F5C5-C7E029CBED5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719316" y="4561162"/>
                  <a:ext cx="10044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62AEB30-5074-BA6B-4ECC-3D8FC76B660B}"/>
                    </a:ext>
                  </a:extLst>
                </p14:cNvPr>
                <p14:cNvContentPartPr/>
                <p14:nvPr/>
              </p14:nvContentPartPr>
              <p14:xfrm>
                <a:off x="4888516" y="4630642"/>
                <a:ext cx="194040" cy="275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62AEB30-5074-BA6B-4ECC-3D8FC76B660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879876" y="4621642"/>
                  <a:ext cx="21168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A38F3BD-1B47-C735-3701-3DD31086473D}"/>
                    </a:ext>
                  </a:extLst>
                </p14:cNvPr>
                <p14:cNvContentPartPr/>
                <p14:nvPr/>
              </p14:nvContentPartPr>
              <p14:xfrm>
                <a:off x="4784116" y="4784002"/>
                <a:ext cx="254520" cy="38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A38F3BD-1B47-C735-3701-3DD31086473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775116" y="4775002"/>
                  <a:ext cx="2721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1E5B898-7FF7-1ECF-A326-1F7EC2093A44}"/>
                    </a:ext>
                  </a:extLst>
                </p14:cNvPr>
                <p14:cNvContentPartPr/>
                <p14:nvPr/>
              </p14:nvContentPartPr>
              <p14:xfrm>
                <a:off x="5055916" y="4754842"/>
                <a:ext cx="236160" cy="334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1E5B898-7FF7-1ECF-A326-1F7EC2093A4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046916" y="4745842"/>
                  <a:ext cx="25380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AA31A98-8560-505F-5188-C4ED6D7B1B50}"/>
                    </a:ext>
                  </a:extLst>
                </p14:cNvPr>
                <p14:cNvContentPartPr/>
                <p14:nvPr/>
              </p14:nvContentPartPr>
              <p14:xfrm>
                <a:off x="5346436" y="4738282"/>
                <a:ext cx="170640" cy="131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AA31A98-8560-505F-5188-C4ED6D7B1B5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337796" y="4729642"/>
                  <a:ext cx="1882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7AA146A-C28A-B0F5-C1AE-0C9FE6585015}"/>
                    </a:ext>
                  </a:extLst>
                </p14:cNvPr>
                <p14:cNvContentPartPr/>
                <p14:nvPr/>
              </p14:nvContentPartPr>
              <p14:xfrm>
                <a:off x="5470996" y="4548202"/>
                <a:ext cx="252000" cy="465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7AA146A-C28A-B0F5-C1AE-0C9FE658501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462356" y="4539202"/>
                  <a:ext cx="269640" cy="48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E272630-9063-C298-5B33-B0E92545D5E1}"/>
              </a:ext>
            </a:extLst>
          </p:cNvPr>
          <p:cNvGrpSpPr/>
          <p:nvPr/>
        </p:nvGrpSpPr>
        <p:grpSpPr>
          <a:xfrm>
            <a:off x="113836" y="2804362"/>
            <a:ext cx="961560" cy="800640"/>
            <a:chOff x="113836" y="2804362"/>
            <a:chExt cx="961560" cy="80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BA56EA6-7158-5A87-EC70-1A7DB0F13DF0}"/>
                    </a:ext>
                  </a:extLst>
                </p14:cNvPr>
                <p14:cNvContentPartPr/>
                <p14:nvPr/>
              </p14:nvContentPartPr>
              <p14:xfrm>
                <a:off x="187996" y="2804362"/>
                <a:ext cx="158400" cy="300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BA56EA6-7158-5A87-EC70-1A7DB0F13DF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79356" y="2795362"/>
                  <a:ext cx="1760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F9C32E3-ACDE-D0AE-FCDB-0F2A1797594B}"/>
                    </a:ext>
                  </a:extLst>
                </p14:cNvPr>
                <p14:cNvContentPartPr/>
                <p14:nvPr/>
              </p14:nvContentPartPr>
              <p14:xfrm>
                <a:off x="113836" y="2872402"/>
                <a:ext cx="323640" cy="153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F9C32E3-ACDE-D0AE-FCDB-0F2A1797594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4836" y="2863402"/>
                  <a:ext cx="3412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3299322-4489-5908-542B-E06555C1F37C}"/>
                    </a:ext>
                  </a:extLst>
                </p14:cNvPr>
                <p14:cNvContentPartPr/>
                <p14:nvPr/>
              </p14:nvContentPartPr>
              <p14:xfrm>
                <a:off x="493276" y="2884642"/>
                <a:ext cx="100800" cy="2386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3299322-4489-5908-542B-E06555C1F37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84276" y="2876002"/>
                  <a:ext cx="1184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C3CC2B9-9E65-4EB0-B53B-C591732EEB5E}"/>
                    </a:ext>
                  </a:extLst>
                </p14:cNvPr>
                <p14:cNvContentPartPr/>
                <p14:nvPr/>
              </p14:nvContentPartPr>
              <p14:xfrm>
                <a:off x="525316" y="3071482"/>
                <a:ext cx="114840" cy="38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C3CC2B9-9E65-4EB0-B53B-C591732EEB5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16316" y="3062842"/>
                  <a:ext cx="1324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A848630-D5FB-9703-5B01-218664BAF221}"/>
                    </a:ext>
                  </a:extLst>
                </p14:cNvPr>
                <p14:cNvContentPartPr/>
                <p14:nvPr/>
              </p14:nvContentPartPr>
              <p14:xfrm>
                <a:off x="137236" y="3216202"/>
                <a:ext cx="262440" cy="3632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A848630-D5FB-9703-5B01-218664BAF22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28236" y="3207562"/>
                  <a:ext cx="28008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895617B-A5AA-F1A5-F8FB-964279018721}"/>
                    </a:ext>
                  </a:extLst>
                </p14:cNvPr>
                <p14:cNvContentPartPr/>
                <p14:nvPr/>
              </p14:nvContentPartPr>
              <p14:xfrm>
                <a:off x="316876" y="3391882"/>
                <a:ext cx="360" cy="10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895617B-A5AA-F1A5-F8FB-96427901872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08236" y="3382882"/>
                  <a:ext cx="180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35B7AC0-C848-FEC1-C59C-7C3067D11723}"/>
                    </a:ext>
                  </a:extLst>
                </p14:cNvPr>
                <p14:cNvContentPartPr/>
                <p14:nvPr/>
              </p14:nvContentPartPr>
              <p14:xfrm>
                <a:off x="301756" y="3328162"/>
                <a:ext cx="16200" cy="139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35B7AC0-C848-FEC1-C59C-7C3067D1172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93116" y="3319522"/>
                  <a:ext cx="338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6D1B014-54DA-2281-1A3A-795A44C8C655}"/>
                    </a:ext>
                  </a:extLst>
                </p14:cNvPr>
                <p14:cNvContentPartPr/>
                <p14:nvPr/>
              </p14:nvContentPartPr>
              <p14:xfrm>
                <a:off x="348916" y="3352282"/>
                <a:ext cx="119160" cy="1238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6D1B014-54DA-2281-1A3A-795A44C8C65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40276" y="3343282"/>
                  <a:ext cx="1368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9BB6690-D385-CBD0-BD6F-41C41F4DAE53}"/>
                    </a:ext>
                  </a:extLst>
                </p14:cNvPr>
                <p14:cNvContentPartPr/>
                <p14:nvPr/>
              </p14:nvContentPartPr>
              <p14:xfrm>
                <a:off x="506956" y="3323482"/>
                <a:ext cx="350280" cy="104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9BB6690-D385-CBD0-BD6F-41C41F4DAE5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97956" y="3314482"/>
                  <a:ext cx="3679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3A5830F-1D48-5444-97EF-66FA7304947C}"/>
                    </a:ext>
                  </a:extLst>
                </p14:cNvPr>
                <p14:cNvContentPartPr/>
                <p14:nvPr/>
              </p14:nvContentPartPr>
              <p14:xfrm>
                <a:off x="890716" y="3289282"/>
                <a:ext cx="75240" cy="86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3A5830F-1D48-5444-97EF-66FA7304947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81716" y="3280282"/>
                  <a:ext cx="928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17C699A-B1F8-0F07-5D87-11BDFA4D6537}"/>
                    </a:ext>
                  </a:extLst>
                </p14:cNvPr>
                <p14:cNvContentPartPr/>
                <p14:nvPr/>
              </p14:nvContentPartPr>
              <p14:xfrm>
                <a:off x="874516" y="3139522"/>
                <a:ext cx="200880" cy="390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17C699A-B1F8-0F07-5D87-11BDFA4D653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65516" y="3130882"/>
                  <a:ext cx="21852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EA5358E-7FAF-43FE-5B22-24C42FA73A27}"/>
                    </a:ext>
                  </a:extLst>
                </p14:cNvPr>
                <p14:cNvContentPartPr/>
                <p14:nvPr/>
              </p14:nvContentPartPr>
              <p14:xfrm>
                <a:off x="508756" y="3561802"/>
                <a:ext cx="216720" cy="432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EA5358E-7FAF-43FE-5B22-24C42FA73A2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00116" y="3552802"/>
                  <a:ext cx="23436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8BAAEA1-5921-09F9-C960-0D40636AFE63}"/>
              </a:ext>
            </a:extLst>
          </p:cNvPr>
          <p:cNvGrpSpPr/>
          <p:nvPr/>
        </p:nvGrpSpPr>
        <p:grpSpPr>
          <a:xfrm>
            <a:off x="1696036" y="3182002"/>
            <a:ext cx="1163520" cy="518040"/>
            <a:chOff x="1696036" y="3182002"/>
            <a:chExt cx="1163520" cy="51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DF6EED5-FD41-193E-3E4A-3A2927778511}"/>
                    </a:ext>
                  </a:extLst>
                </p14:cNvPr>
                <p14:cNvContentPartPr/>
                <p14:nvPr/>
              </p14:nvContentPartPr>
              <p14:xfrm>
                <a:off x="1696036" y="3589162"/>
                <a:ext cx="123480" cy="110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DF6EED5-FD41-193E-3E4A-3A292777851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689916" y="3583042"/>
                  <a:ext cx="1357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BC845FB-A7BE-FFFF-4D4F-CA2D19255903}"/>
                    </a:ext>
                  </a:extLst>
                </p14:cNvPr>
                <p14:cNvContentPartPr/>
                <p14:nvPr/>
              </p14:nvContentPartPr>
              <p14:xfrm>
                <a:off x="1926796" y="3498442"/>
                <a:ext cx="85320" cy="60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BC845FB-A7BE-FFFF-4D4F-CA2D1925590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920676" y="3492322"/>
                  <a:ext cx="975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87724E9-64C2-F228-FC9C-F74EDADDA358}"/>
                    </a:ext>
                  </a:extLst>
                </p14:cNvPr>
                <p14:cNvContentPartPr/>
                <p14:nvPr/>
              </p14:nvContentPartPr>
              <p14:xfrm>
                <a:off x="2209756" y="3322762"/>
                <a:ext cx="114120" cy="100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87724E9-64C2-F228-FC9C-F74EDADDA35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203636" y="3316642"/>
                  <a:ext cx="1263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86CF52D-29E8-B1EB-A2E0-3E9E240029FA}"/>
                    </a:ext>
                  </a:extLst>
                </p14:cNvPr>
                <p14:cNvContentPartPr/>
                <p14:nvPr/>
              </p14:nvContentPartPr>
              <p14:xfrm>
                <a:off x="2758396" y="3182002"/>
                <a:ext cx="101160" cy="846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86CF52D-29E8-B1EB-A2E0-3E9E240029F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752276" y="3175882"/>
                  <a:ext cx="1134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FAA5940-F9D9-2FB9-7E1A-1E43110D825B}"/>
                    </a:ext>
                  </a:extLst>
                </p14:cNvPr>
                <p14:cNvContentPartPr/>
                <p14:nvPr/>
              </p14:nvContentPartPr>
              <p14:xfrm>
                <a:off x="2464276" y="3228802"/>
                <a:ext cx="120240" cy="1008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FAA5940-F9D9-2FB9-7E1A-1E43110D825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458156" y="3222682"/>
                  <a:ext cx="13248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DAFCE1E-D88E-78BF-383E-FB360A331E8A}"/>
              </a:ext>
            </a:extLst>
          </p:cNvPr>
          <p:cNvGrpSpPr/>
          <p:nvPr/>
        </p:nvGrpSpPr>
        <p:grpSpPr>
          <a:xfrm>
            <a:off x="2691796" y="3294322"/>
            <a:ext cx="975960" cy="542520"/>
            <a:chOff x="2691796" y="3294322"/>
            <a:chExt cx="975960" cy="54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E8451F2-B5C2-417D-FE32-19722FC555EB}"/>
                    </a:ext>
                  </a:extLst>
                </p14:cNvPr>
                <p14:cNvContentPartPr/>
                <p14:nvPr/>
              </p14:nvContentPartPr>
              <p14:xfrm>
                <a:off x="2986996" y="3390442"/>
                <a:ext cx="121320" cy="860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E8451F2-B5C2-417D-FE32-19722FC555E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978356" y="3381802"/>
                  <a:ext cx="1389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F7B1AF3-37DA-1160-6774-8DACA3C4D1E0}"/>
                    </a:ext>
                  </a:extLst>
                </p14:cNvPr>
                <p14:cNvContentPartPr/>
                <p14:nvPr/>
              </p14:nvContentPartPr>
              <p14:xfrm>
                <a:off x="2944516" y="3667642"/>
                <a:ext cx="96120" cy="94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F7B1AF3-37DA-1160-6774-8DACA3C4D1E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935876" y="3659002"/>
                  <a:ext cx="1137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846AA6F-14FB-FE7F-E98D-0F3DB91939E3}"/>
                    </a:ext>
                  </a:extLst>
                </p14:cNvPr>
                <p14:cNvContentPartPr/>
                <p14:nvPr/>
              </p14:nvContentPartPr>
              <p14:xfrm>
                <a:off x="2691796" y="3738562"/>
                <a:ext cx="113040" cy="98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846AA6F-14FB-FE7F-E98D-0F3DB91939E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682796" y="3729922"/>
                  <a:ext cx="1306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BD6397A-9AF7-F471-6536-CA8085F4341D}"/>
                    </a:ext>
                  </a:extLst>
                </p14:cNvPr>
                <p14:cNvContentPartPr/>
                <p14:nvPr/>
              </p14:nvContentPartPr>
              <p14:xfrm>
                <a:off x="3183916" y="3504922"/>
                <a:ext cx="99000" cy="1065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BD6397A-9AF7-F471-6536-CA8085F4341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175276" y="3496282"/>
                  <a:ext cx="1166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031F3BC-0DCC-91AB-DE4F-D2EA96B7AD84}"/>
                    </a:ext>
                  </a:extLst>
                </p14:cNvPr>
                <p14:cNvContentPartPr/>
                <p14:nvPr/>
              </p14:nvContentPartPr>
              <p14:xfrm>
                <a:off x="3417196" y="3294322"/>
                <a:ext cx="114840" cy="74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031F3BC-0DCC-91AB-DE4F-D2EA96B7AD8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408196" y="3285322"/>
                  <a:ext cx="1324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9F6397F-E9A1-D600-1124-4244B9C5475A}"/>
                    </a:ext>
                  </a:extLst>
                </p14:cNvPr>
                <p14:cNvContentPartPr/>
                <p14:nvPr/>
              </p14:nvContentPartPr>
              <p14:xfrm>
                <a:off x="3534196" y="3630562"/>
                <a:ext cx="133560" cy="957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9F6397F-E9A1-D600-1124-4244B9C5475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525196" y="3621562"/>
                  <a:ext cx="1512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7CA6A8E-6B13-C18B-9802-CE873F752A27}"/>
                    </a:ext>
                  </a:extLst>
                </p14:cNvPr>
                <p14:cNvContentPartPr/>
                <p14:nvPr/>
              </p14:nvContentPartPr>
              <p14:xfrm>
                <a:off x="3330436" y="3629482"/>
                <a:ext cx="151920" cy="950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7CA6A8E-6B13-C18B-9802-CE873F752A2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321436" y="3620482"/>
                  <a:ext cx="169560" cy="11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79F890FF-419C-0BBC-43AB-B49FF82059DC}"/>
                  </a:ext>
                </a:extLst>
              </p14:cNvPr>
              <p14:cNvContentPartPr/>
              <p14:nvPr/>
            </p14:nvContentPartPr>
            <p14:xfrm>
              <a:off x="3075556" y="3835042"/>
              <a:ext cx="94680" cy="9864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79F890FF-419C-0BBC-43AB-B49FF82059DC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3066916" y="3826402"/>
                <a:ext cx="11232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0B0D6F74-60B5-9D07-2E71-6CDDA26ECA1D}"/>
                  </a:ext>
                </a:extLst>
              </p14:cNvPr>
              <p14:cNvContentPartPr/>
              <p14:nvPr/>
            </p14:nvContentPartPr>
            <p14:xfrm>
              <a:off x="1539076" y="3375682"/>
              <a:ext cx="147600" cy="14004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0B0D6F74-60B5-9D07-2E71-6CDDA26ECA1D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530436" y="3367042"/>
                <a:ext cx="165240" cy="15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EF89F9D7-8E86-8B93-4590-448226207AA5}"/>
              </a:ext>
            </a:extLst>
          </p:cNvPr>
          <p:cNvGrpSpPr/>
          <p:nvPr/>
        </p:nvGrpSpPr>
        <p:grpSpPr>
          <a:xfrm>
            <a:off x="3124516" y="3953122"/>
            <a:ext cx="85320" cy="257040"/>
            <a:chOff x="3124516" y="3953122"/>
            <a:chExt cx="85320" cy="25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85B4653-7EDB-4175-EBDC-9C13043B2A5F}"/>
                    </a:ext>
                  </a:extLst>
                </p14:cNvPr>
                <p14:cNvContentPartPr/>
                <p14:nvPr/>
              </p14:nvContentPartPr>
              <p14:xfrm>
                <a:off x="3124516" y="3953122"/>
                <a:ext cx="85320" cy="171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85B4653-7EDB-4175-EBDC-9C13043B2A5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115876" y="3944482"/>
                  <a:ext cx="1029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67D17F3-FD8C-5A58-800E-F111DBEDFE05}"/>
                    </a:ext>
                  </a:extLst>
                </p14:cNvPr>
                <p14:cNvContentPartPr/>
                <p14:nvPr/>
              </p14:nvContentPartPr>
              <p14:xfrm>
                <a:off x="3143956" y="4178482"/>
                <a:ext cx="46440" cy="316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67D17F3-FD8C-5A58-800E-F111DBEDFE0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135316" y="4169482"/>
                  <a:ext cx="6408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7C9DC01-6B8C-35B1-42E6-592E2F195315}"/>
              </a:ext>
            </a:extLst>
          </p:cNvPr>
          <p:cNvGrpSpPr/>
          <p:nvPr/>
        </p:nvGrpSpPr>
        <p:grpSpPr>
          <a:xfrm>
            <a:off x="1579036" y="3116842"/>
            <a:ext cx="153000" cy="258480"/>
            <a:chOff x="1579036" y="3116842"/>
            <a:chExt cx="153000" cy="25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AB1E3C3-957D-36C0-0252-35C093EC21D1}"/>
                    </a:ext>
                  </a:extLst>
                </p14:cNvPr>
                <p14:cNvContentPartPr/>
                <p14:nvPr/>
              </p14:nvContentPartPr>
              <p14:xfrm>
                <a:off x="1579036" y="3116842"/>
                <a:ext cx="136080" cy="1706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AB1E3C3-957D-36C0-0252-35C093EC21D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570036" y="3108202"/>
                  <a:ext cx="1537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91B20A3-5B8E-2861-B021-842FFBA45472}"/>
                    </a:ext>
                  </a:extLst>
                </p14:cNvPr>
                <p14:cNvContentPartPr/>
                <p14:nvPr/>
              </p14:nvContentPartPr>
              <p14:xfrm>
                <a:off x="1703596" y="3347602"/>
                <a:ext cx="28440" cy="277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91B20A3-5B8E-2861-B021-842FFBA4547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694956" y="3338962"/>
                  <a:ext cx="46080" cy="4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9FAC4953-E19E-319F-74C3-AA490BAF369C}"/>
                  </a:ext>
                </a:extLst>
              </p14:cNvPr>
              <p14:cNvContentPartPr/>
              <p14:nvPr/>
            </p14:nvContentPartPr>
            <p14:xfrm>
              <a:off x="2518276" y="2990842"/>
              <a:ext cx="175320" cy="11484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9FAC4953-E19E-319F-74C3-AA490BAF369C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2509276" y="2981842"/>
                <a:ext cx="192960" cy="132480"/>
              </a:xfrm>
              <a:prstGeom prst="rect">
                <a:avLst/>
              </a:prstGeom>
            </p:spPr>
          </p:pic>
        </mc:Fallback>
      </mc:AlternateContent>
      <p:sp>
        <p:nvSpPr>
          <p:cNvPr id="82" name="Oval 81">
            <a:extLst>
              <a:ext uri="{FF2B5EF4-FFF2-40B4-BE49-F238E27FC236}">
                <a16:creationId xmlns:a16="http://schemas.microsoft.com/office/drawing/2014/main" id="{D6B4579C-C886-B91F-A4CF-A8CEE81F0DC3}"/>
              </a:ext>
            </a:extLst>
          </p:cNvPr>
          <p:cNvSpPr/>
          <p:nvPr/>
        </p:nvSpPr>
        <p:spPr>
          <a:xfrm>
            <a:off x="1501276" y="3250172"/>
            <a:ext cx="550800" cy="4946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DC82693A-C965-3780-3D2A-DC60D05C064A}"/>
              </a:ext>
            </a:extLst>
          </p:cNvPr>
          <p:cNvSpPr/>
          <p:nvPr/>
        </p:nvSpPr>
        <p:spPr>
          <a:xfrm>
            <a:off x="2655313" y="3574608"/>
            <a:ext cx="550800" cy="4946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314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B145CE17-97EF-028D-3B1F-3DE049DE4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65E20B4-8528-57B5-C601-9133FE4FC6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700" y="19050"/>
            <a:ext cx="7772400" cy="1143000"/>
          </a:xfrm>
        </p:spPr>
        <p:txBody>
          <a:bodyPr/>
          <a:lstStyle/>
          <a:p>
            <a:r>
              <a:rPr lang="en-US" altLang="en-US" dirty="0"/>
              <a:t>1-Nearest Neighbor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E1279ED-E1EF-15EB-C50F-90370C027F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618067"/>
            <a:ext cx="7772400" cy="4114800"/>
          </a:xfrm>
        </p:spPr>
        <p:txBody>
          <a:bodyPr/>
          <a:lstStyle/>
          <a:p>
            <a:r>
              <a:rPr lang="en-US" altLang="en-US" dirty="0"/>
              <a:t>One of the simplest of all machine learning classifiers</a:t>
            </a:r>
          </a:p>
          <a:p>
            <a:r>
              <a:rPr lang="en-US" altLang="en-US" dirty="0">
                <a:solidFill>
                  <a:srgbClr val="FF0000"/>
                </a:solidFill>
              </a:rPr>
              <a:t>Simple idea:</a:t>
            </a:r>
            <a:r>
              <a:rPr lang="en-US" altLang="en-US" dirty="0"/>
              <a:t>  </a:t>
            </a:r>
            <a:r>
              <a:rPr lang="en-US" altLang="en-US" dirty="0">
                <a:solidFill>
                  <a:srgbClr val="FF0000"/>
                </a:solidFill>
              </a:rPr>
              <a:t>label</a:t>
            </a:r>
            <a:r>
              <a:rPr lang="en-US" altLang="en-US" dirty="0"/>
              <a:t> a new point the </a:t>
            </a:r>
            <a:r>
              <a:rPr lang="en-US" altLang="en-US" dirty="0">
                <a:solidFill>
                  <a:srgbClr val="FF0000"/>
                </a:solidFill>
              </a:rPr>
              <a:t>same as the closest known point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37EF74CC-1EE3-25F3-DDB5-4239DCE4E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2700" y="2904067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DDF94C96-42E0-4364-A52F-C969C0865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700" y="4351867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01094CB6-74BC-6A82-96DE-472B19C5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2599267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06CED377-CA48-46E8-CF31-804E7B329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0" y="3666067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EF8901A5-B6B9-05FD-9DD7-EA8DEEEAB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0100" y="3818467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FF1C88A7-EECD-D587-B294-03990F245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" y="3285067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" name="Oval 10">
            <a:extLst>
              <a:ext uri="{FF2B5EF4-FFF2-40B4-BE49-F238E27FC236}">
                <a16:creationId xmlns:a16="http://schemas.microsoft.com/office/drawing/2014/main" id="{F0A3E4AA-BB6C-7E02-48E9-46CA3FA12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00" y="4504267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Oval 11">
            <a:extLst>
              <a:ext uri="{FF2B5EF4-FFF2-40B4-BE49-F238E27FC236}">
                <a16:creationId xmlns:a16="http://schemas.microsoft.com/office/drawing/2014/main" id="{6EF6D340-1136-4AEE-81A6-068CB7FFA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5700" y="3589867"/>
            <a:ext cx="228600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B03B6890-7DDB-9BB0-AB1D-3CA610EF5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9425" y="2943755"/>
            <a:ext cx="177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>
                <a:latin typeface="Palatino" charset="0"/>
              </a:rPr>
              <a:t>Label it red.</a:t>
            </a:r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AA95914B-15D4-8B88-A8B5-663279723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323167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" name="Oval 14">
            <a:extLst>
              <a:ext uri="{FF2B5EF4-FFF2-40B4-BE49-F238E27FC236}">
                <a16:creationId xmlns:a16="http://schemas.microsoft.com/office/drawing/2014/main" id="{50FF8CA3-24EE-B8C4-A484-9D5EAFC4C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7100" y="3361267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" name="Oval 15">
            <a:extLst>
              <a:ext uri="{FF2B5EF4-FFF2-40B4-BE49-F238E27FC236}">
                <a16:creationId xmlns:a16="http://schemas.microsoft.com/office/drawing/2014/main" id="{FC166797-C255-0853-3A00-DDDA8A24D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399367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" name="Oval 16">
            <a:extLst>
              <a:ext uri="{FF2B5EF4-FFF2-40B4-BE49-F238E27FC236}">
                <a16:creationId xmlns:a16="http://schemas.microsoft.com/office/drawing/2014/main" id="{209C5AB0-099E-9A41-722A-EEC683914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300" y="3437467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" name="Oval 17">
            <a:extLst>
              <a:ext uri="{FF2B5EF4-FFF2-40B4-BE49-F238E27FC236}">
                <a16:creationId xmlns:a16="http://schemas.microsoft.com/office/drawing/2014/main" id="{9250E6F4-369B-0462-887F-4BC6283B5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475567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" name="Oval 18">
            <a:extLst>
              <a:ext uri="{FF2B5EF4-FFF2-40B4-BE49-F238E27FC236}">
                <a16:creationId xmlns:a16="http://schemas.microsoft.com/office/drawing/2014/main" id="{91DE13F3-53ED-02FA-C923-8A8E08556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3513667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" name="Oval 19">
            <a:extLst>
              <a:ext uri="{FF2B5EF4-FFF2-40B4-BE49-F238E27FC236}">
                <a16:creationId xmlns:a16="http://schemas.microsoft.com/office/drawing/2014/main" id="{5664BE66-673D-E0ED-4CB6-ACD3C1204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551767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" name="Oval 20">
            <a:extLst>
              <a:ext uri="{FF2B5EF4-FFF2-40B4-BE49-F238E27FC236}">
                <a16:creationId xmlns:a16="http://schemas.microsoft.com/office/drawing/2014/main" id="{BE69F9AB-3379-FB45-AE78-74C684E02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5700" y="3589867"/>
            <a:ext cx="228600" cy="228600"/>
          </a:xfrm>
          <a:prstGeom prst="ellipse">
            <a:avLst/>
          </a:prstGeom>
          <a:solidFill>
            <a:schemeClr val="tx1"/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530D05D6-51AF-C43B-9E37-90BA1A6FFF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24300" y="3285067"/>
            <a:ext cx="4572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274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0"/>
                            </p:stCondLst>
                            <p:childTnLst>
                              <p:par>
                                <p:cTn id="11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5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500"/>
                            </p:stCondLst>
                            <p:childTnLst>
                              <p:par>
                                <p:cTn id="41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0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000"/>
                            </p:stCondLst>
                            <p:childTnLst>
                              <p:par>
                                <p:cTn id="47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5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50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61E9E2D9-B874-079C-9853-EF90609CD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3">
            <a:extLst>
              <a:ext uri="{FF2B5EF4-FFF2-40B4-BE49-F238E27FC236}">
                <a16:creationId xmlns:a16="http://schemas.microsoft.com/office/drawing/2014/main" id="{68E2F349-9E48-4BEA-A6A0-DEA9AF4973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8000" y="440266"/>
            <a:ext cx="7772400" cy="4114800"/>
          </a:xfrm>
        </p:spPr>
        <p:txBody>
          <a:bodyPr/>
          <a:lstStyle/>
          <a:p>
            <a:r>
              <a:rPr lang="en-US" altLang="en-US"/>
              <a:t>A type of instance-based learning</a:t>
            </a:r>
          </a:p>
          <a:p>
            <a:pPr lvl="1"/>
            <a:r>
              <a:rPr lang="en-US" altLang="en-US"/>
              <a:t>Also known as “memory-based” learning</a:t>
            </a:r>
          </a:p>
          <a:p>
            <a:r>
              <a:rPr lang="en-US" altLang="en-US"/>
              <a:t>Forms a Voronoi tessellation of the instance space</a:t>
            </a:r>
          </a:p>
        </p:txBody>
      </p:sp>
      <p:pic>
        <p:nvPicPr>
          <p:cNvPr id="22" name="Picture 4">
            <a:extLst>
              <a:ext uri="{FF2B5EF4-FFF2-40B4-BE49-F238E27FC236}">
                <a16:creationId xmlns:a16="http://schemas.microsoft.com/office/drawing/2014/main" id="{EBCBCF88-1DFA-E4A6-353D-F8095E738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067" y="1659465"/>
            <a:ext cx="2590800" cy="2576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3669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24D62B1A-1AEC-BB89-76A6-2BA4F1CA8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FB150C2-C2BC-A5B1-BA89-BC822BC88B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066800"/>
          </a:xfrm>
        </p:spPr>
        <p:txBody>
          <a:bodyPr/>
          <a:lstStyle/>
          <a:p>
            <a:r>
              <a:rPr lang="en-US" altLang="en-US"/>
              <a:t>Distance Metrics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0B32365-A825-71F4-3403-E7BD3D00F5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547036"/>
            <a:ext cx="8534400" cy="5638800"/>
          </a:xfrm>
        </p:spPr>
        <p:txBody>
          <a:bodyPr/>
          <a:lstStyle/>
          <a:p>
            <a:r>
              <a:rPr lang="en-US" altLang="en-US" sz="1800" dirty="0"/>
              <a:t>Different metrics can change the decision surface</a:t>
            </a:r>
          </a:p>
          <a:p>
            <a:endParaRPr lang="en-US" altLang="en-US" sz="1800" dirty="0"/>
          </a:p>
          <a:p>
            <a:endParaRPr lang="en-US" altLang="en-US" sz="1800" dirty="0"/>
          </a:p>
          <a:p>
            <a:endParaRPr lang="en-US" altLang="en-US" sz="1800" dirty="0"/>
          </a:p>
          <a:p>
            <a:endParaRPr lang="en-US" altLang="en-US" sz="1800" dirty="0"/>
          </a:p>
          <a:p>
            <a:endParaRPr lang="en-US" altLang="en-US" sz="1800" dirty="0"/>
          </a:p>
          <a:p>
            <a:endParaRPr lang="en-US" altLang="en-US" sz="1800" dirty="0"/>
          </a:p>
          <a:p>
            <a:endParaRPr lang="en-US" altLang="en-US" sz="1800" dirty="0"/>
          </a:p>
          <a:p>
            <a:endParaRPr lang="en-US" altLang="en-US" sz="1800" dirty="0"/>
          </a:p>
          <a:p>
            <a:pPr marL="146050" indent="0">
              <a:buNone/>
            </a:pPr>
            <a:endParaRPr lang="en-US" altLang="en-US" sz="1800" dirty="0"/>
          </a:p>
          <a:p>
            <a:r>
              <a:rPr lang="en-US" altLang="en-US" sz="1800" dirty="0"/>
              <a:t>Standard Euclidean distance metric:</a:t>
            </a:r>
          </a:p>
          <a:p>
            <a:pPr lvl="1"/>
            <a:r>
              <a:rPr lang="en-US" altLang="en-US" sz="1800" dirty="0"/>
              <a:t>Two-dimensional:  </a:t>
            </a:r>
            <a:r>
              <a:rPr lang="en-US" altLang="en-US" sz="1800" dirty="0" err="1"/>
              <a:t>Dist</a:t>
            </a:r>
            <a:r>
              <a:rPr lang="en-US" altLang="en-US" sz="1800" dirty="0"/>
              <a:t>(</a:t>
            </a:r>
            <a:r>
              <a:rPr lang="en-US" altLang="en-US" sz="1800" dirty="0" err="1"/>
              <a:t>a,b</a:t>
            </a:r>
            <a:r>
              <a:rPr lang="en-US" altLang="en-US" sz="1800" dirty="0"/>
              <a:t>) = sqrt((a</a:t>
            </a:r>
            <a:r>
              <a:rPr lang="en-US" altLang="en-US" sz="1800" baseline="-25000" dirty="0"/>
              <a:t>1</a:t>
            </a:r>
            <a:r>
              <a:rPr lang="en-US" altLang="en-US" sz="1800" dirty="0"/>
              <a:t> </a:t>
            </a:r>
            <a:r>
              <a:rPr lang="en-US" altLang="en-US" sz="1800" dirty="0">
                <a:latin typeface="Palatino"/>
              </a:rPr>
              <a:t>–</a:t>
            </a:r>
            <a:r>
              <a:rPr lang="en-US" altLang="en-US" sz="1800" dirty="0"/>
              <a:t> b</a:t>
            </a:r>
            <a:r>
              <a:rPr lang="en-US" altLang="en-US" sz="1800" baseline="-25000" dirty="0"/>
              <a:t>1</a:t>
            </a:r>
            <a:r>
              <a:rPr lang="en-US" altLang="en-US" sz="1800" dirty="0"/>
              <a:t>)</a:t>
            </a:r>
            <a:r>
              <a:rPr lang="en-US" altLang="en-US" sz="1800" baseline="30000" dirty="0"/>
              <a:t>2 </a:t>
            </a:r>
            <a:r>
              <a:rPr lang="en-US" altLang="en-US" sz="1800" dirty="0"/>
              <a:t>+ (a</a:t>
            </a:r>
            <a:r>
              <a:rPr lang="en-US" altLang="en-US" sz="1800" baseline="-25000" dirty="0"/>
              <a:t>2</a:t>
            </a:r>
            <a:r>
              <a:rPr lang="en-US" altLang="en-US" sz="1800" dirty="0"/>
              <a:t> </a:t>
            </a:r>
            <a:r>
              <a:rPr lang="en-US" altLang="en-US" sz="1800" dirty="0">
                <a:latin typeface="Palatino"/>
              </a:rPr>
              <a:t>–</a:t>
            </a:r>
            <a:r>
              <a:rPr lang="en-US" altLang="en-US" sz="1800" dirty="0"/>
              <a:t> b</a:t>
            </a:r>
            <a:r>
              <a:rPr lang="en-US" altLang="en-US" sz="1800" baseline="-25000" dirty="0"/>
              <a:t>2</a:t>
            </a:r>
            <a:r>
              <a:rPr lang="en-US" altLang="en-US" sz="1800" dirty="0"/>
              <a:t>)</a:t>
            </a:r>
            <a:r>
              <a:rPr lang="en-US" altLang="en-US" sz="1800" baseline="30000" dirty="0"/>
              <a:t>2</a:t>
            </a:r>
            <a:r>
              <a:rPr lang="en-US" altLang="en-US" sz="1800" dirty="0"/>
              <a:t>)</a:t>
            </a:r>
          </a:p>
          <a:p>
            <a:pPr lvl="1"/>
            <a:r>
              <a:rPr lang="en-US" altLang="en-US" sz="1800" dirty="0"/>
              <a:t>Multivariate:  </a:t>
            </a:r>
            <a:r>
              <a:rPr lang="en-US" altLang="en-US" sz="1800" dirty="0" err="1"/>
              <a:t>Dist</a:t>
            </a:r>
            <a:r>
              <a:rPr lang="en-US" altLang="en-US" sz="1800" dirty="0"/>
              <a:t>(</a:t>
            </a:r>
            <a:r>
              <a:rPr lang="en-US" altLang="en-US" sz="1800" dirty="0" err="1"/>
              <a:t>a,b</a:t>
            </a:r>
            <a:r>
              <a:rPr lang="en-US" altLang="en-US" sz="1800" dirty="0"/>
              <a:t>) = sqrt(∑ (a</a:t>
            </a:r>
            <a:r>
              <a:rPr lang="en-US" altLang="en-US" sz="1800" baseline="-25000" dirty="0"/>
              <a:t>i</a:t>
            </a:r>
            <a:r>
              <a:rPr lang="en-US" altLang="en-US" sz="1800" dirty="0"/>
              <a:t> </a:t>
            </a:r>
            <a:r>
              <a:rPr lang="en-US" altLang="en-US" sz="1800" dirty="0">
                <a:latin typeface="Palatino"/>
              </a:rPr>
              <a:t>–</a:t>
            </a:r>
            <a:r>
              <a:rPr lang="en-US" altLang="en-US" sz="1800" dirty="0"/>
              <a:t> b</a:t>
            </a:r>
            <a:r>
              <a:rPr lang="en-US" altLang="en-US" sz="1800" baseline="-25000" dirty="0"/>
              <a:t>i</a:t>
            </a:r>
            <a:r>
              <a:rPr lang="en-US" altLang="en-US" sz="1800" dirty="0"/>
              <a:t>)</a:t>
            </a:r>
            <a:r>
              <a:rPr lang="en-US" altLang="en-US" sz="1800" baseline="30000" dirty="0"/>
              <a:t>2</a:t>
            </a:r>
            <a:r>
              <a:rPr lang="en-US" altLang="en-US" sz="1800" dirty="0"/>
              <a:t>)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9A5AE909-7A4B-9851-6C53-49A5CBAF4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326499"/>
            <a:ext cx="2035212" cy="2023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9B879877-524A-0324-A8AE-76D75767F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326500"/>
            <a:ext cx="2035212" cy="20327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 Box 6">
            <a:extLst>
              <a:ext uri="{FF2B5EF4-FFF2-40B4-BE49-F238E27FC236}">
                <a16:creationId xmlns:a16="http://schemas.microsoft.com/office/drawing/2014/main" id="{EBDF5B49-E1E3-CF6F-9C89-7D861F3D8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8213" y="3359218"/>
            <a:ext cx="33226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800">
                <a:latin typeface="Palatino" charset="0"/>
              </a:rPr>
              <a:t>Dist(</a:t>
            </a:r>
            <a:r>
              <a:rPr lang="en-US" altLang="en-US" sz="1800" b="1">
                <a:latin typeface="Palatino" charset="0"/>
              </a:rPr>
              <a:t>a,b</a:t>
            </a:r>
            <a:r>
              <a:rPr lang="en-US" altLang="en-US" sz="1800">
                <a:latin typeface="Palatino" charset="0"/>
              </a:rPr>
              <a:t>) =(a</a:t>
            </a:r>
            <a:r>
              <a:rPr lang="en-US" altLang="en-US" sz="1800" baseline="-25000">
                <a:latin typeface="Palatino" charset="0"/>
              </a:rPr>
              <a:t>1</a:t>
            </a:r>
            <a:r>
              <a:rPr lang="en-US" altLang="en-US" sz="1800">
                <a:latin typeface="Palatino" charset="0"/>
              </a:rPr>
              <a:t> – b</a:t>
            </a:r>
            <a:r>
              <a:rPr lang="en-US" altLang="en-US" sz="1800" baseline="-25000">
                <a:latin typeface="Palatino" charset="0"/>
              </a:rPr>
              <a:t>1</a:t>
            </a:r>
            <a:r>
              <a:rPr lang="en-US" altLang="en-US" sz="1800">
                <a:latin typeface="Palatino" charset="0"/>
              </a:rPr>
              <a:t>)</a:t>
            </a:r>
            <a:r>
              <a:rPr lang="en-US" altLang="en-US" sz="1800" baseline="30000">
                <a:latin typeface="Palatino" charset="0"/>
              </a:rPr>
              <a:t>2 </a:t>
            </a:r>
            <a:r>
              <a:rPr lang="en-US" altLang="en-US" sz="1800">
                <a:latin typeface="Palatino" charset="0"/>
              </a:rPr>
              <a:t>+ (a</a:t>
            </a:r>
            <a:r>
              <a:rPr lang="en-US" altLang="en-US" sz="1800" baseline="-25000">
                <a:latin typeface="Palatino" charset="0"/>
              </a:rPr>
              <a:t>2</a:t>
            </a:r>
            <a:r>
              <a:rPr lang="en-US" altLang="en-US" sz="1800">
                <a:latin typeface="Palatino" charset="0"/>
              </a:rPr>
              <a:t> – b</a:t>
            </a:r>
            <a:r>
              <a:rPr lang="en-US" altLang="en-US" sz="1800" baseline="-25000">
                <a:latin typeface="Palatino" charset="0"/>
              </a:rPr>
              <a:t>2</a:t>
            </a:r>
            <a:r>
              <a:rPr lang="en-US" altLang="en-US" sz="1800">
                <a:latin typeface="Palatino" charset="0"/>
              </a:rPr>
              <a:t>)</a:t>
            </a:r>
            <a:r>
              <a:rPr lang="en-US" altLang="en-US" sz="1800" baseline="30000">
                <a:latin typeface="Palatino" charset="0"/>
              </a:rPr>
              <a:t>2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BCC31B59-E3F0-1F45-2A85-01812553A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2613" y="3359218"/>
            <a:ext cx="35766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800">
                <a:latin typeface="Palatino" charset="0"/>
              </a:rPr>
              <a:t>Dist(</a:t>
            </a:r>
            <a:r>
              <a:rPr lang="en-US" altLang="en-US" sz="1800" b="1">
                <a:latin typeface="Palatino" charset="0"/>
              </a:rPr>
              <a:t>a,b</a:t>
            </a:r>
            <a:r>
              <a:rPr lang="en-US" altLang="en-US" sz="1800">
                <a:latin typeface="Palatino" charset="0"/>
              </a:rPr>
              <a:t>) =(a</a:t>
            </a:r>
            <a:r>
              <a:rPr lang="en-US" altLang="en-US" sz="1800" baseline="-25000">
                <a:latin typeface="Palatino" charset="0"/>
              </a:rPr>
              <a:t>1</a:t>
            </a:r>
            <a:r>
              <a:rPr lang="en-US" altLang="en-US" sz="1800">
                <a:latin typeface="Palatino" charset="0"/>
              </a:rPr>
              <a:t> – b</a:t>
            </a:r>
            <a:r>
              <a:rPr lang="en-US" altLang="en-US" sz="1800" baseline="-25000">
                <a:latin typeface="Palatino" charset="0"/>
              </a:rPr>
              <a:t>1</a:t>
            </a:r>
            <a:r>
              <a:rPr lang="en-US" altLang="en-US" sz="1800">
                <a:latin typeface="Palatino" charset="0"/>
              </a:rPr>
              <a:t>)</a:t>
            </a:r>
            <a:r>
              <a:rPr lang="en-US" altLang="en-US" sz="1800" baseline="30000">
                <a:latin typeface="Palatino" charset="0"/>
              </a:rPr>
              <a:t>2 </a:t>
            </a:r>
            <a:r>
              <a:rPr lang="en-US" altLang="en-US" sz="1800">
                <a:latin typeface="Palatino" charset="0"/>
              </a:rPr>
              <a:t>+ (3a</a:t>
            </a:r>
            <a:r>
              <a:rPr lang="en-US" altLang="en-US" sz="1800" baseline="-25000">
                <a:latin typeface="Palatino" charset="0"/>
              </a:rPr>
              <a:t>2</a:t>
            </a:r>
            <a:r>
              <a:rPr lang="en-US" altLang="en-US" sz="1800">
                <a:latin typeface="Palatino" charset="0"/>
              </a:rPr>
              <a:t> – 3b</a:t>
            </a:r>
            <a:r>
              <a:rPr lang="en-US" altLang="en-US" sz="1800" baseline="-25000">
                <a:latin typeface="Palatino" charset="0"/>
              </a:rPr>
              <a:t>2</a:t>
            </a:r>
            <a:r>
              <a:rPr lang="en-US" altLang="en-US" sz="1800">
                <a:latin typeface="Palatino" charset="0"/>
              </a:rPr>
              <a:t>)</a:t>
            </a:r>
            <a:r>
              <a:rPr lang="en-US" altLang="en-US" sz="1800" baseline="30000">
                <a:latin typeface="Palatino" charset="0"/>
              </a:rPr>
              <a:t>2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E31DF26B-96B3-70DE-9AD4-6898926AC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875" y="4360570"/>
            <a:ext cx="2498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1000" dirty="0">
                <a:latin typeface="Palatino" charset="0"/>
              </a:rPr>
              <a:t>Adapted from “Instance-Based Learning” </a:t>
            </a:r>
          </a:p>
          <a:p>
            <a:pPr eaLnBrk="0" hangingPunct="0"/>
            <a:r>
              <a:rPr lang="en-US" altLang="en-US" sz="1000" dirty="0">
                <a:latin typeface="Palatino" charset="0"/>
              </a:rPr>
              <a:t>lecture slides by Andrew Moore, CMU.</a:t>
            </a:r>
          </a:p>
        </p:txBody>
      </p:sp>
    </p:spTree>
    <p:extLst>
      <p:ext uri="{BB962C8B-B14F-4D97-AF65-F5344CB8AC3E}">
        <p14:creationId xmlns:p14="http://schemas.microsoft.com/office/powerpoint/2010/main" val="2788783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BC66AE76-AC50-F985-C9B6-AC89E633C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>
            <a:extLst>
              <a:ext uri="{FF2B5EF4-FFF2-40B4-BE49-F238E27FC236}">
                <a16:creationId xmlns:a16="http://schemas.microsoft.com/office/drawing/2014/main" id="{1A80B1DB-FF48-FA36-B3BF-5D03F24F35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3459" y="652913"/>
            <a:ext cx="7772400" cy="4114800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A distance metric</a:t>
            </a:r>
          </a:p>
          <a:p>
            <a:pPr marL="914400" lvl="1" indent="-457200">
              <a:lnSpc>
                <a:spcPct val="90000"/>
              </a:lnSpc>
            </a:pPr>
            <a:r>
              <a:rPr lang="en-US" altLang="en-US" sz="1600" dirty="0"/>
              <a:t>Euclidean</a:t>
            </a:r>
          </a:p>
          <a:p>
            <a:pPr marL="914400" lvl="1" indent="-457200">
              <a:lnSpc>
                <a:spcPct val="90000"/>
              </a:lnSpc>
            </a:pPr>
            <a:r>
              <a:rPr lang="en-US" altLang="en-US" sz="1600" dirty="0"/>
              <a:t>When different units are used for each dimension</a:t>
            </a:r>
          </a:p>
          <a:p>
            <a:pPr marL="1295400" lvl="2" indent="-381000">
              <a:lnSpc>
                <a:spcPct val="90000"/>
              </a:lnSpc>
              <a:buFontTx/>
              <a:buNone/>
            </a:pPr>
            <a:r>
              <a:rPr lang="en-US" altLang="en-US" sz="1400" dirty="0">
                <a:sym typeface="Wingdings" panose="05000000000000000000" pitchFamily="2" charset="2"/>
              </a:rPr>
              <a:t> </a:t>
            </a:r>
            <a:r>
              <a:rPr lang="en-US" altLang="en-US" sz="1400" dirty="0"/>
              <a:t>normalize each dimension  by standard deviation</a:t>
            </a:r>
          </a:p>
          <a:p>
            <a:pPr marL="914400" lvl="1" indent="-457200">
              <a:lnSpc>
                <a:spcPct val="90000"/>
              </a:lnSpc>
            </a:pPr>
            <a:r>
              <a:rPr lang="en-US" altLang="en-US" sz="1600" dirty="0"/>
              <a:t>For discrete data, can use hamming distance </a:t>
            </a:r>
          </a:p>
          <a:p>
            <a:pPr marL="1295400" lvl="2" indent="-381000">
              <a:lnSpc>
                <a:spcPct val="90000"/>
              </a:lnSpc>
              <a:buFontTx/>
              <a:buNone/>
            </a:pPr>
            <a:r>
              <a:rPr lang="en-US" altLang="en-US" sz="1600" dirty="0">
                <a:sym typeface="Wingdings" panose="05000000000000000000" pitchFamily="2" charset="2"/>
              </a:rPr>
              <a:t></a:t>
            </a:r>
            <a:r>
              <a:rPr lang="en-US" altLang="en-US" sz="1600" dirty="0"/>
              <a:t> D(x1,x2) =number of features on which x1 and x2 differ</a:t>
            </a:r>
            <a:endParaRPr lang="en-US" altLang="en-US" sz="1400" dirty="0"/>
          </a:p>
          <a:p>
            <a:pPr marL="914400" lvl="1" indent="-457200">
              <a:lnSpc>
                <a:spcPct val="90000"/>
              </a:lnSpc>
            </a:pPr>
            <a:r>
              <a:rPr lang="en-US" altLang="en-US" sz="1600" dirty="0"/>
              <a:t>Others (e.g., normal, cosine)</a:t>
            </a:r>
          </a:p>
          <a:p>
            <a:pPr marL="914400" lvl="1" indent="-457200">
              <a:lnSpc>
                <a:spcPct val="90000"/>
              </a:lnSpc>
            </a:pPr>
            <a:endParaRPr lang="en-US" altLang="en-US" sz="1800" dirty="0"/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How many nearby neighbors to look at?</a:t>
            </a:r>
          </a:p>
          <a:p>
            <a:pPr marL="914400" lvl="1" indent="-457200">
              <a:lnSpc>
                <a:spcPct val="90000"/>
              </a:lnSpc>
            </a:pPr>
            <a:r>
              <a:rPr lang="en-US" altLang="en-US" sz="1600" dirty="0"/>
              <a:t>One</a:t>
            </a: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How to fit with the local points?</a:t>
            </a:r>
          </a:p>
          <a:p>
            <a:pPr marL="914400" lvl="1" indent="-457200">
              <a:lnSpc>
                <a:spcPct val="90000"/>
              </a:lnSpc>
            </a:pPr>
            <a:r>
              <a:rPr lang="en-US" altLang="en-US" sz="1600" dirty="0"/>
              <a:t>Just predict the same output as the nearest neighbor.</a:t>
            </a:r>
          </a:p>
        </p:txBody>
      </p:sp>
    </p:spTree>
    <p:extLst>
      <p:ext uri="{BB962C8B-B14F-4D97-AF65-F5344CB8AC3E}">
        <p14:creationId xmlns:p14="http://schemas.microsoft.com/office/powerpoint/2010/main" val="3039479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F59CEE5F-95EA-8AE1-ECEF-D94EC4EB7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C72454F-59F9-36BF-2759-DCE1386A89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31862"/>
            <a:ext cx="7772400" cy="4114800"/>
          </a:xfrm>
        </p:spPr>
        <p:txBody>
          <a:bodyPr/>
          <a:lstStyle/>
          <a:p>
            <a:r>
              <a:rPr lang="en-US" altLang="en-US"/>
              <a:t>Generalizes 1-NN to smooth away noise in the labels</a:t>
            </a:r>
          </a:p>
          <a:p>
            <a:r>
              <a:rPr lang="en-US" altLang="en-US"/>
              <a:t>A new point is now assigned </a:t>
            </a:r>
            <a:r>
              <a:rPr lang="en-US" altLang="en-US">
                <a:solidFill>
                  <a:srgbClr val="FF0000"/>
                </a:solidFill>
              </a:rPr>
              <a:t>the most frequent label of its </a:t>
            </a:r>
            <a:r>
              <a:rPr lang="en-US" altLang="en-US" i="1">
                <a:solidFill>
                  <a:srgbClr val="FF0000"/>
                </a:solidFill>
              </a:rPr>
              <a:t>k</a:t>
            </a:r>
            <a:r>
              <a:rPr lang="en-US" altLang="en-US">
                <a:solidFill>
                  <a:srgbClr val="FF0000"/>
                </a:solidFill>
              </a:rPr>
              <a:t> nearest neighbors</a:t>
            </a:r>
          </a:p>
        </p:txBody>
      </p:sp>
      <p:sp>
        <p:nvSpPr>
          <p:cNvPr id="3" name="Oval 4">
            <a:extLst>
              <a:ext uri="{FF2B5EF4-FFF2-40B4-BE49-F238E27FC236}">
                <a16:creationId xmlns:a16="http://schemas.microsoft.com/office/drawing/2014/main" id="{49EFFA50-CF16-3CE5-9102-2204BF4BB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98926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id="{A910BADE-4639-0D72-184C-193EE7A4C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437062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" name="Oval 6">
            <a:extLst>
              <a:ext uri="{FF2B5EF4-FFF2-40B4-BE49-F238E27FC236}">
                <a16:creationId xmlns:a16="http://schemas.microsoft.com/office/drawing/2014/main" id="{72B78E5E-7AE0-4F85-BDCB-56C6D6E19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68446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" name="Oval 7">
            <a:extLst>
              <a:ext uri="{FF2B5EF4-FFF2-40B4-BE49-F238E27FC236}">
                <a16:creationId xmlns:a16="http://schemas.microsoft.com/office/drawing/2014/main" id="{4E92F2AF-86F3-E6F6-7F8B-C1389F4A8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75126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AA089B8B-2355-92BB-1400-A15CEA796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675062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BD2EB33D-6E4F-B244-7EC0-2EC9DC656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370262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CD3AD488-B76E-1D2D-524F-44C82D4DB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4208462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D4E504F1-484D-9AA7-B791-B74949B2A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3028950"/>
            <a:ext cx="3344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>
                <a:latin typeface="Palatino" charset="0"/>
              </a:rPr>
              <a:t>Label it red, when k = 3</a:t>
            </a:r>
          </a:p>
        </p:txBody>
      </p:sp>
      <p:sp>
        <p:nvSpPr>
          <p:cNvPr id="11" name="Oval 12">
            <a:extLst>
              <a:ext uri="{FF2B5EF4-FFF2-40B4-BE49-F238E27FC236}">
                <a16:creationId xmlns:a16="http://schemas.microsoft.com/office/drawing/2014/main" id="{093F41D8-A0E1-79B8-DC9C-FE4422C08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5900" y="3713162"/>
            <a:ext cx="228600" cy="228600"/>
          </a:xfrm>
          <a:prstGeom prst="ellipse">
            <a:avLst/>
          </a:prstGeom>
          <a:solidFill>
            <a:schemeClr val="tx1"/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B80194F2-BADD-AB2E-0349-2E5330382D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52600" y="3370262"/>
            <a:ext cx="4572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3" name="Oval 14">
            <a:extLst>
              <a:ext uri="{FF2B5EF4-FFF2-40B4-BE49-F238E27FC236}">
                <a16:creationId xmlns:a16="http://schemas.microsoft.com/office/drawing/2014/main" id="{212E089F-80FC-B03F-DE3A-2D4A47C58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294062"/>
            <a:ext cx="10668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B659A3F7-D944-31AE-E143-F3F2D8E99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4275" y="310197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159F4FF3-60C6-E0A5-C32E-11171F8C7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5275" y="4549775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6069288B-1D6F-32A0-8FB6-707B72F16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5875" y="279717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85B2789F-71A6-7AE0-ACAB-8120AB2C5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8075" y="386397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C58165C4-C9EF-9A13-1053-3161A5A9B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6875" y="3787775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73B857CA-5E2F-C892-AC92-2BB069883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6275" y="3482975"/>
            <a:ext cx="228600" cy="2286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" name="Oval 21">
            <a:extLst>
              <a:ext uri="{FF2B5EF4-FFF2-40B4-BE49-F238E27FC236}">
                <a16:creationId xmlns:a16="http://schemas.microsoft.com/office/drawing/2014/main" id="{D3CE8B92-0DC6-7FB0-D7E4-C9F291FB6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5875" y="4321175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7EA038ED-0AFE-9709-91CA-C3B2A615E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4132262"/>
            <a:ext cx="3481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>
                <a:latin typeface="Palatino" charset="0"/>
              </a:rPr>
              <a:t>Label it blue, when k = 7</a:t>
            </a:r>
          </a:p>
        </p:txBody>
      </p:sp>
      <p:sp>
        <p:nvSpPr>
          <p:cNvPr id="22" name="Oval 23">
            <a:extLst>
              <a:ext uri="{FF2B5EF4-FFF2-40B4-BE49-F238E27FC236}">
                <a16:creationId xmlns:a16="http://schemas.microsoft.com/office/drawing/2014/main" id="{EE395140-41EA-3FBB-0048-8313410AD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9175" y="3825875"/>
            <a:ext cx="228600" cy="2286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" name="Line 24">
            <a:extLst>
              <a:ext uri="{FF2B5EF4-FFF2-40B4-BE49-F238E27FC236}">
                <a16:creationId xmlns:a16="http://schemas.microsoft.com/office/drawing/2014/main" id="{49FBE806-103E-1701-1376-0727337526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72200" y="3979862"/>
            <a:ext cx="1143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" name="Oval 25">
            <a:extLst>
              <a:ext uri="{FF2B5EF4-FFF2-40B4-BE49-F238E27FC236}">
                <a16:creationId xmlns:a16="http://schemas.microsoft.com/office/drawing/2014/main" id="{37CB95F4-7C15-B358-86EC-525D99BFA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0150" y="2736850"/>
            <a:ext cx="2406650" cy="24066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1492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017126A3-04D2-F040-79B2-FAC935F61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1586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3EC4F45A-8BD1-B860-0086-957EF88AD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673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07BE37ED-2A11-DC63-C1B4-D2C3CF522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97232AF9-A292-7B98-ED7C-E8FC3BA649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Logistic Regression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25027A24-3D67-AB3A-12A3-2B2CCD5AA6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383646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D48142E4-739F-51EC-039B-6E6CEE554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99575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FF69CB1-6626-CB9F-8B5C-631598FEB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132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167B5E43-C227-22E7-19D2-CF3486935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565F0545-8EDF-5576-B190-9D943525FB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Decision Trees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8090AB93-464C-35DC-0BEB-91CB4F07BD3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21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496415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3B4E02A-0F3F-D66A-5DD1-29B239997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16681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74149DFD-E40D-8F1C-2794-AA2AE6521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46064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D8C9DEB2-9925-122E-B701-3B1BB50F3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61E141E8-EE55-E2A5-DDFD-8A882543F0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Random Forest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82CA001C-8B03-4CFB-7370-2C7CAE2BD63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24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084300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BBCFA081-A274-0359-BBA1-A32779233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8397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A6B9E1E2-3453-A664-9C57-E0F5ED9DF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53936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89E84E2C-053D-3FFD-C1D6-DAE27730E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B88A3ED1-9572-0AEC-C0A1-36280C58BD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Support Vector Machines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78566638-B002-8F79-F8A7-82D56A213E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27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8618494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22D22089-7A1C-2B56-9F06-EAC1DFC57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1111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69DC8A79-7545-8D1F-DAA2-894E1B40F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57383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1E6BB0F1-54FC-F1B7-7770-E4C7E149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27979D34-AA64-BDB5-F8B9-31604ED2BD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Boosted Models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2A30CF55-AF23-AFCA-1C0A-0DD66A11C36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30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607689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B0700707-2591-3286-CFF6-D55279FC7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73664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8145F-CF69-3E26-DDA7-FD06D9BD9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7;p15">
            <a:extLst>
              <a:ext uri="{FF2B5EF4-FFF2-40B4-BE49-F238E27FC236}">
                <a16:creationId xmlns:a16="http://schemas.microsoft.com/office/drawing/2014/main" id="{46C7B286-289D-4229-9F71-E59C474B7C0B}"/>
              </a:ext>
            </a:extLst>
          </p:cNvPr>
          <p:cNvSpPr txBox="1">
            <a:spLocks/>
          </p:cNvSpPr>
          <p:nvPr/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4000" b="1" dirty="0">
                <a:solidFill>
                  <a:srgbClr val="FF0000"/>
                </a:solidFill>
              </a:rPr>
              <a:t>End…</a:t>
            </a:r>
          </a:p>
        </p:txBody>
      </p:sp>
    </p:spTree>
    <p:extLst>
      <p:ext uri="{BB962C8B-B14F-4D97-AF65-F5344CB8AC3E}">
        <p14:creationId xmlns:p14="http://schemas.microsoft.com/office/powerpoint/2010/main" val="583822461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treamlin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</TotalTime>
  <Words>473</Words>
  <Application>Microsoft Office PowerPoint</Application>
  <PresentationFormat>On-screen Show (16:9)</PresentationFormat>
  <Paragraphs>156</Paragraphs>
  <Slides>32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Wingdings</vt:lpstr>
      <vt:lpstr>Arial</vt:lpstr>
      <vt:lpstr>Aptos Narrow</vt:lpstr>
      <vt:lpstr>Lato</vt:lpstr>
      <vt:lpstr>Raleway</vt:lpstr>
      <vt:lpstr>Palatino</vt:lpstr>
      <vt:lpstr>Streamline</vt:lpstr>
      <vt:lpstr>1_Streamline</vt:lpstr>
      <vt:lpstr>PowerPoint Presentation</vt:lpstr>
      <vt:lpstr>Classification Intuition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K-Nearest Neighbors</vt:lpstr>
      <vt:lpstr>PowerPoint Presentation</vt:lpstr>
      <vt:lpstr>1-Nearest Neighbor</vt:lpstr>
      <vt:lpstr>PowerPoint Presentation</vt:lpstr>
      <vt:lpstr>Distance Metrics</vt:lpstr>
      <vt:lpstr>PowerPoint Presentation</vt:lpstr>
      <vt:lpstr>PowerPoint Presentation</vt:lpstr>
      <vt:lpstr>PowerPoint Presentation</vt:lpstr>
      <vt:lpstr>PowerPoint Presentation</vt:lpstr>
      <vt:lpstr>Logistic Regression</vt:lpstr>
      <vt:lpstr>PowerPoint Presentation</vt:lpstr>
      <vt:lpstr>PowerPoint Presentation</vt:lpstr>
      <vt:lpstr>Decision Trees</vt:lpstr>
      <vt:lpstr>PowerPoint Presentation</vt:lpstr>
      <vt:lpstr>PowerPoint Presentation</vt:lpstr>
      <vt:lpstr>Random Forest</vt:lpstr>
      <vt:lpstr>PowerPoint Presentation</vt:lpstr>
      <vt:lpstr>PowerPoint Presentation</vt:lpstr>
      <vt:lpstr>Support Vector Machines</vt:lpstr>
      <vt:lpstr>PowerPoint Presentation</vt:lpstr>
      <vt:lpstr>PowerPoint Presentation</vt:lpstr>
      <vt:lpstr>Boosted Models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Christopher Aloo</dc:creator>
  <cp:lastModifiedBy>Christopher Aloo</cp:lastModifiedBy>
  <cp:revision>5</cp:revision>
  <dcterms:modified xsi:type="dcterms:W3CDTF">2025-08-18T17:48:20Z</dcterms:modified>
</cp:coreProperties>
</file>